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C9214-4CD0-46DF-BAB1-E8A2D75C6031}" v="14" dt="2024-08-21T09:22:22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maid Umer Khan" userId="33f51f7858fad23e" providerId="LiveId" clId="{0FDC9214-4CD0-46DF-BAB1-E8A2D75C6031}"/>
    <pc:docChg chg="undo custSel addSld delSld modSld sldOrd">
      <pc:chgData name="Summaid Umer Khan" userId="33f51f7858fad23e" providerId="LiveId" clId="{0FDC9214-4CD0-46DF-BAB1-E8A2D75C6031}" dt="2024-08-22T09:18:24.847" v="897" actId="20577"/>
      <pc:docMkLst>
        <pc:docMk/>
      </pc:docMkLst>
      <pc:sldChg chg="modSp mod">
        <pc:chgData name="Summaid Umer Khan" userId="33f51f7858fad23e" providerId="LiveId" clId="{0FDC9214-4CD0-46DF-BAB1-E8A2D75C6031}" dt="2024-08-22T08:51:20.364" v="891"/>
        <pc:sldMkLst>
          <pc:docMk/>
          <pc:sldMk cId="2216066351" sldId="256"/>
        </pc:sldMkLst>
        <pc:spChg chg="mod">
          <ac:chgData name="Summaid Umer Khan" userId="33f51f7858fad23e" providerId="LiveId" clId="{0FDC9214-4CD0-46DF-BAB1-E8A2D75C6031}" dt="2024-08-22T08:51:20.364" v="891"/>
          <ac:spMkLst>
            <pc:docMk/>
            <pc:sldMk cId="2216066351" sldId="256"/>
            <ac:spMk id="3" creationId="{A61B5DEA-09E5-0E4A-C992-1F6695B9870C}"/>
          </ac:spMkLst>
        </pc:spChg>
      </pc:sldChg>
      <pc:sldChg chg="modSp mod modShow">
        <pc:chgData name="Summaid Umer Khan" userId="33f51f7858fad23e" providerId="LiveId" clId="{0FDC9214-4CD0-46DF-BAB1-E8A2D75C6031}" dt="2024-08-22T09:18:24.847" v="897" actId="20577"/>
        <pc:sldMkLst>
          <pc:docMk/>
          <pc:sldMk cId="1453074347" sldId="257"/>
        </pc:sldMkLst>
        <pc:spChg chg="mod">
          <ac:chgData name="Summaid Umer Khan" userId="33f51f7858fad23e" providerId="LiveId" clId="{0FDC9214-4CD0-46DF-BAB1-E8A2D75C6031}" dt="2024-08-21T05:28:53.455" v="72" actId="20577"/>
          <ac:spMkLst>
            <pc:docMk/>
            <pc:sldMk cId="1453074347" sldId="257"/>
            <ac:spMk id="2" creationId="{D2C1DB4E-8617-4108-733A-F8A31289AEAE}"/>
          </ac:spMkLst>
        </pc:spChg>
        <pc:spChg chg="mod">
          <ac:chgData name="Summaid Umer Khan" userId="33f51f7858fad23e" providerId="LiveId" clId="{0FDC9214-4CD0-46DF-BAB1-E8A2D75C6031}" dt="2024-08-22T09:18:24.847" v="897" actId="20577"/>
          <ac:spMkLst>
            <pc:docMk/>
            <pc:sldMk cId="1453074347" sldId="257"/>
            <ac:spMk id="3" creationId="{0B9B448D-5FAC-8289-DF31-9701F3BF17E2}"/>
          </ac:spMkLst>
        </pc:spChg>
      </pc:sldChg>
      <pc:sldChg chg="addSp delSp modSp new mod setBg">
        <pc:chgData name="Summaid Umer Khan" userId="33f51f7858fad23e" providerId="LiveId" clId="{0FDC9214-4CD0-46DF-BAB1-E8A2D75C6031}" dt="2024-08-21T06:50:43.450" v="97" actId="26606"/>
        <pc:sldMkLst>
          <pc:docMk/>
          <pc:sldMk cId="2513351796" sldId="258"/>
        </pc:sldMkLst>
        <pc:spChg chg="del mod">
          <ac:chgData name="Summaid Umer Khan" userId="33f51f7858fad23e" providerId="LiveId" clId="{0FDC9214-4CD0-46DF-BAB1-E8A2D75C6031}" dt="2024-08-21T06:50:37.525" v="95" actId="478"/>
          <ac:spMkLst>
            <pc:docMk/>
            <pc:sldMk cId="2513351796" sldId="258"/>
            <ac:spMk id="2" creationId="{DFD5C54B-D13B-60E9-0481-05B518C6DDB2}"/>
          </ac:spMkLst>
        </pc:spChg>
        <pc:spChg chg="del">
          <ac:chgData name="Summaid Umer Khan" userId="33f51f7858fad23e" providerId="LiveId" clId="{0FDC9214-4CD0-46DF-BAB1-E8A2D75C6031}" dt="2024-08-21T06:50:11.210" v="92" actId="22"/>
          <ac:spMkLst>
            <pc:docMk/>
            <pc:sldMk cId="2513351796" sldId="258"/>
            <ac:spMk id="3" creationId="{33A0E0A3-8CEA-69A9-1F26-337A274C3284}"/>
          </ac:spMkLst>
        </pc:spChg>
        <pc:spChg chg="add del mod">
          <ac:chgData name="Summaid Umer Khan" userId="33f51f7858fad23e" providerId="LiveId" clId="{0FDC9214-4CD0-46DF-BAB1-E8A2D75C6031}" dt="2024-08-21T06:50:39.431" v="96" actId="478"/>
          <ac:spMkLst>
            <pc:docMk/>
            <pc:sldMk cId="2513351796" sldId="258"/>
            <ac:spMk id="7" creationId="{0A5A805E-C960-1E3C-F39B-70A9F325E668}"/>
          </ac:spMkLst>
        </pc:spChg>
        <pc:spChg chg="add del">
          <ac:chgData name="Summaid Umer Khan" userId="33f51f7858fad23e" providerId="LiveId" clId="{0FDC9214-4CD0-46DF-BAB1-E8A2D75C6031}" dt="2024-08-21T06:50:33.598" v="94" actId="26606"/>
          <ac:spMkLst>
            <pc:docMk/>
            <pc:sldMk cId="2513351796" sldId="258"/>
            <ac:spMk id="10" creationId="{5E395AE0-8789-FAD6-A987-32E65C185100}"/>
          </ac:spMkLst>
        </pc:spChg>
        <pc:picChg chg="add mod ord">
          <ac:chgData name="Summaid Umer Khan" userId="33f51f7858fad23e" providerId="LiveId" clId="{0FDC9214-4CD0-46DF-BAB1-E8A2D75C6031}" dt="2024-08-21T06:50:43.450" v="97" actId="26606"/>
          <ac:picMkLst>
            <pc:docMk/>
            <pc:sldMk cId="2513351796" sldId="258"/>
            <ac:picMk id="5" creationId="{1D692346-9209-B22C-0765-AFA582CD9487}"/>
          </ac:picMkLst>
        </pc:picChg>
        <pc:cxnChg chg="add del">
          <ac:chgData name="Summaid Umer Khan" userId="33f51f7858fad23e" providerId="LiveId" clId="{0FDC9214-4CD0-46DF-BAB1-E8A2D75C6031}" dt="2024-08-21T06:50:33.598" v="94" actId="26606"/>
          <ac:cxnSpMkLst>
            <pc:docMk/>
            <pc:sldMk cId="2513351796" sldId="258"/>
            <ac:cxnSpMk id="12" creationId="{7667AA61-5C27-F30F-D229-06CBE5709F33}"/>
          </ac:cxnSpMkLst>
        </pc:cxnChg>
      </pc:sldChg>
      <pc:sldChg chg="addSp delSp modSp new mod setBg">
        <pc:chgData name="Summaid Umer Khan" userId="33f51f7858fad23e" providerId="LiveId" clId="{0FDC9214-4CD0-46DF-BAB1-E8A2D75C6031}" dt="2024-08-21T06:55:11.958" v="100" actId="26606"/>
        <pc:sldMkLst>
          <pc:docMk/>
          <pc:sldMk cId="1684482843" sldId="259"/>
        </pc:sldMkLst>
        <pc:spChg chg="del">
          <ac:chgData name="Summaid Umer Khan" userId="33f51f7858fad23e" providerId="LiveId" clId="{0FDC9214-4CD0-46DF-BAB1-E8A2D75C6031}" dt="2024-08-21T06:55:11.958" v="100" actId="26606"/>
          <ac:spMkLst>
            <pc:docMk/>
            <pc:sldMk cId="1684482843" sldId="259"/>
            <ac:spMk id="2" creationId="{C9D1F109-763C-495F-5344-FBF3A2285D35}"/>
          </ac:spMkLst>
        </pc:spChg>
        <pc:spChg chg="del">
          <ac:chgData name="Summaid Umer Khan" userId="33f51f7858fad23e" providerId="LiveId" clId="{0FDC9214-4CD0-46DF-BAB1-E8A2D75C6031}" dt="2024-08-21T06:55:07.904" v="99" actId="22"/>
          <ac:spMkLst>
            <pc:docMk/>
            <pc:sldMk cId="1684482843" sldId="259"/>
            <ac:spMk id="3" creationId="{84BCB1B7-F808-7CA0-4C2B-5F71FEA25CBE}"/>
          </ac:spMkLst>
        </pc:spChg>
        <pc:picChg chg="add mod ord">
          <ac:chgData name="Summaid Umer Khan" userId="33f51f7858fad23e" providerId="LiveId" clId="{0FDC9214-4CD0-46DF-BAB1-E8A2D75C6031}" dt="2024-08-21T06:55:11.958" v="100" actId="26606"/>
          <ac:picMkLst>
            <pc:docMk/>
            <pc:sldMk cId="1684482843" sldId="259"/>
            <ac:picMk id="5" creationId="{A15D6065-DC0B-EE82-C297-C1490342A03D}"/>
          </ac:picMkLst>
        </pc:picChg>
      </pc:sldChg>
      <pc:sldChg chg="addSp delSp modSp new mod ord setBg">
        <pc:chgData name="Summaid Umer Khan" userId="33f51f7858fad23e" providerId="LiveId" clId="{0FDC9214-4CD0-46DF-BAB1-E8A2D75C6031}" dt="2024-08-21T07:08:14.800" v="108"/>
        <pc:sldMkLst>
          <pc:docMk/>
          <pc:sldMk cId="1965191038" sldId="260"/>
        </pc:sldMkLst>
        <pc:spChg chg="add del">
          <ac:chgData name="Summaid Umer Khan" userId="33f51f7858fad23e" providerId="LiveId" clId="{0FDC9214-4CD0-46DF-BAB1-E8A2D75C6031}" dt="2024-08-21T06:56:53.629" v="105" actId="26606"/>
          <ac:spMkLst>
            <pc:docMk/>
            <pc:sldMk cId="1965191038" sldId="260"/>
            <ac:spMk id="2" creationId="{163379E1-C60F-18C9-7BFF-BE1FCF18874C}"/>
          </ac:spMkLst>
        </pc:spChg>
        <pc:spChg chg="add del">
          <ac:chgData name="Summaid Umer Khan" userId="33f51f7858fad23e" providerId="LiveId" clId="{0FDC9214-4CD0-46DF-BAB1-E8A2D75C6031}" dt="2024-08-21T06:56:53.629" v="105" actId="26606"/>
          <ac:spMkLst>
            <pc:docMk/>
            <pc:sldMk cId="1965191038" sldId="260"/>
            <ac:spMk id="3" creationId="{082FA470-5903-D1FA-2220-92AB13294265}"/>
          </ac:spMkLst>
        </pc:spChg>
        <pc:spChg chg="add del">
          <ac:chgData name="Summaid Umer Khan" userId="33f51f7858fad23e" providerId="LiveId" clId="{0FDC9214-4CD0-46DF-BAB1-E8A2D75C6031}" dt="2024-08-21T06:56:53.623" v="104" actId="26606"/>
          <ac:spMkLst>
            <pc:docMk/>
            <pc:sldMk cId="1965191038" sldId="260"/>
            <ac:spMk id="10" creationId="{2215C6C6-E45C-4179-9FC1-E8A4C1D47430}"/>
          </ac:spMkLst>
        </pc:spChg>
        <pc:spChg chg="add del">
          <ac:chgData name="Summaid Umer Khan" userId="33f51f7858fad23e" providerId="LiveId" clId="{0FDC9214-4CD0-46DF-BAB1-E8A2D75C6031}" dt="2024-08-21T06:56:53.623" v="104" actId="26606"/>
          <ac:spMkLst>
            <pc:docMk/>
            <pc:sldMk cId="1965191038" sldId="260"/>
            <ac:spMk id="16" creationId="{3776B14B-F2F4-4825-8DA8-8C7A0F2B3960}"/>
          </ac:spMkLst>
        </pc:spChg>
        <pc:grpChg chg="add del">
          <ac:chgData name="Summaid Umer Khan" userId="33f51f7858fad23e" providerId="LiveId" clId="{0FDC9214-4CD0-46DF-BAB1-E8A2D75C6031}" dt="2024-08-21T06:56:53.623" v="104" actId="26606"/>
          <ac:grpSpMkLst>
            <pc:docMk/>
            <pc:sldMk cId="1965191038" sldId="260"/>
            <ac:grpSpMk id="12" creationId="{5FE9FE4C-C9E0-4C54-8010-EA9D29CD4D59}"/>
          </ac:grpSpMkLst>
        </pc:grpChg>
        <pc:picChg chg="add mod">
          <ac:chgData name="Summaid Umer Khan" userId="33f51f7858fad23e" providerId="LiveId" clId="{0FDC9214-4CD0-46DF-BAB1-E8A2D75C6031}" dt="2024-08-21T06:56:53.629" v="105" actId="26606"/>
          <ac:picMkLst>
            <pc:docMk/>
            <pc:sldMk cId="1965191038" sldId="260"/>
            <ac:picMk id="5" creationId="{4F9BE540-726F-82B0-E117-4C60FE2EB413}"/>
          </ac:picMkLst>
        </pc:picChg>
      </pc:sldChg>
      <pc:sldChg chg="addSp delSp modSp new mod">
        <pc:chgData name="Summaid Umer Khan" userId="33f51f7858fad23e" providerId="LiveId" clId="{0FDC9214-4CD0-46DF-BAB1-E8A2D75C6031}" dt="2024-08-21T07:43:32.018" v="386" actId="478"/>
        <pc:sldMkLst>
          <pc:docMk/>
          <pc:sldMk cId="3729212965" sldId="261"/>
        </pc:sldMkLst>
        <pc:spChg chg="del">
          <ac:chgData name="Summaid Umer Khan" userId="33f51f7858fad23e" providerId="LiveId" clId="{0FDC9214-4CD0-46DF-BAB1-E8A2D75C6031}" dt="2024-08-21T07:43:32.018" v="386" actId="478"/>
          <ac:spMkLst>
            <pc:docMk/>
            <pc:sldMk cId="3729212965" sldId="261"/>
            <ac:spMk id="2" creationId="{C72F38FE-6AD2-FCB6-4F5F-92C3E3C5772D}"/>
          </ac:spMkLst>
        </pc:spChg>
        <pc:spChg chg="mod">
          <ac:chgData name="Summaid Umer Khan" userId="33f51f7858fad23e" providerId="LiveId" clId="{0FDC9214-4CD0-46DF-BAB1-E8A2D75C6031}" dt="2024-08-21T07:37:49.520" v="354" actId="20577"/>
          <ac:spMkLst>
            <pc:docMk/>
            <pc:sldMk cId="3729212965" sldId="261"/>
            <ac:spMk id="3" creationId="{36C31983-0029-20F3-FB09-C1D0DDA5F4A4}"/>
          </ac:spMkLst>
        </pc:spChg>
        <pc:spChg chg="add mod">
          <ac:chgData name="Summaid Umer Khan" userId="33f51f7858fad23e" providerId="LiveId" clId="{0FDC9214-4CD0-46DF-BAB1-E8A2D75C6031}" dt="2024-08-21T07:39:42.148" v="369" actId="14100"/>
          <ac:spMkLst>
            <pc:docMk/>
            <pc:sldMk cId="3729212965" sldId="261"/>
            <ac:spMk id="9" creationId="{B0A2967A-1633-5532-C0D9-E27229EB641B}"/>
          </ac:spMkLst>
        </pc:spChg>
        <pc:spChg chg="add mod">
          <ac:chgData name="Summaid Umer Khan" userId="33f51f7858fad23e" providerId="LiveId" clId="{0FDC9214-4CD0-46DF-BAB1-E8A2D75C6031}" dt="2024-08-21T07:40:26.322" v="384" actId="20577"/>
          <ac:spMkLst>
            <pc:docMk/>
            <pc:sldMk cId="3729212965" sldId="261"/>
            <ac:spMk id="14" creationId="{CE6719C2-BC87-C0B3-4ACF-56B44B7C8C67}"/>
          </ac:spMkLst>
        </pc:spChg>
        <pc:cxnChg chg="add mod">
          <ac:chgData name="Summaid Umer Khan" userId="33f51f7858fad23e" providerId="LiveId" clId="{0FDC9214-4CD0-46DF-BAB1-E8A2D75C6031}" dt="2024-08-21T07:39:05.921" v="356" actId="14100"/>
          <ac:cxnSpMkLst>
            <pc:docMk/>
            <pc:sldMk cId="3729212965" sldId="261"/>
            <ac:cxnSpMk id="5" creationId="{A7A0EB78-11A1-757C-332F-DDCAE75F26C6}"/>
          </ac:cxnSpMkLst>
        </pc:cxnChg>
        <pc:cxnChg chg="add">
          <ac:chgData name="Summaid Umer Khan" userId="33f51f7858fad23e" providerId="LiveId" clId="{0FDC9214-4CD0-46DF-BAB1-E8A2D75C6031}" dt="2024-08-21T07:39:23.450" v="357" actId="11529"/>
          <ac:cxnSpMkLst>
            <pc:docMk/>
            <pc:sldMk cId="3729212965" sldId="261"/>
            <ac:cxnSpMk id="8" creationId="{1E8F9DF4-1DDA-D9A5-2F31-20F46270BC5D}"/>
          </ac:cxnSpMkLst>
        </pc:cxnChg>
        <pc:cxnChg chg="add">
          <ac:chgData name="Summaid Umer Khan" userId="33f51f7858fad23e" providerId="LiveId" clId="{0FDC9214-4CD0-46DF-BAB1-E8A2D75C6031}" dt="2024-08-21T07:39:59.518" v="370" actId="11529"/>
          <ac:cxnSpMkLst>
            <pc:docMk/>
            <pc:sldMk cId="3729212965" sldId="261"/>
            <ac:cxnSpMk id="11" creationId="{054625C1-2E52-FF94-E0CB-47B145FEAAF7}"/>
          </ac:cxnSpMkLst>
        </pc:cxnChg>
        <pc:cxnChg chg="add">
          <ac:chgData name="Summaid Umer Khan" userId="33f51f7858fad23e" providerId="LiveId" clId="{0FDC9214-4CD0-46DF-BAB1-E8A2D75C6031}" dt="2024-08-21T07:40:14.018" v="371" actId="11529"/>
          <ac:cxnSpMkLst>
            <pc:docMk/>
            <pc:sldMk cId="3729212965" sldId="261"/>
            <ac:cxnSpMk id="13" creationId="{7C825577-4FB4-E326-2DB6-26460FAF48F0}"/>
          </ac:cxnSpMkLst>
        </pc:cxnChg>
      </pc:sldChg>
      <pc:sldChg chg="addSp delSp modSp new mod setBg">
        <pc:chgData name="Summaid Umer Khan" userId="33f51f7858fad23e" providerId="LiveId" clId="{0FDC9214-4CD0-46DF-BAB1-E8A2D75C6031}" dt="2024-08-21T08:06:29.785" v="449" actId="20577"/>
        <pc:sldMkLst>
          <pc:docMk/>
          <pc:sldMk cId="482361355" sldId="262"/>
        </pc:sldMkLst>
        <pc:spChg chg="mod">
          <ac:chgData name="Summaid Umer Khan" userId="33f51f7858fad23e" providerId="LiveId" clId="{0FDC9214-4CD0-46DF-BAB1-E8A2D75C6031}" dt="2024-08-21T08:06:29.785" v="449" actId="20577"/>
          <ac:spMkLst>
            <pc:docMk/>
            <pc:sldMk cId="482361355" sldId="262"/>
            <ac:spMk id="2" creationId="{1E379F20-EA90-9CA9-FFAE-E1539822DE63}"/>
          </ac:spMkLst>
        </pc:spChg>
        <pc:spChg chg="del">
          <ac:chgData name="Summaid Umer Khan" userId="33f51f7858fad23e" providerId="LiveId" clId="{0FDC9214-4CD0-46DF-BAB1-E8A2D75C6031}" dt="2024-08-21T08:04:39.437" v="387" actId="931"/>
          <ac:spMkLst>
            <pc:docMk/>
            <pc:sldMk cId="482361355" sldId="262"/>
            <ac:spMk id="3" creationId="{E6EE80DE-1DDF-0E14-C675-7BD505DBC273}"/>
          </ac:spMkLst>
        </pc:spChg>
        <pc:spChg chg="add del">
          <ac:chgData name="Summaid Umer Khan" userId="33f51f7858fad23e" providerId="LiveId" clId="{0FDC9214-4CD0-46DF-BAB1-E8A2D75C6031}" dt="2024-08-21T08:05:43.814" v="400" actId="26606"/>
          <ac:spMkLst>
            <pc:docMk/>
            <pc:sldMk cId="482361355" sldId="262"/>
            <ac:spMk id="12" creationId="{022BDE4A-8A20-4A69-9C5A-581C82036A4D}"/>
          </ac:spMkLst>
        </pc:spChg>
        <pc:spChg chg="add del">
          <ac:chgData name="Summaid Umer Khan" userId="33f51f7858fad23e" providerId="LiveId" clId="{0FDC9214-4CD0-46DF-BAB1-E8A2D75C6031}" dt="2024-08-21T08:05:43.810" v="399" actId="26606"/>
          <ac:spMkLst>
            <pc:docMk/>
            <pc:sldMk cId="482361355" sldId="262"/>
            <ac:spMk id="16" creationId="{1C94F195-7867-1258-F1C5-7C0BA99BA09D}"/>
          </ac:spMkLst>
        </pc:spChg>
        <pc:spChg chg="add">
          <ac:chgData name="Summaid Umer Khan" userId="33f51f7858fad23e" providerId="LiveId" clId="{0FDC9214-4CD0-46DF-BAB1-E8A2D75C6031}" dt="2024-08-21T08:05:43.814" v="400" actId="26606"/>
          <ac:spMkLst>
            <pc:docMk/>
            <pc:sldMk cId="482361355" sldId="262"/>
            <ac:spMk id="17" creationId="{70155189-D96C-4527-B0EC-654B946BE615}"/>
          </ac:spMkLst>
        </pc:spChg>
        <pc:spChg chg="add del">
          <ac:chgData name="Summaid Umer Khan" userId="33f51f7858fad23e" providerId="LiveId" clId="{0FDC9214-4CD0-46DF-BAB1-E8A2D75C6031}" dt="2024-08-21T08:05:43.810" v="399" actId="26606"/>
          <ac:spMkLst>
            <pc:docMk/>
            <pc:sldMk cId="482361355" sldId="262"/>
            <ac:spMk id="19" creationId="{114C78B5-EC6B-4A39-8860-705100867457}"/>
          </ac:spMkLst>
        </pc:spChg>
        <pc:grpChg chg="add del">
          <ac:chgData name="Summaid Umer Khan" userId="33f51f7858fad23e" providerId="LiveId" clId="{0FDC9214-4CD0-46DF-BAB1-E8A2D75C6031}" dt="2024-08-21T08:05:43.810" v="399" actId="26606"/>
          <ac:grpSpMkLst>
            <pc:docMk/>
            <pc:sldMk cId="482361355" sldId="262"/>
            <ac:grpSpMk id="21" creationId="{A50943B0-FDF7-4C2C-B784-9208C945A8C3}"/>
          </ac:grpSpMkLst>
        </pc:grpChg>
        <pc:picChg chg="add mod ord">
          <ac:chgData name="Summaid Umer Khan" userId="33f51f7858fad23e" providerId="LiveId" clId="{0FDC9214-4CD0-46DF-BAB1-E8A2D75C6031}" dt="2024-08-21T08:05:55.053" v="403" actId="14100"/>
          <ac:picMkLst>
            <pc:docMk/>
            <pc:sldMk cId="482361355" sldId="262"/>
            <ac:picMk id="5" creationId="{AFBBDD83-80FE-6D04-272C-C0E109B7DE21}"/>
          </ac:picMkLst>
        </pc:picChg>
        <pc:picChg chg="add mod ord">
          <ac:chgData name="Summaid Umer Khan" userId="33f51f7858fad23e" providerId="LiveId" clId="{0FDC9214-4CD0-46DF-BAB1-E8A2D75C6031}" dt="2024-08-21T08:05:47.968" v="401" actId="14100"/>
          <ac:picMkLst>
            <pc:docMk/>
            <pc:sldMk cId="482361355" sldId="262"/>
            <ac:picMk id="7" creationId="{4226817B-890D-3973-B5BA-84AE965A2EE9}"/>
          </ac:picMkLst>
        </pc:picChg>
        <pc:picChg chg="add mod">
          <ac:chgData name="Summaid Umer Khan" userId="33f51f7858fad23e" providerId="LiveId" clId="{0FDC9214-4CD0-46DF-BAB1-E8A2D75C6031}" dt="2024-08-21T08:05:51.633" v="402" actId="14100"/>
          <ac:picMkLst>
            <pc:docMk/>
            <pc:sldMk cId="482361355" sldId="262"/>
            <ac:picMk id="9" creationId="{20C2916B-B21E-7C84-B100-D3F985FFF1FB}"/>
          </ac:picMkLst>
        </pc:picChg>
      </pc:sldChg>
      <pc:sldChg chg="addSp delSp modSp add mod">
        <pc:chgData name="Summaid Umer Khan" userId="33f51f7858fad23e" providerId="LiveId" clId="{0FDC9214-4CD0-46DF-BAB1-E8A2D75C6031}" dt="2024-08-21T09:08:04.126" v="539"/>
        <pc:sldMkLst>
          <pc:docMk/>
          <pc:sldMk cId="2882757550" sldId="263"/>
        </pc:sldMkLst>
        <pc:spChg chg="add mod">
          <ac:chgData name="Summaid Umer Khan" userId="33f51f7858fad23e" providerId="LiveId" clId="{0FDC9214-4CD0-46DF-BAB1-E8A2D75C6031}" dt="2024-08-21T08:08:45.218" v="502" actId="14100"/>
          <ac:spMkLst>
            <pc:docMk/>
            <pc:sldMk cId="2882757550" sldId="263"/>
            <ac:spMk id="3" creationId="{F04340C7-C6A9-78E6-413E-DFF340C71ACB}"/>
          </ac:spMkLst>
        </pc:spChg>
        <pc:spChg chg="add mod">
          <ac:chgData name="Summaid Umer Khan" userId="33f51f7858fad23e" providerId="LiveId" clId="{0FDC9214-4CD0-46DF-BAB1-E8A2D75C6031}" dt="2024-08-21T09:06:03.345" v="520" actId="20577"/>
          <ac:spMkLst>
            <pc:docMk/>
            <pc:sldMk cId="2882757550" sldId="263"/>
            <ac:spMk id="4" creationId="{E6B97F0C-E7F2-D36E-094E-DD9E5DE5B453}"/>
          </ac:spMkLst>
        </pc:spChg>
        <pc:spChg chg="add del mod">
          <ac:chgData name="Summaid Umer Khan" userId="33f51f7858fad23e" providerId="LiveId" clId="{0FDC9214-4CD0-46DF-BAB1-E8A2D75C6031}" dt="2024-08-21T09:08:04.126" v="539"/>
          <ac:spMkLst>
            <pc:docMk/>
            <pc:sldMk cId="2882757550" sldId="263"/>
            <ac:spMk id="6" creationId="{A3AD7FBD-80FB-E5D4-E6CD-B41CA1497FB1}"/>
          </ac:spMkLst>
        </pc:spChg>
        <pc:spChg chg="add mod">
          <ac:chgData name="Summaid Umer Khan" userId="33f51f7858fad23e" providerId="LiveId" clId="{0FDC9214-4CD0-46DF-BAB1-E8A2D75C6031}" dt="2024-08-21T09:07:53.837" v="536" actId="20577"/>
          <ac:spMkLst>
            <pc:docMk/>
            <pc:sldMk cId="2882757550" sldId="263"/>
            <ac:spMk id="8" creationId="{8541B59B-EDD2-597C-1E07-71EF0DE1AEB1}"/>
          </ac:spMkLst>
        </pc:spChg>
      </pc:sldChg>
      <pc:sldChg chg="addSp delSp modSp new mod">
        <pc:chgData name="Summaid Umer Khan" userId="33f51f7858fad23e" providerId="LiveId" clId="{0FDC9214-4CD0-46DF-BAB1-E8A2D75C6031}" dt="2024-08-21T09:21:42.268" v="797"/>
        <pc:sldMkLst>
          <pc:docMk/>
          <pc:sldMk cId="3938751492" sldId="264"/>
        </pc:sldMkLst>
        <pc:spChg chg="del mod">
          <ac:chgData name="Summaid Umer Khan" userId="33f51f7858fad23e" providerId="LiveId" clId="{0FDC9214-4CD0-46DF-BAB1-E8A2D75C6031}" dt="2024-08-21T09:17:40.070" v="754" actId="478"/>
          <ac:spMkLst>
            <pc:docMk/>
            <pc:sldMk cId="3938751492" sldId="264"/>
            <ac:spMk id="2" creationId="{FDBDE7E4-7865-8679-A134-B0662A636CFF}"/>
          </ac:spMkLst>
        </pc:spChg>
        <pc:spChg chg="mod">
          <ac:chgData name="Summaid Umer Khan" userId="33f51f7858fad23e" providerId="LiveId" clId="{0FDC9214-4CD0-46DF-BAB1-E8A2D75C6031}" dt="2024-08-21T09:21:07.750" v="794" actId="255"/>
          <ac:spMkLst>
            <pc:docMk/>
            <pc:sldMk cId="3938751492" sldId="264"/>
            <ac:spMk id="3" creationId="{6E30AFB0-8CBA-21ED-20AE-22AA9BFA3E0E}"/>
          </ac:spMkLst>
        </pc:spChg>
        <pc:spChg chg="add del mod">
          <ac:chgData name="Summaid Umer Khan" userId="33f51f7858fad23e" providerId="LiveId" clId="{0FDC9214-4CD0-46DF-BAB1-E8A2D75C6031}" dt="2024-08-21T09:11:09.346" v="710" actId="478"/>
          <ac:spMkLst>
            <pc:docMk/>
            <pc:sldMk cId="3938751492" sldId="264"/>
            <ac:spMk id="4" creationId="{1D1DD47D-8B10-9698-178C-ED44D9633857}"/>
          </ac:spMkLst>
        </pc:spChg>
        <pc:spChg chg="add del mod">
          <ac:chgData name="Summaid Umer Khan" userId="33f51f7858fad23e" providerId="LiveId" clId="{0FDC9214-4CD0-46DF-BAB1-E8A2D75C6031}" dt="2024-08-21T09:17:43.497" v="755" actId="478"/>
          <ac:spMkLst>
            <pc:docMk/>
            <pc:sldMk cId="3938751492" sldId="264"/>
            <ac:spMk id="6" creationId="{406818BA-21C2-70ED-D5B8-9AC3FC896B84}"/>
          </ac:spMkLst>
        </pc:spChg>
        <pc:grpChg chg="mod">
          <ac:chgData name="Summaid Umer Khan" userId="33f51f7858fad23e" providerId="LiveId" clId="{0FDC9214-4CD0-46DF-BAB1-E8A2D75C6031}" dt="2024-08-21T09:20:36.537" v="778"/>
          <ac:grpSpMkLst>
            <pc:docMk/>
            <pc:sldMk cId="3938751492" sldId="264"/>
            <ac:grpSpMk id="20" creationId="{D160DFD9-B4EC-EB6C-59C2-A0D4EB1480F9}"/>
          </ac:grpSpMkLst>
        </pc:grpChg>
        <pc:grpChg chg="mod">
          <ac:chgData name="Summaid Umer Khan" userId="33f51f7858fad23e" providerId="LiveId" clId="{0FDC9214-4CD0-46DF-BAB1-E8A2D75C6031}" dt="2024-08-21T09:21:42.268" v="797"/>
          <ac:grpSpMkLst>
            <pc:docMk/>
            <pc:sldMk cId="3938751492" sldId="264"/>
            <ac:grpSpMk id="23" creationId="{86CF59CF-9408-DF33-F21A-C1F48DF1301A}"/>
          </ac:grpSpMkLst>
        </pc:grpChg>
        <pc:inkChg chg="add del">
          <ac:chgData name="Summaid Umer Khan" userId="33f51f7858fad23e" providerId="LiveId" clId="{0FDC9214-4CD0-46DF-BAB1-E8A2D75C6031}" dt="2024-08-21T09:18:37.252" v="762" actId="9405"/>
          <ac:inkMkLst>
            <pc:docMk/>
            <pc:sldMk cId="3938751492" sldId="264"/>
            <ac:inkMk id="7" creationId="{8DD6BC44-2A2A-5483-A7D6-3F1664E1AE00}"/>
          </ac:inkMkLst>
        </pc:inkChg>
        <pc:inkChg chg="add del">
          <ac:chgData name="Summaid Umer Khan" userId="33f51f7858fad23e" providerId="LiveId" clId="{0FDC9214-4CD0-46DF-BAB1-E8A2D75C6031}" dt="2024-08-21T09:18:36.593" v="761" actId="9405"/>
          <ac:inkMkLst>
            <pc:docMk/>
            <pc:sldMk cId="3938751492" sldId="264"/>
            <ac:inkMk id="8" creationId="{B0ECDF6A-1B0F-CAFB-B52B-4A59F04229CD}"/>
          </ac:inkMkLst>
        </pc:inkChg>
        <pc:inkChg chg="add del">
          <ac:chgData name="Summaid Umer Khan" userId="33f51f7858fad23e" providerId="LiveId" clId="{0FDC9214-4CD0-46DF-BAB1-E8A2D75C6031}" dt="2024-08-21T09:20:42.410" v="788" actId="9405"/>
          <ac:inkMkLst>
            <pc:docMk/>
            <pc:sldMk cId="3938751492" sldId="264"/>
            <ac:inkMk id="9" creationId="{DF30B637-C734-79FF-2043-4142154AEED8}"/>
          </ac:inkMkLst>
        </pc:inkChg>
        <pc:inkChg chg="add del">
          <ac:chgData name="Summaid Umer Khan" userId="33f51f7858fad23e" providerId="LiveId" clId="{0FDC9214-4CD0-46DF-BAB1-E8A2D75C6031}" dt="2024-08-21T09:20:42.184" v="787" actId="9405"/>
          <ac:inkMkLst>
            <pc:docMk/>
            <pc:sldMk cId="3938751492" sldId="264"/>
            <ac:inkMk id="10" creationId="{70361404-1FA2-3A22-65A6-BF9156A3F213}"/>
          </ac:inkMkLst>
        </pc:inkChg>
        <pc:inkChg chg="add del">
          <ac:chgData name="Summaid Umer Khan" userId="33f51f7858fad23e" providerId="LiveId" clId="{0FDC9214-4CD0-46DF-BAB1-E8A2D75C6031}" dt="2024-08-21T09:20:41.943" v="786" actId="9405"/>
          <ac:inkMkLst>
            <pc:docMk/>
            <pc:sldMk cId="3938751492" sldId="264"/>
            <ac:inkMk id="11" creationId="{16606F36-A1E7-0AD9-0790-D713C1EF098C}"/>
          </ac:inkMkLst>
        </pc:inkChg>
        <pc:inkChg chg="add del">
          <ac:chgData name="Summaid Umer Khan" userId="33f51f7858fad23e" providerId="LiveId" clId="{0FDC9214-4CD0-46DF-BAB1-E8A2D75C6031}" dt="2024-08-21T09:20:41.734" v="785" actId="9405"/>
          <ac:inkMkLst>
            <pc:docMk/>
            <pc:sldMk cId="3938751492" sldId="264"/>
            <ac:inkMk id="12" creationId="{925C0DC4-19BB-C817-CFD2-FAF8C9814D5A}"/>
          </ac:inkMkLst>
        </pc:inkChg>
        <pc:inkChg chg="add del">
          <ac:chgData name="Summaid Umer Khan" userId="33f51f7858fad23e" providerId="LiveId" clId="{0FDC9214-4CD0-46DF-BAB1-E8A2D75C6031}" dt="2024-08-21T09:20:41.540" v="784" actId="9405"/>
          <ac:inkMkLst>
            <pc:docMk/>
            <pc:sldMk cId="3938751492" sldId="264"/>
            <ac:inkMk id="13" creationId="{703165A1-F817-EF7D-61F4-A4D0011323CB}"/>
          </ac:inkMkLst>
        </pc:inkChg>
        <pc:inkChg chg="add del">
          <ac:chgData name="Summaid Umer Khan" userId="33f51f7858fad23e" providerId="LiveId" clId="{0FDC9214-4CD0-46DF-BAB1-E8A2D75C6031}" dt="2024-08-21T09:20:41.331" v="783" actId="9405"/>
          <ac:inkMkLst>
            <pc:docMk/>
            <pc:sldMk cId="3938751492" sldId="264"/>
            <ac:inkMk id="14" creationId="{EB332D42-E664-CC35-87E7-B3719F71F764}"/>
          </ac:inkMkLst>
        </pc:inkChg>
        <pc:inkChg chg="add del">
          <ac:chgData name="Summaid Umer Khan" userId="33f51f7858fad23e" providerId="LiveId" clId="{0FDC9214-4CD0-46DF-BAB1-E8A2D75C6031}" dt="2024-08-21T09:20:40.802" v="782" actId="9405"/>
          <ac:inkMkLst>
            <pc:docMk/>
            <pc:sldMk cId="3938751492" sldId="264"/>
            <ac:inkMk id="15" creationId="{BC7E6E32-AA20-E422-6F38-D2AB5C0DEAFB}"/>
          </ac:inkMkLst>
        </pc:inkChg>
        <pc:inkChg chg="add del mod">
          <ac:chgData name="Summaid Umer Khan" userId="33f51f7858fad23e" providerId="LiveId" clId="{0FDC9214-4CD0-46DF-BAB1-E8A2D75C6031}" dt="2024-08-21T09:20:37.760" v="781" actId="9405"/>
          <ac:inkMkLst>
            <pc:docMk/>
            <pc:sldMk cId="3938751492" sldId="264"/>
            <ac:inkMk id="16" creationId="{036E83E7-66A7-D702-1FFF-C1C70595594F}"/>
          </ac:inkMkLst>
        </pc:inkChg>
        <pc:inkChg chg="add del mod">
          <ac:chgData name="Summaid Umer Khan" userId="33f51f7858fad23e" providerId="LiveId" clId="{0FDC9214-4CD0-46DF-BAB1-E8A2D75C6031}" dt="2024-08-21T09:20:37.323" v="780" actId="9405"/>
          <ac:inkMkLst>
            <pc:docMk/>
            <pc:sldMk cId="3938751492" sldId="264"/>
            <ac:inkMk id="17" creationId="{4FE25789-BB59-EC00-E122-97D0776159A3}"/>
          </ac:inkMkLst>
        </pc:inkChg>
        <pc:inkChg chg="add del mod">
          <ac:chgData name="Summaid Umer Khan" userId="33f51f7858fad23e" providerId="LiveId" clId="{0FDC9214-4CD0-46DF-BAB1-E8A2D75C6031}" dt="2024-08-21T09:20:36.872" v="779" actId="9405"/>
          <ac:inkMkLst>
            <pc:docMk/>
            <pc:sldMk cId="3938751492" sldId="264"/>
            <ac:inkMk id="18" creationId="{6A1C1041-8975-9B8F-0442-8F0A3BF374CB}"/>
          </ac:inkMkLst>
        </pc:inkChg>
        <pc:inkChg chg="add del mod">
          <ac:chgData name="Summaid Umer Khan" userId="33f51f7858fad23e" providerId="LiveId" clId="{0FDC9214-4CD0-46DF-BAB1-E8A2D75C6031}" dt="2024-08-21T09:20:36.537" v="778"/>
          <ac:inkMkLst>
            <pc:docMk/>
            <pc:sldMk cId="3938751492" sldId="264"/>
            <ac:inkMk id="19" creationId="{53BD4376-9CBA-F640-5976-12D30C502DEB}"/>
          </ac:inkMkLst>
        </pc:inkChg>
        <pc:inkChg chg="add mod">
          <ac:chgData name="Summaid Umer Khan" userId="33f51f7858fad23e" providerId="LiveId" clId="{0FDC9214-4CD0-46DF-BAB1-E8A2D75C6031}" dt="2024-08-21T09:21:42.268" v="797"/>
          <ac:inkMkLst>
            <pc:docMk/>
            <pc:sldMk cId="3938751492" sldId="264"/>
            <ac:inkMk id="21" creationId="{208AC674-EF67-9590-71C6-4A74140A1EF0}"/>
          </ac:inkMkLst>
        </pc:inkChg>
        <pc:inkChg chg="add mod">
          <ac:chgData name="Summaid Umer Khan" userId="33f51f7858fad23e" providerId="LiveId" clId="{0FDC9214-4CD0-46DF-BAB1-E8A2D75C6031}" dt="2024-08-21T09:21:42.268" v="797"/>
          <ac:inkMkLst>
            <pc:docMk/>
            <pc:sldMk cId="3938751492" sldId="264"/>
            <ac:inkMk id="22" creationId="{11DCCE60-A010-9E7B-19A4-579EC7F9FFD5}"/>
          </ac:inkMkLst>
        </pc:inkChg>
      </pc:sldChg>
      <pc:sldChg chg="addSp delSp modSp new del mod">
        <pc:chgData name="Summaid Umer Khan" userId="33f51f7858fad23e" providerId="LiveId" clId="{0FDC9214-4CD0-46DF-BAB1-E8A2D75C6031}" dt="2024-08-21T09:24:51.840" v="879" actId="47"/>
        <pc:sldMkLst>
          <pc:docMk/>
          <pc:sldMk cId="3666336595" sldId="265"/>
        </pc:sldMkLst>
        <pc:spChg chg="mod">
          <ac:chgData name="Summaid Umer Khan" userId="33f51f7858fad23e" providerId="LiveId" clId="{0FDC9214-4CD0-46DF-BAB1-E8A2D75C6031}" dt="2024-08-21T09:22:55.648" v="862" actId="20577"/>
          <ac:spMkLst>
            <pc:docMk/>
            <pc:sldMk cId="3666336595" sldId="265"/>
            <ac:spMk id="2" creationId="{51050CF3-A1A6-51BB-D86C-322D5A31A4C7}"/>
          </ac:spMkLst>
        </pc:spChg>
        <pc:spChg chg="del">
          <ac:chgData name="Summaid Umer Khan" userId="33f51f7858fad23e" providerId="LiveId" clId="{0FDC9214-4CD0-46DF-BAB1-E8A2D75C6031}" dt="2024-08-21T09:23:07.784" v="863" actId="3680"/>
          <ac:spMkLst>
            <pc:docMk/>
            <pc:sldMk cId="3666336595" sldId="265"/>
            <ac:spMk id="3" creationId="{0FEAB5BD-CFEF-82B1-BA4B-89DA1742514F}"/>
          </ac:spMkLst>
        </pc:spChg>
        <pc:grpChg chg="mod">
          <ac:chgData name="Summaid Umer Khan" userId="33f51f7858fad23e" providerId="LiveId" clId="{0FDC9214-4CD0-46DF-BAB1-E8A2D75C6031}" dt="2024-08-21T09:22:20.268" v="805"/>
          <ac:grpSpMkLst>
            <pc:docMk/>
            <pc:sldMk cId="3666336595" sldId="265"/>
            <ac:grpSpMk id="10" creationId="{F614821A-F719-53EB-FDC7-CAF32193EA72}"/>
          </ac:grpSpMkLst>
        </pc:grpChg>
        <pc:grpChg chg="mod">
          <ac:chgData name="Summaid Umer Khan" userId="33f51f7858fad23e" providerId="LiveId" clId="{0FDC9214-4CD0-46DF-BAB1-E8A2D75C6031}" dt="2024-08-21T09:22:22.089" v="812"/>
          <ac:grpSpMkLst>
            <pc:docMk/>
            <pc:sldMk cId="3666336595" sldId="265"/>
            <ac:grpSpMk id="14" creationId="{50FBE29A-00EB-78F0-A8F0-67692273564C}"/>
          </ac:grpSpMkLst>
        </pc:grpChg>
        <pc:graphicFrameChg chg="add mod ord modGraphic">
          <ac:chgData name="Summaid Umer Khan" userId="33f51f7858fad23e" providerId="LiveId" clId="{0FDC9214-4CD0-46DF-BAB1-E8A2D75C6031}" dt="2024-08-21T09:23:52.819" v="878" actId="20577"/>
          <ac:graphicFrameMkLst>
            <pc:docMk/>
            <pc:sldMk cId="3666336595" sldId="265"/>
            <ac:graphicFrameMk id="15" creationId="{ABD5AA6C-283E-E57C-60B3-A4A97A1315DA}"/>
          </ac:graphicFrameMkLst>
        </pc:graphicFrameChg>
        <pc:inkChg chg="add">
          <ac:chgData name="Summaid Umer Khan" userId="33f51f7858fad23e" providerId="LiveId" clId="{0FDC9214-4CD0-46DF-BAB1-E8A2D75C6031}" dt="2024-08-21T09:22:03.221" v="799" actId="9405"/>
          <ac:inkMkLst>
            <pc:docMk/>
            <pc:sldMk cId="3666336595" sldId="265"/>
            <ac:inkMk id="4" creationId="{A4400165-3160-0BEB-5A64-5C383A404A27}"/>
          </ac:inkMkLst>
        </pc:inkChg>
        <pc:inkChg chg="add">
          <ac:chgData name="Summaid Umer Khan" userId="33f51f7858fad23e" providerId="LiveId" clId="{0FDC9214-4CD0-46DF-BAB1-E8A2D75C6031}" dt="2024-08-21T09:22:05.592" v="800" actId="9405"/>
          <ac:inkMkLst>
            <pc:docMk/>
            <pc:sldMk cId="3666336595" sldId="265"/>
            <ac:inkMk id="5" creationId="{881A2D2E-456C-66DA-4F43-D6059E488E63}"/>
          </ac:inkMkLst>
        </pc:inkChg>
        <pc:inkChg chg="add">
          <ac:chgData name="Summaid Umer Khan" userId="33f51f7858fad23e" providerId="LiveId" clId="{0FDC9214-4CD0-46DF-BAB1-E8A2D75C6031}" dt="2024-08-21T09:22:13.252" v="801" actId="9405"/>
          <ac:inkMkLst>
            <pc:docMk/>
            <pc:sldMk cId="3666336595" sldId="265"/>
            <ac:inkMk id="6" creationId="{BA00BDB1-D35A-6DC7-09E1-31E47AD1A22B}"/>
          </ac:inkMkLst>
        </pc:inkChg>
        <pc:inkChg chg="add">
          <ac:chgData name="Summaid Umer Khan" userId="33f51f7858fad23e" providerId="LiveId" clId="{0FDC9214-4CD0-46DF-BAB1-E8A2D75C6031}" dt="2024-08-21T09:22:18.011" v="802" actId="9405"/>
          <ac:inkMkLst>
            <pc:docMk/>
            <pc:sldMk cId="3666336595" sldId="265"/>
            <ac:inkMk id="7" creationId="{50D4B7D0-E01A-DA98-7CE2-7347DC7C7FD1}"/>
          </ac:inkMkLst>
        </pc:inkChg>
        <pc:inkChg chg="add mod">
          <ac:chgData name="Summaid Umer Khan" userId="33f51f7858fad23e" providerId="LiveId" clId="{0FDC9214-4CD0-46DF-BAB1-E8A2D75C6031}" dt="2024-08-21T09:22:20.268" v="805"/>
          <ac:inkMkLst>
            <pc:docMk/>
            <pc:sldMk cId="3666336595" sldId="265"/>
            <ac:inkMk id="8" creationId="{D000E8C9-48FA-EFC5-D503-1BEEF4339F1C}"/>
          </ac:inkMkLst>
        </pc:inkChg>
        <pc:inkChg chg="add mod">
          <ac:chgData name="Summaid Umer Khan" userId="33f51f7858fad23e" providerId="LiveId" clId="{0FDC9214-4CD0-46DF-BAB1-E8A2D75C6031}" dt="2024-08-21T09:22:20.268" v="805"/>
          <ac:inkMkLst>
            <pc:docMk/>
            <pc:sldMk cId="3666336595" sldId="265"/>
            <ac:inkMk id="9" creationId="{E59D5AAB-B458-D70D-67C9-286FFBBF51D0}"/>
          </ac:inkMkLst>
        </pc:inkChg>
        <pc:inkChg chg="add mod">
          <ac:chgData name="Summaid Umer Khan" userId="33f51f7858fad23e" providerId="LiveId" clId="{0FDC9214-4CD0-46DF-BAB1-E8A2D75C6031}" dt="2024-08-21T09:22:22.089" v="812"/>
          <ac:inkMkLst>
            <pc:docMk/>
            <pc:sldMk cId="3666336595" sldId="265"/>
            <ac:inkMk id="11" creationId="{AD798776-C530-91B3-8AFD-30726F963F18}"/>
          </ac:inkMkLst>
        </pc:inkChg>
        <pc:inkChg chg="add mod">
          <ac:chgData name="Summaid Umer Khan" userId="33f51f7858fad23e" providerId="LiveId" clId="{0FDC9214-4CD0-46DF-BAB1-E8A2D75C6031}" dt="2024-08-21T09:22:22.089" v="812"/>
          <ac:inkMkLst>
            <pc:docMk/>
            <pc:sldMk cId="3666336595" sldId="265"/>
            <ac:inkMk id="12" creationId="{75D3899A-B5D3-9704-8CF0-A033AA1643EA}"/>
          </ac:inkMkLst>
        </pc:inkChg>
        <pc:inkChg chg="add mod">
          <ac:chgData name="Summaid Umer Khan" userId="33f51f7858fad23e" providerId="LiveId" clId="{0FDC9214-4CD0-46DF-BAB1-E8A2D75C6031}" dt="2024-08-21T09:22:22.089" v="812"/>
          <ac:inkMkLst>
            <pc:docMk/>
            <pc:sldMk cId="3666336595" sldId="265"/>
            <ac:inkMk id="13" creationId="{0C21CBD7-3792-09BC-1A3A-2D4DCEB41FA2}"/>
          </ac:inkMkLst>
        </pc:inkChg>
      </pc:sldChg>
      <pc:sldChg chg="new del">
        <pc:chgData name="Summaid Umer Khan" userId="33f51f7858fad23e" providerId="LiveId" clId="{0FDC9214-4CD0-46DF-BAB1-E8A2D75C6031}" dt="2024-08-22T08:51:31.708" v="892" actId="47"/>
        <pc:sldMkLst>
          <pc:docMk/>
          <pc:sldMk cId="4277772914" sldId="26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1T09:21:38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24575,'28'397'0,"5"-55"0,11 83 0,-36-377 0,3 24 0,2 73 0,-11 614 0,-4-371 0,2 887 0,1-1238 0,10 54 0,-6-69 0,-2 1 0,0-1 0,-2 1 0,0 0 0,-2 0 0,-6 42 0,-3-2 0,3 0 0,2 0 0,7 115 0,1-54 0,-3 560 0,-1-681 0,1 1 0,0 0 0,1 0 0,-1 0 0,1-1 0,-1 1 0,1 0 0,0 0 0,1-1 0,-1 1 0,1-1 0,-1 1 0,1-1 0,2 3 0,-1-3 0,-1-1 0,1 1 0,0-1 0,0 0 0,0 0 0,0 0 0,0-1 0,1 1 0,-1-1 0,0 0 0,1 0 0,-1 0 0,1 0 0,0-1 0,4 1 0,52 4 0,-1-3 0,63-7 0,45 2 0,1 16 0,37 1 0,463-32 0,-429 0 0,255-29 0,-77 5 0,-113 14 0,248-22 0,241-31 0,-384 23 0,332-49 0,-667 97 0,136 2 0,72 23 0,-107-4 0,431-6 0,-329-8 0,115 38 0,-264-19 0,-49-11-19,88-4-1,-78-2-1306,-65 1-5500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1T09:21:41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5373 24575,'198'-154'0,"-170"134"0,249-177-1211,611-392-5229,33 9 7088,-230 147-799,-452 278 334,337-199 407,320-195-590,-319 126 2628,-26-30 241,-142 125-1916,20 25-1067,-125 91 159,-132 88-45,336-227 0,-388 265 0,-62 43 0,-42 32-1365,-2 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2D3E-1788-2FCE-7AEA-6B2C4C68A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64566-38C9-D81F-69D1-D7C41A158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1D23E-1C1F-2B49-01E4-E89CEDF2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C2CF-7418-F6F0-5084-14B0F98D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708B7-465F-B142-3E50-D03089BB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378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7C4D-44E9-DAD5-AF6D-70D599FB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4149-E493-1ADB-940C-6610D2089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56BD8-6F94-53F8-1756-F85C2EF4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5BCE-6106-E8D8-6ACD-A2AFC214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20A02-C4C8-454E-9D5A-A24F73E3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957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9A9F-A3FC-1874-8070-9118285E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35E87-EF79-AF3A-C5C7-B29262BA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C658-F673-94E4-2943-83A51A9D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10D5-4E72-8399-4C73-1188AAF2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C4318-C663-7405-83B6-7F8DBD83E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722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06AF-27F1-CF1B-2062-20587D94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4E76A-C98B-75F8-CD8C-370300AC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92248-C7C9-5BB1-2245-834A6D535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00F32-477A-E4B2-BA78-FF5FB960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5CCE2-CD58-866C-25F8-1BA5F321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442C3-5904-0132-D482-300A2A57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233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C2EE-7912-7A86-B3E4-EFE14DCB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5926-8F70-C508-E488-9E5CE40EC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82BEA-B416-0270-3A2F-549ACE2F5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4764D-6749-DB0C-2F12-D4B171AB5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F7D65-3A48-D999-DD58-160804DB1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23695-7EAA-31A9-64CF-D7728B76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3B67B-E5BB-AFF2-DD47-4E0167C9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9EEE2-D32F-A104-FD52-5FADB90B3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60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2212-0B2E-B9E5-1437-EBD75099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8B207-47FA-E88A-1027-BBB9691C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8BE67-302E-2665-D012-6ACCFA4A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15BB-A6EC-A215-9C54-28A913AF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803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F52BE-1FBA-AD27-4BB3-E2EC97E2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4C279-BFD7-EADF-CDDA-0D2A905B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CA3E6-934B-E6A0-1311-5317C7DE1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659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1B0C-BAF8-08C5-2457-92BB877E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C5A43-8D6B-59C6-6A7A-57230F5C6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EA17B-824C-C301-38BB-BACC2454B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E0E9A-DB4E-D9B4-4EFA-8CF2F770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ACD2-FF09-589F-B290-EDD96A40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A9D46-BE40-76C3-54B8-CDF733BB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661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9148-36FB-6591-CAA4-9412BA3C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B0A78-69E7-E8A0-1D70-1ECC40DD5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44AAB-BBE9-0663-964E-116E56C84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88E58-172B-91ED-7ED2-26F926C3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B5CE6-6E45-BAF4-DA81-33F381FF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E88C5-4F5D-2699-CFDD-4F61CA86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683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9A46-2D4C-DE63-39B3-996BEB53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9EEA0-04B4-1602-8345-19C0A52E0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6362-5817-57D3-209A-0697F2DC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ED62A-5E26-9A23-D6E4-F8BD0C9B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969C6-53DD-CF04-D9FA-5BB67E67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932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065B5-ED50-9625-E63A-2AFC43839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CADD7-CCFC-611C-BAC3-EB341CB5F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09C1E-14B9-A7CF-C6EB-82C7D898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4745-1D02-E97A-6A61-B6A29517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3809F-F8E3-6D4E-9032-1527F5E6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786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9FD792-1818-BE91-341D-F786E615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ACAE7-2E72-BB86-8227-9EBD1C7D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920F-3A2B-5B45-893F-03D00850B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B1FFC-D1D5-4E36-84E9-33FBCD6EFED1}" type="datetimeFigureOut">
              <a:rPr lang="en-SG" smtClean="0"/>
              <a:t>22/8/2024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D5455-836F-42B8-1A28-EF8409AED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A50F8-94E7-6C43-9A97-6098470A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C4DA5-AD4D-4B55-AB5B-C7B140F89D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56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7026-FE58-591A-856B-DDE3E12680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B5DEA-09E5-0E4A-C992-1F6695B98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 err="1"/>
              <a:t>Lec</a:t>
            </a:r>
            <a:r>
              <a:rPr lang="en-SG" dirty="0"/>
              <a:t> # 02</a:t>
            </a:r>
          </a:p>
          <a:p>
            <a:r>
              <a:rPr lang="en-SG" dirty="0"/>
              <a:t>Class Code : </a:t>
            </a:r>
            <a:r>
              <a:rPr lang="en-SG" b="0" i="0" dirty="0">
                <a:solidFill>
                  <a:srgbClr val="1A73E8"/>
                </a:solidFill>
                <a:effectLst/>
                <a:highlight>
                  <a:srgbClr val="FFFFFF"/>
                </a:highlight>
                <a:latin typeface="Google Sans"/>
              </a:rPr>
              <a:t>b7fjjwg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1606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DB4E-8617-4108-733A-F8A31289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901"/>
          </a:xfrm>
        </p:spPr>
        <p:txBody>
          <a:bodyPr/>
          <a:lstStyle/>
          <a:p>
            <a:r>
              <a:rPr lang="en-SG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B448D-5FAC-8289-DF31-9701F3BF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1600" dirty="0"/>
              <a:t>W h a t is R e g r e s sio n – Linefitting ?</a:t>
            </a:r>
          </a:p>
          <a:p>
            <a:r>
              <a:rPr lang="pt-BR" sz="1600" dirty="0"/>
              <a:t>G r a die n t D e s c e n t </a:t>
            </a:r>
          </a:p>
          <a:p>
            <a:r>
              <a:rPr lang="pt-BR" sz="1600" dirty="0"/>
              <a:t>T h e B a c k P r o p a g a tio n Alg o rit h m </a:t>
            </a:r>
          </a:p>
          <a:p>
            <a:r>
              <a:rPr lang="pt-BR" sz="1600" dirty="0"/>
              <a:t>S t o c h a s tic a n d Minib a t c h G r a die n t D e s c e n t </a:t>
            </a:r>
          </a:p>
          <a:p>
            <a:r>
              <a:rPr lang="pt-BR" sz="1600" dirty="0"/>
              <a:t> T h e N e u r o n – Biologically </a:t>
            </a:r>
          </a:p>
          <a:p>
            <a:r>
              <a:rPr lang="pt-BR" sz="1600" dirty="0"/>
              <a:t>P e r c e p t r o n Lin e a r P e r c e p t r o n a s N e u r o n </a:t>
            </a:r>
          </a:p>
          <a:p>
            <a:r>
              <a:rPr lang="pt-BR" sz="1600" dirty="0"/>
              <a:t>G r a die n t D e s c e n t - In tuitio n T h e D elt a R ule s a n d Learning R ule s </a:t>
            </a:r>
          </a:p>
          <a:p>
            <a:r>
              <a:rPr lang="pt-BR" sz="1600" dirty="0"/>
              <a:t>H a n d o u t: M S E wit h Sig m oid, c r o s s e n t r o p y + sig, MSE+Softm a x, c r o s s e n t r o p y + s o ft m a x </a:t>
            </a:r>
          </a:p>
          <a:p>
            <a:r>
              <a:rPr lang="pt-BR" sz="1600" dirty="0"/>
              <a:t>G r a die n t D e s c e n t wit h Sig m oid N e u r o n s </a:t>
            </a:r>
          </a:p>
          <a:p>
            <a:r>
              <a:rPr lang="pt-BR" sz="1600" dirty="0"/>
              <a:t>M ulti-la y e r P e r c e p t r o n </a:t>
            </a:r>
          </a:p>
        </p:txBody>
      </p:sp>
    </p:spTree>
    <p:extLst>
      <p:ext uri="{BB962C8B-B14F-4D97-AF65-F5344CB8AC3E}">
        <p14:creationId xmlns:p14="http://schemas.microsoft.com/office/powerpoint/2010/main" val="145307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692346-9209-B22C-0765-AFA582CD9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25415"/>
            <a:ext cx="10905066" cy="52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51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9BE540-726F-82B0-E117-4C60FE2EB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9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5D6065-DC0B-EE82-C297-C1490342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70668"/>
            <a:ext cx="10905066" cy="41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8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31983-0029-20F3-FB09-C1D0DDA5F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y=</a:t>
            </a:r>
            <a:r>
              <a:rPr lang="en-SG" dirty="0" err="1"/>
              <a:t>mx+c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m (slope): that measures the gradient (direction of its steepness) of the line</a:t>
            </a:r>
          </a:p>
          <a:p>
            <a:pPr marL="0" indent="0">
              <a:buNone/>
            </a:pPr>
            <a:r>
              <a:rPr lang="en-SG" dirty="0"/>
              <a:t>c (y-intercept): constant term </a:t>
            </a:r>
          </a:p>
          <a:p>
            <a:pPr marL="457200" lvl="1" indent="0">
              <a:buNone/>
            </a:pPr>
            <a:r>
              <a:rPr lang="en-SG" dirty="0"/>
              <a:t>(is the value at which the regression line crosses the y-axis)</a:t>
            </a:r>
          </a:p>
          <a:p>
            <a:pPr marL="0" indent="0">
              <a:buNone/>
            </a:pPr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A0EB78-11A1-757C-332F-DDCAE75F26C6}"/>
              </a:ext>
            </a:extLst>
          </p:cNvPr>
          <p:cNvCxnSpPr>
            <a:cxnSpLocks/>
          </p:cNvCxnSpPr>
          <p:nvPr/>
        </p:nvCxnSpPr>
        <p:spPr>
          <a:xfrm flipV="1">
            <a:off x="1524000" y="4522839"/>
            <a:ext cx="2595716" cy="1288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8F9DF4-1DDA-D9A5-2F31-20F46270BC5D}"/>
              </a:ext>
            </a:extLst>
          </p:cNvPr>
          <p:cNvCxnSpPr/>
          <p:nvPr/>
        </p:nvCxnSpPr>
        <p:spPr>
          <a:xfrm flipV="1">
            <a:off x="1396181" y="4837471"/>
            <a:ext cx="3106993" cy="6390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A2967A-1633-5532-C0D9-E27229EB641B}"/>
              </a:ext>
            </a:extLst>
          </p:cNvPr>
          <p:cNvSpPr txBox="1"/>
          <p:nvPr/>
        </p:nvSpPr>
        <p:spPr>
          <a:xfrm>
            <a:off x="1396181" y="4660490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+ gradient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4625C1-2E52-FF94-E0CB-47B145FEAAF7}"/>
              </a:ext>
            </a:extLst>
          </p:cNvPr>
          <p:cNvCxnSpPr/>
          <p:nvPr/>
        </p:nvCxnSpPr>
        <p:spPr>
          <a:xfrm>
            <a:off x="7236542" y="4365523"/>
            <a:ext cx="2871019" cy="12388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825577-4FB4-E326-2DB6-26460FAF48F0}"/>
              </a:ext>
            </a:extLst>
          </p:cNvPr>
          <p:cNvCxnSpPr/>
          <p:nvPr/>
        </p:nvCxnSpPr>
        <p:spPr>
          <a:xfrm>
            <a:off x="7688828" y="4139381"/>
            <a:ext cx="2025443" cy="18091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6719C2-BC87-C0B3-4ACF-56B44B7C8C67}"/>
              </a:ext>
            </a:extLst>
          </p:cNvPr>
          <p:cNvSpPr txBox="1"/>
          <p:nvPr/>
        </p:nvSpPr>
        <p:spPr>
          <a:xfrm>
            <a:off x="9144000" y="4660490"/>
            <a:ext cx="134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-</a:t>
            </a:r>
            <a:r>
              <a:rPr lang="en-SG" dirty="0" err="1"/>
              <a:t>ve</a:t>
            </a:r>
            <a:r>
              <a:rPr lang="en-SG" dirty="0"/>
              <a:t> gradient</a:t>
            </a:r>
          </a:p>
        </p:txBody>
      </p:sp>
    </p:spTree>
    <p:extLst>
      <p:ext uri="{BB962C8B-B14F-4D97-AF65-F5344CB8AC3E}">
        <p14:creationId xmlns:p14="http://schemas.microsoft.com/office/powerpoint/2010/main" val="372921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79F20-EA90-9CA9-FFAE-E1539822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/>
              <a:t>What is the slope and y-intercept of a line?</a:t>
            </a:r>
          </a:p>
        </p:txBody>
      </p:sp>
      <p:pic>
        <p:nvPicPr>
          <p:cNvPr id="7" name="Picture 6" descr="A graph on a piece of paper&#10;&#10;Description automatically generated">
            <a:extLst>
              <a:ext uri="{FF2B5EF4-FFF2-40B4-BE49-F238E27FC236}">
                <a16:creationId xmlns:a16="http://schemas.microsoft.com/office/drawing/2014/main" id="{4226817B-890D-3973-B5BA-84AE965A2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r="-2" b="-2"/>
          <a:stretch/>
        </p:blipFill>
        <p:spPr>
          <a:xfrm>
            <a:off x="194099" y="2331219"/>
            <a:ext cx="3797536" cy="3485028"/>
          </a:xfrm>
          <a:prstGeom prst="rect">
            <a:avLst/>
          </a:prstGeom>
        </p:spPr>
      </p:pic>
      <p:pic>
        <p:nvPicPr>
          <p:cNvPr id="9" name="Picture 8" descr="A graphing lines and a cross on a piece of paper&#10;&#10;Description automatically generated">
            <a:extLst>
              <a:ext uri="{FF2B5EF4-FFF2-40B4-BE49-F238E27FC236}">
                <a16:creationId xmlns:a16="http://schemas.microsoft.com/office/drawing/2014/main" id="{20C2916B-B21E-7C84-B100-D3F985FFF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386" y="2331219"/>
            <a:ext cx="3797536" cy="3498573"/>
          </a:xfrm>
          <a:prstGeom prst="rect">
            <a:avLst/>
          </a:prstGeom>
        </p:spPr>
      </p:pic>
      <p:pic>
        <p:nvPicPr>
          <p:cNvPr id="5" name="Content Placeholder 4" descr="A graphing of a line and a point&#10;&#10;Description automatically generated">
            <a:extLst>
              <a:ext uri="{FF2B5EF4-FFF2-40B4-BE49-F238E27FC236}">
                <a16:creationId xmlns:a16="http://schemas.microsoft.com/office/drawing/2014/main" id="{AFBBDD83-80FE-6D04-272C-C0E109B7D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84"/>
          <a:stretch/>
        </p:blipFill>
        <p:spPr>
          <a:xfrm>
            <a:off x="8192673" y="2317680"/>
            <a:ext cx="3797536" cy="349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36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79F20-EA90-9CA9-FFAE-E1539822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/>
              <a:t>What is the slope and y-intercept of a line?</a:t>
            </a:r>
          </a:p>
        </p:txBody>
      </p:sp>
      <p:pic>
        <p:nvPicPr>
          <p:cNvPr id="7" name="Picture 6" descr="A graph on a piece of paper&#10;&#10;Description automatically generated">
            <a:extLst>
              <a:ext uri="{FF2B5EF4-FFF2-40B4-BE49-F238E27FC236}">
                <a16:creationId xmlns:a16="http://schemas.microsoft.com/office/drawing/2014/main" id="{4226817B-890D-3973-B5BA-84AE965A2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r="-2" b="-2"/>
          <a:stretch/>
        </p:blipFill>
        <p:spPr>
          <a:xfrm>
            <a:off x="194099" y="2331219"/>
            <a:ext cx="3797536" cy="3485028"/>
          </a:xfrm>
          <a:prstGeom prst="rect">
            <a:avLst/>
          </a:prstGeom>
        </p:spPr>
      </p:pic>
      <p:pic>
        <p:nvPicPr>
          <p:cNvPr id="9" name="Picture 8" descr="A graphing lines and a cross on a piece of paper&#10;&#10;Description automatically generated">
            <a:extLst>
              <a:ext uri="{FF2B5EF4-FFF2-40B4-BE49-F238E27FC236}">
                <a16:creationId xmlns:a16="http://schemas.microsoft.com/office/drawing/2014/main" id="{20C2916B-B21E-7C84-B100-D3F985FFF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386" y="2331219"/>
            <a:ext cx="3797536" cy="3498573"/>
          </a:xfrm>
          <a:prstGeom prst="rect">
            <a:avLst/>
          </a:prstGeom>
        </p:spPr>
      </p:pic>
      <p:pic>
        <p:nvPicPr>
          <p:cNvPr id="5" name="Content Placeholder 4" descr="A graphing of a line and a point&#10;&#10;Description automatically generated">
            <a:extLst>
              <a:ext uri="{FF2B5EF4-FFF2-40B4-BE49-F238E27FC236}">
                <a16:creationId xmlns:a16="http://schemas.microsoft.com/office/drawing/2014/main" id="{AFBBDD83-80FE-6D04-272C-C0E109B7D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84"/>
          <a:stretch/>
        </p:blipFill>
        <p:spPr>
          <a:xfrm>
            <a:off x="8192673" y="2317680"/>
            <a:ext cx="3797536" cy="34985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340C7-C6A9-78E6-413E-DFF340C71ACB}"/>
              </a:ext>
            </a:extLst>
          </p:cNvPr>
          <p:cNvSpPr txBox="1"/>
          <p:nvPr/>
        </p:nvSpPr>
        <p:spPr>
          <a:xfrm>
            <a:off x="403123" y="3008671"/>
            <a:ext cx="1386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 = 3</a:t>
            </a:r>
          </a:p>
          <a:p>
            <a:r>
              <a:rPr lang="en-SG" dirty="0"/>
              <a:t>m = -3/4</a:t>
            </a:r>
          </a:p>
          <a:p>
            <a:r>
              <a:rPr lang="en-SG" dirty="0"/>
              <a:t>y = -3/4 x+3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97F0C-E7F2-D36E-094E-DD9E5DE5B453}"/>
              </a:ext>
            </a:extLst>
          </p:cNvPr>
          <p:cNvSpPr txBox="1"/>
          <p:nvPr/>
        </p:nvSpPr>
        <p:spPr>
          <a:xfrm>
            <a:off x="8305555" y="2828835"/>
            <a:ext cx="1927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 = 2</a:t>
            </a:r>
          </a:p>
          <a:p>
            <a:r>
              <a:rPr lang="en-SG" dirty="0"/>
              <a:t>m = 2/3</a:t>
            </a:r>
          </a:p>
          <a:p>
            <a:r>
              <a:rPr lang="en-SG" dirty="0"/>
              <a:t>y = 2/3 x+2</a:t>
            </a:r>
          </a:p>
          <a:p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1B59B-EDD2-597C-1E07-71EF0DE1AEB1}"/>
              </a:ext>
            </a:extLst>
          </p:cNvPr>
          <p:cNvSpPr txBox="1"/>
          <p:nvPr/>
        </p:nvSpPr>
        <p:spPr>
          <a:xfrm>
            <a:off x="4349732" y="2870171"/>
            <a:ext cx="12266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 = 3</a:t>
            </a:r>
          </a:p>
          <a:p>
            <a:r>
              <a:rPr lang="en-SG" dirty="0"/>
              <a:t>m = 5/2</a:t>
            </a:r>
          </a:p>
          <a:p>
            <a:r>
              <a:rPr lang="en-SG" dirty="0"/>
              <a:t>y = 5/2 x+3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8275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0AFB0-8CBA-21ED-20AE-22AA9BFA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581"/>
            <a:ext cx="10515600" cy="5390382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Actual equation of a line</a:t>
            </a:r>
          </a:p>
          <a:p>
            <a:pPr marL="1828800" lvl="4" indent="0">
              <a:buNone/>
            </a:pPr>
            <a:r>
              <a:rPr lang="en-SG" sz="3200" dirty="0" err="1"/>
              <a:t>ax</a:t>
            </a:r>
            <a:r>
              <a:rPr lang="en-SG" sz="3200" dirty="0"/>
              <a:t> + by +c = 0</a:t>
            </a:r>
          </a:p>
          <a:p>
            <a:pPr marL="0" indent="0">
              <a:buNone/>
            </a:pPr>
            <a:r>
              <a:rPr lang="en-SG" dirty="0"/>
              <a:t>If c = 0  (the line is passed through the origin) </a:t>
            </a:r>
          </a:p>
          <a:p>
            <a:pPr marL="1828800" lvl="4" indent="0">
              <a:buNone/>
            </a:pPr>
            <a:r>
              <a:rPr lang="en-SG" sz="3200" dirty="0" err="1"/>
              <a:t>ax</a:t>
            </a:r>
            <a:r>
              <a:rPr lang="en-SG" sz="3200" dirty="0"/>
              <a:t> + by = 0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     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CF59CF-9408-DF33-F21A-C1F48DF1301A}"/>
              </a:ext>
            </a:extLst>
          </p:cNvPr>
          <p:cNvGrpSpPr/>
          <p:nvPr/>
        </p:nvGrpSpPr>
        <p:grpSpPr>
          <a:xfrm>
            <a:off x="5426977" y="2615268"/>
            <a:ext cx="2919600" cy="1967040"/>
            <a:chOff x="5426977" y="2615268"/>
            <a:chExt cx="2919600" cy="19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8AC674-EF67-9590-71C6-4A74140A1EF0}"/>
                    </a:ext>
                  </a:extLst>
                </p14:cNvPr>
                <p14:cNvContentPartPr/>
                <p14:nvPr/>
              </p14:nvContentPartPr>
              <p14:xfrm>
                <a:off x="5426977" y="2615268"/>
                <a:ext cx="2919600" cy="1967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8AC674-EF67-9590-71C6-4A74140A1E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20857" y="2609148"/>
                  <a:ext cx="2931840" cy="19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DCCE60-A010-9E7B-19A4-579EC7F9FFD5}"/>
                    </a:ext>
                  </a:extLst>
                </p14:cNvPr>
                <p14:cNvContentPartPr/>
                <p14:nvPr/>
              </p14:nvContentPartPr>
              <p14:xfrm>
                <a:off x="5476297" y="2628228"/>
                <a:ext cx="2834280" cy="1934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DCCE60-A010-9E7B-19A4-579EC7F9FF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0177" y="2622108"/>
                  <a:ext cx="2846520" cy="194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875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398</Words>
  <Application>Microsoft Office PowerPoint</Application>
  <PresentationFormat>Widescreen</PresentationFormat>
  <Paragraphs>37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Google Sans</vt:lpstr>
      <vt:lpstr>Office Theme</vt:lpstr>
      <vt:lpstr>Deep Learning</vt:lpstr>
      <vt:lpstr>Contents</vt:lpstr>
      <vt:lpstr>PowerPoint Presentation</vt:lpstr>
      <vt:lpstr>PowerPoint Presentation</vt:lpstr>
      <vt:lpstr>PowerPoint Presentation</vt:lpstr>
      <vt:lpstr>PowerPoint Presentation</vt:lpstr>
      <vt:lpstr>What is the slope and y-intercept of a line?</vt:lpstr>
      <vt:lpstr>What is the slope and y-intercept of a line?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Summaid Umer Khan</dc:creator>
  <cp:lastModifiedBy>Summaid Umer Khan</cp:lastModifiedBy>
  <cp:revision>1</cp:revision>
  <dcterms:created xsi:type="dcterms:W3CDTF">2024-08-21T05:18:39Z</dcterms:created>
  <dcterms:modified xsi:type="dcterms:W3CDTF">2024-08-22T09:18:33Z</dcterms:modified>
</cp:coreProperties>
</file>