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1" r:id="rId7"/>
    <p:sldId id="262" r:id="rId8"/>
    <p:sldId id="266" r:id="rId9"/>
    <p:sldId id="263" r:id="rId10"/>
    <p:sldId id="264" r:id="rId11"/>
    <p:sldId id="272" r:id="rId12"/>
    <p:sldId id="273" r:id="rId13"/>
    <p:sldId id="274" r:id="rId14"/>
    <p:sldId id="275" r:id="rId15"/>
    <p:sldId id="268" r:id="rId16"/>
    <p:sldId id="267" r:id="rId17"/>
    <p:sldId id="270" r:id="rId18"/>
    <p:sldId id="271" r:id="rId19"/>
    <p:sldId id="276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4060-AE8E-A723-352D-2D7576315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D37DC-0B60-4D76-1996-3D00A1D8B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CA348-6FC1-A5EA-D840-1519DB13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18F36-0922-7AEF-C456-A7A5502D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2F97A-3306-85BE-D166-9C2545BD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341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66F9-DE70-6097-5F35-B80632B3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2BCF-5858-5AAA-A074-DC4973EFB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FBFC8-8CFE-4A1B-0E96-E55B92A6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431E-41D0-D11C-020B-DDEDB63B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1479-9761-A672-4B4A-BBFDABE7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749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64B0-5879-33EC-D355-E9332CE7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EDE4E-50F4-4E88-F52E-BC7B292A5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FF78-7080-770B-8730-0BF2FCF8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125DF-A9E8-FC8D-D07D-D6128C9B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12418-E1A5-7E7B-046C-3790A22E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97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B7E4-A766-9BD8-1770-E1878124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FAF-0BB1-D574-C0B6-C9E860D97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9B867-2BE6-CA1C-8A60-DFA4F4A2D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C6EA-2A65-C807-01C8-0D827676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B2779-D119-7EE8-B821-7BF54463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AEEA-5FEC-75ED-7B19-DFA32AAF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496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6B55-3F07-7727-ED91-FB3FC8EE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CE74E-9531-9610-0031-9FFAC1DC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AF930-5155-4C9F-19FD-4366C6CB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EE44D-589E-48DF-8285-3A14B81D8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2A86A-B742-C286-AC45-23CFCA937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7C7B9-5EE7-51DA-DE4A-A5DDABE8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D84C4-DC37-2607-824B-BEC9C470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C03E6-4D6D-09F9-A4C3-41C39A4F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257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590C-CA84-3CF2-9391-C1B7885F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E5913-A022-BF4D-ED41-E5A31FC0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43B0-C2F1-A041-4E67-A2304577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0555C-4A74-1D12-6D09-90DCAE4A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52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36001-7411-BFE0-79D0-BAF295E1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06143-13BF-162B-B08A-083DC10C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2BB3-1938-4EC4-AFF2-17142408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962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A2AD-5753-EC07-FF32-FC597624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059AA-DE42-3A1E-E7E6-C3EA4475A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7E7CF-A0A1-8389-6550-9135BFF1C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975CE-D669-4C07-6447-2717A0D2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6B012-0C7B-3858-33C1-6F051A46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A378E-BB40-3858-494E-784C7464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391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AF7C7-4E72-D35A-00EE-FDA9556C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93B4D-87CC-AF82-C431-09C3FDDAB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6301D-54C7-C51E-0528-F587AF00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378EB-61DF-7069-6ACB-2F2AAC8E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9AE2E-E063-4497-9D09-8F5CF181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0CFCB-EC75-6B3A-4D2B-D94AE77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501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1AEE-06FC-9DD7-CBF1-B6A81815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8CC9-52E2-9B61-FAF5-9BC4A1CA6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BDCA1-33A0-AD0B-E3BA-1A4B736E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76A7-4267-3434-629A-EA705CC7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E9A44-A047-79BC-F3D4-981F854A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891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1F838-3BAF-1A67-2DBB-54821DE81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E6AB9-E051-F426-40E8-5750C8DD3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7C5A1-C736-8515-0621-83FCBEC1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026B-34AF-60B3-05BD-C22A0E5A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5555-FE6A-4816-3449-30B4A8CC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727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8DBE70-223B-ADA0-E5B3-02B842D1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1F6F8-7769-0CC6-1FBD-550109157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8ED94-FEB1-0210-1E4F-BB6812B39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4E3A3-D593-41AE-9BBE-121DE80EC7E5}" type="datetimeFigureOut">
              <a:rPr lang="en-SG" smtClean="0"/>
              <a:t>4/9/2024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932B-F5B2-099D-B321-BE55D1DF1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44F9-B97D-02FF-3F39-1AC0EBBC1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F4DCC-7A74-4ADB-BA31-3D839C4AD72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69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batch-norm-explained-visually-how-it-works-and-why-neural-networks-need-it-b1891969273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629B7-2622-22F6-6BD9-12BD62945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SG" sz="4800">
                <a:solidFill>
                  <a:srgbClr val="FFFFFF"/>
                </a:solidFill>
              </a:rPr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F627F-529D-C0AB-D3DE-E6875EC80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SG" dirty="0"/>
              <a:t>Batch Normalization</a:t>
            </a:r>
          </a:p>
          <a:p>
            <a:pPr algn="l"/>
            <a:r>
              <a:rPr lang="en-SG" dirty="0" err="1"/>
              <a:t>Lec</a:t>
            </a:r>
            <a:r>
              <a:rPr lang="en-SG" dirty="0"/>
              <a:t> # 4</a:t>
            </a:r>
          </a:p>
        </p:txBody>
      </p:sp>
    </p:spTree>
    <p:extLst>
      <p:ext uri="{BB962C8B-B14F-4D97-AF65-F5344CB8AC3E}">
        <p14:creationId xmlns:p14="http://schemas.microsoft.com/office/powerpoint/2010/main" val="16877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AED63-86C2-C5F6-645A-EE7C1670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we need Normalization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7E5B870-BF65-5292-CCB0-C1ABAD68D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E08FDF99-55D8-4CA5-B1AE-F47CA895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3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C6EA-24AC-CDF9-1E44-A6110B9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001E-7E1D-4845-A9B6-4F40E1D2B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CE4EA-DE2F-909F-5425-79BFE16B4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8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9E981-DA8A-DDA1-7ABB-E5947C89B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748" y="643466"/>
            <a:ext cx="105795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7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heep in bubbles">
            <a:extLst>
              <a:ext uri="{FF2B5EF4-FFF2-40B4-BE49-F238E27FC236}">
                <a16:creationId xmlns:a16="http://schemas.microsoft.com/office/drawing/2014/main" id="{CDBB7FD9-242D-B038-791B-8165521562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652" r="-1" b="16970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655A01-3503-9D8C-DB20-202BC0CA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Batch Normalization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7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8F129-8647-9F8C-093B-0FD6DEC8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/>
              <a:t>Covariate Shift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DB09-EE2F-C9D0-9B50-874CC13EA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Covariate shift is a type of causal (x causes y) distribution shift, which assumes that the distribution of input can change over time, while the labeling function P (y|x) stays the same.</a:t>
            </a:r>
          </a:p>
          <a:p>
            <a:pPr marL="0" indent="0">
              <a:buNone/>
            </a:pPr>
            <a:endParaRPr lang="en-SG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734AD-EDED-05C8-422E-F107AFB09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0513"/>
            <a:ext cx="6903720" cy="505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5139-6B99-8996-9D58-6EC4C171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Internal Covariate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C8FB-AB8F-A554-A4EB-AF413941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1" dirty="0">
                <a:solidFill>
                  <a:srgbClr val="242424"/>
                </a:solidFill>
                <a:effectLst/>
                <a:latin typeface="source-serif-pro"/>
              </a:rPr>
              <a:t>“</a:t>
            </a:r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Internal Covariate Shift</a:t>
            </a:r>
            <a:r>
              <a:rPr lang="en-US" b="0" i="1" dirty="0">
                <a:solidFill>
                  <a:srgbClr val="242424"/>
                </a:solidFill>
                <a:effectLst/>
                <a:latin typeface="source-serif-pro"/>
              </a:rPr>
              <a:t> is the change in the distribution of network activations due to the change in network parameters during training.”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EB312-566E-CF3E-E63B-52253760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084" y="2945595"/>
            <a:ext cx="4893052" cy="3444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2B504-8467-EF0B-D2DE-F854863C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45596"/>
            <a:ext cx="5807895" cy="32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8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88185-8657-2BED-7211-87C671C78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622EA7-2FB1-D071-C10B-B88DB9067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587" y="643466"/>
            <a:ext cx="1049101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74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DD6B8-CAD4-4766-7286-67F107260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39047"/>
            <a:ext cx="10905066" cy="517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8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66296E-867D-03A6-7F76-53DBCFBDB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320" y="643466"/>
            <a:ext cx="1075943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5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E27B7C-4645-FB3C-5082-955C8CB68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480" y="643466"/>
            <a:ext cx="1057655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16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0A5C13-711A-391D-A0DF-F607D302E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321" y="643466"/>
            <a:ext cx="107442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47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8B600-B608-9A35-1F7A-35A0D2E2B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327" b="-1"/>
          <a:stretch/>
        </p:blipFill>
        <p:spPr>
          <a:xfrm>
            <a:off x="579032" y="579031"/>
            <a:ext cx="11033936" cy="56991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69C9563-3F88-F4E8-69B1-522A21F2E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9032" y="6154767"/>
            <a:ext cx="11033937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6B58CA-5165-43D0-E5AA-7EB35159F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445985-8854-4E17-9010-F0B467A86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355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mathematical equations&#10;&#10;Description automatically generated">
            <a:extLst>
              <a:ext uri="{FF2B5EF4-FFF2-40B4-BE49-F238E27FC236}">
                <a16:creationId xmlns:a16="http://schemas.microsoft.com/office/drawing/2014/main" id="{D2C9A224-F93D-065F-46D8-732EC01BF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61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3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7001B3-1086-27F6-F3AD-448C3D16C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55025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9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E601-0B31-1852-E4AC-6CF6B9A5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9C400-132E-4225-0959-001AA0954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F0180-3A0F-AC7B-9BFE-4C256E7A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599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1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732F1D-3503-8167-2DE5-6306068B1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4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5480-FBA7-EB30-47A5-96331FC0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Exponentially Weighted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981C-8461-E1D2-2691-68A23E1B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Exponentially Weighted Moving Average (EWMA) is commonly used as a smoothing technique in time series.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However, due to several computational advantages (fast, low-memory cost), the EWMA is behind the scenes of many optimization algorithms in deep learning, including Gradient Descent with Momentum, RMSprop, Adam, etc.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6897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0B17-4594-6249-ABB5-2416E9AF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D9111-1542-6443-836E-1B4EEC6A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hlinkClick r:id="rId2"/>
              </a:rPr>
              <a:t>https://towardsdatascience.com/batch-norm-explained-visually-how-it-works-and-why-neural-networks-need-it-b18919692739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060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5666</TotalTime>
  <Words>152</Words>
  <Application>Microsoft Office PowerPoint</Application>
  <PresentationFormat>Widescreen</PresentationFormat>
  <Paragraphs>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source-serif-pro</vt:lpstr>
      <vt:lpstr>Office Theme</vt:lpstr>
      <vt:lpstr>Deep Learning</vt:lpstr>
      <vt:lpstr>Why we need Normalization</vt:lpstr>
      <vt:lpstr>PowerPoint Presentation</vt:lpstr>
      <vt:lpstr>PowerPoint Presentation</vt:lpstr>
      <vt:lpstr>Batch Normalization</vt:lpstr>
      <vt:lpstr>Covariate Shift</vt:lpstr>
      <vt:lpstr>Internal Covariate Shift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Exponentially Weighted Moving Average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Summaid Umer Khan</dc:creator>
  <cp:lastModifiedBy>Summaid Umer Khan</cp:lastModifiedBy>
  <cp:revision>4</cp:revision>
  <dcterms:created xsi:type="dcterms:W3CDTF">2024-09-02T08:59:13Z</dcterms:created>
  <dcterms:modified xsi:type="dcterms:W3CDTF">2024-09-08T04:20:18Z</dcterms:modified>
</cp:coreProperties>
</file>