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6" r:id="rId7"/>
    <p:sldId id="263" r:id="rId8"/>
    <p:sldId id="262" r:id="rId9"/>
    <p:sldId id="264" r:id="rId10"/>
    <p:sldId id="265" r:id="rId11"/>
    <p:sldId id="267" r:id="rId12"/>
    <p:sldId id="268" r:id="rId13"/>
    <p:sldId id="271" r:id="rId14"/>
    <p:sldId id="270" r:id="rId15"/>
    <p:sldId id="272" r:id="rId16"/>
    <p:sldId id="274" r:id="rId17"/>
    <p:sldId id="275" r:id="rId18"/>
    <p:sldId id="273" r:id="rId19"/>
    <p:sldId id="276" r:id="rId20"/>
    <p:sldId id="278" r:id="rId21"/>
    <p:sldId id="277" r:id="rId22"/>
    <p:sldId id="279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hyperlink" Target="https://www.analyticsvidhya.com/blog/2022/08/basic-introduction-to-loss-functions/" TargetMode="Externa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analyticsvidhya.com/blog/2022/08/basic-introduction-to-loss-functions/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20F44-3BED-4EF8-A00D-E2F60B9A1C0D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328E82-0A04-443B-A6B4-FBDA4CBEF284}">
      <dgm:prSet/>
      <dgm:spPr/>
      <dgm:t>
        <a:bodyPr/>
        <a:lstStyle/>
        <a:p>
          <a:r>
            <a:rPr lang="en-SG"/>
            <a:t>Initialize weights and bias</a:t>
          </a:r>
          <a:endParaRPr lang="en-US"/>
        </a:p>
      </dgm:t>
    </dgm:pt>
    <dgm:pt modelId="{085CD889-B8BF-403E-9D69-84A1F735829C}" type="parTrans" cxnId="{82C6462D-8173-46A7-AA6E-65DFF5308FA5}">
      <dgm:prSet/>
      <dgm:spPr/>
      <dgm:t>
        <a:bodyPr/>
        <a:lstStyle/>
        <a:p>
          <a:endParaRPr lang="en-US"/>
        </a:p>
      </dgm:t>
    </dgm:pt>
    <dgm:pt modelId="{04028B98-318D-42DE-8EC5-ED82730CC7A5}" type="sibTrans" cxnId="{82C6462D-8173-46A7-AA6E-65DFF5308FA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84487B9-D3D2-46F3-A436-8BD61946FFCF}">
      <dgm:prSet/>
      <dgm:spPr/>
      <dgm:t>
        <a:bodyPr/>
        <a:lstStyle/>
        <a:p>
          <a:r>
            <a:rPr lang="en-SG" dirty="0"/>
            <a:t>Choose an optimization algorithm(loss)</a:t>
          </a:r>
          <a:endParaRPr lang="en-US" dirty="0"/>
        </a:p>
      </dgm:t>
    </dgm:pt>
    <dgm:pt modelId="{24AD3DA2-6AF6-475D-95CC-E4D0D84534DE}" type="parTrans" cxnId="{EA0C01A4-D3F3-4E2E-B86A-1A0C92E31036}">
      <dgm:prSet/>
      <dgm:spPr/>
      <dgm:t>
        <a:bodyPr/>
        <a:lstStyle/>
        <a:p>
          <a:endParaRPr lang="en-US"/>
        </a:p>
      </dgm:t>
    </dgm:pt>
    <dgm:pt modelId="{6B25AF57-D1D4-40B5-ACB8-6BC632798024}" type="sibTrans" cxnId="{EA0C01A4-D3F3-4E2E-B86A-1A0C92E3103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F9B0E54-DA05-4F39-9A68-DB13D261A82B}">
      <dgm:prSet/>
      <dgm:spPr/>
      <dgm:t>
        <a:bodyPr/>
        <a:lstStyle/>
        <a:p>
          <a:r>
            <a:rPr lang="en-SG"/>
            <a:t>Repeat this process</a:t>
          </a:r>
          <a:endParaRPr lang="en-US"/>
        </a:p>
      </dgm:t>
    </dgm:pt>
    <dgm:pt modelId="{8FDF3334-9F78-4163-834B-D2A1410152EB}" type="parTrans" cxnId="{D09032A9-987C-45B8-A6B6-3460EC9A45D8}">
      <dgm:prSet/>
      <dgm:spPr/>
      <dgm:t>
        <a:bodyPr/>
        <a:lstStyle/>
        <a:p>
          <a:endParaRPr lang="en-US"/>
        </a:p>
      </dgm:t>
    </dgm:pt>
    <dgm:pt modelId="{67D67340-7F14-40F2-9EE2-1059FFDE6C1E}" type="sibTrans" cxnId="{D09032A9-987C-45B8-A6B6-3460EC9A45D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35BE874-DE30-4849-B939-4ED464EE1111}">
      <dgm:prSet/>
      <dgm:spPr/>
      <dgm:t>
        <a:bodyPr/>
        <a:lstStyle/>
        <a:p>
          <a:r>
            <a:rPr lang="en-SG"/>
            <a:t>Forward propagation</a:t>
          </a:r>
          <a:endParaRPr lang="en-US"/>
        </a:p>
      </dgm:t>
    </dgm:pt>
    <dgm:pt modelId="{44BAB88B-C944-40E2-B0A3-BCCF449A29C0}" type="parTrans" cxnId="{66726B76-1307-4D8C-8A26-3E411AC6BA17}">
      <dgm:prSet/>
      <dgm:spPr/>
      <dgm:t>
        <a:bodyPr/>
        <a:lstStyle/>
        <a:p>
          <a:endParaRPr lang="en-US"/>
        </a:p>
      </dgm:t>
    </dgm:pt>
    <dgm:pt modelId="{2CEB5919-CDB5-448A-8473-AD867093F85B}" type="sibTrans" cxnId="{66726B76-1307-4D8C-8A26-3E411AC6BA17}">
      <dgm:prSet/>
      <dgm:spPr/>
      <dgm:t>
        <a:bodyPr/>
        <a:lstStyle/>
        <a:p>
          <a:endParaRPr lang="en-US"/>
        </a:p>
      </dgm:t>
    </dgm:pt>
    <dgm:pt modelId="{B2526FE0-5E97-4566-8EA0-5E6E692AEF0F}">
      <dgm:prSet/>
      <dgm:spPr/>
      <dgm:t>
        <a:bodyPr/>
        <a:lstStyle/>
        <a:p>
          <a:r>
            <a:rPr lang="en-SG" dirty="0"/>
            <a:t>Compute cost &amp; loss</a:t>
          </a:r>
          <a:endParaRPr lang="en-US" dirty="0"/>
        </a:p>
      </dgm:t>
    </dgm:pt>
    <dgm:pt modelId="{A3F7EAB0-3F1C-4145-AB47-3A00E6DB2C91}" type="parTrans" cxnId="{DE232BA8-A854-426C-B54C-03AE45D8AADD}">
      <dgm:prSet/>
      <dgm:spPr/>
      <dgm:t>
        <a:bodyPr/>
        <a:lstStyle/>
        <a:p>
          <a:endParaRPr lang="en-US"/>
        </a:p>
      </dgm:t>
    </dgm:pt>
    <dgm:pt modelId="{5D995582-7266-4270-B9BE-E89DABB10F98}" type="sibTrans" cxnId="{DE232BA8-A854-426C-B54C-03AE45D8AADD}">
      <dgm:prSet/>
      <dgm:spPr/>
      <dgm:t>
        <a:bodyPr/>
        <a:lstStyle/>
        <a:p>
          <a:endParaRPr lang="en-US"/>
        </a:p>
      </dgm:t>
    </dgm:pt>
    <dgm:pt modelId="{D54ACCBC-1322-4C24-BDE7-86768B9BDC70}">
      <dgm:prSet/>
      <dgm:spPr/>
      <dgm:t>
        <a:bodyPr/>
        <a:lstStyle/>
        <a:p>
          <a:r>
            <a:rPr lang="en-SG"/>
            <a:t>Compute gradient using backpropagation</a:t>
          </a:r>
          <a:endParaRPr lang="en-US"/>
        </a:p>
      </dgm:t>
    </dgm:pt>
    <dgm:pt modelId="{94E6B659-5ED9-4AE7-91C7-CDB2A0351ADB}" type="parTrans" cxnId="{57F35459-301A-4908-A7E1-6C88A6FBEAB0}">
      <dgm:prSet/>
      <dgm:spPr/>
      <dgm:t>
        <a:bodyPr/>
        <a:lstStyle/>
        <a:p>
          <a:endParaRPr lang="en-US"/>
        </a:p>
      </dgm:t>
    </dgm:pt>
    <dgm:pt modelId="{BC12466D-BA1B-4E41-8050-5ECB87538307}" type="sibTrans" cxnId="{57F35459-301A-4908-A7E1-6C88A6FBEAB0}">
      <dgm:prSet/>
      <dgm:spPr/>
      <dgm:t>
        <a:bodyPr/>
        <a:lstStyle/>
        <a:p>
          <a:endParaRPr lang="en-US"/>
        </a:p>
      </dgm:t>
    </dgm:pt>
    <dgm:pt modelId="{F44C3A37-A2BB-4BB5-88E3-5175409FF221}">
      <dgm:prSet/>
      <dgm:spPr/>
      <dgm:t>
        <a:bodyPr/>
        <a:lstStyle/>
        <a:p>
          <a:r>
            <a:rPr lang="en-SG"/>
            <a:t>Update weights</a:t>
          </a:r>
          <a:endParaRPr lang="en-US"/>
        </a:p>
      </dgm:t>
    </dgm:pt>
    <dgm:pt modelId="{48F6DD2D-F8AC-48CC-809E-CCA6F1C6D29F}" type="parTrans" cxnId="{356AB82A-B01F-45F8-BFD3-FFCB793C6C98}">
      <dgm:prSet/>
      <dgm:spPr/>
      <dgm:t>
        <a:bodyPr/>
        <a:lstStyle/>
        <a:p>
          <a:endParaRPr lang="en-US"/>
        </a:p>
      </dgm:t>
    </dgm:pt>
    <dgm:pt modelId="{5A86DDA9-82F6-4B73-B552-C93DC3DEFDA2}" type="sibTrans" cxnId="{356AB82A-B01F-45F8-BFD3-FFCB793C6C98}">
      <dgm:prSet/>
      <dgm:spPr/>
      <dgm:t>
        <a:bodyPr/>
        <a:lstStyle/>
        <a:p>
          <a:endParaRPr lang="en-US"/>
        </a:p>
      </dgm:t>
    </dgm:pt>
    <dgm:pt modelId="{47AC38A0-DB7C-4E82-B892-8089B7071E5B}" type="pres">
      <dgm:prSet presAssocID="{FEB20F44-3BED-4EF8-A00D-E2F60B9A1C0D}" presName="linearFlow" presStyleCnt="0">
        <dgm:presLayoutVars>
          <dgm:dir/>
          <dgm:animLvl val="lvl"/>
          <dgm:resizeHandles val="exact"/>
        </dgm:presLayoutVars>
      </dgm:prSet>
      <dgm:spPr/>
    </dgm:pt>
    <dgm:pt modelId="{9978FB0E-9B8F-44BA-B46E-D03FE673E467}" type="pres">
      <dgm:prSet presAssocID="{04328E82-0A04-443B-A6B4-FBDA4CBEF284}" presName="compositeNode" presStyleCnt="0"/>
      <dgm:spPr/>
    </dgm:pt>
    <dgm:pt modelId="{E1A02F89-0FEC-40FA-A241-AD18B7679B8C}" type="pres">
      <dgm:prSet presAssocID="{04328E82-0A04-443B-A6B4-FBDA4CBEF28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7A0BB1B-4C60-487A-8C0D-88B7B1596F40}" type="pres">
      <dgm:prSet presAssocID="{04328E82-0A04-443B-A6B4-FBDA4CBEF284}" presName="parSh" presStyleCnt="0"/>
      <dgm:spPr/>
    </dgm:pt>
    <dgm:pt modelId="{213A1FE0-3A84-4561-B6A0-0FABD13BCD78}" type="pres">
      <dgm:prSet presAssocID="{04328E82-0A04-443B-A6B4-FBDA4CBEF284}" presName="lineNode" presStyleLbl="alignAccFollowNode1" presStyleIdx="0" presStyleCnt="9"/>
      <dgm:spPr/>
    </dgm:pt>
    <dgm:pt modelId="{E5B68F9D-DFD4-4664-A735-BF54E0E455AC}" type="pres">
      <dgm:prSet presAssocID="{04328E82-0A04-443B-A6B4-FBDA4CBEF284}" presName="lineArrowNode" presStyleLbl="alignAccFollowNode1" presStyleIdx="1" presStyleCnt="9"/>
      <dgm:spPr/>
    </dgm:pt>
    <dgm:pt modelId="{E4F104B3-171C-4538-A43A-8656240D45EE}" type="pres">
      <dgm:prSet presAssocID="{04028B98-318D-42DE-8EC5-ED82730CC7A5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15D9D7F8-0709-4C3B-89E2-6FDDE9022652}" type="pres">
      <dgm:prSet presAssocID="{04028B98-318D-42DE-8EC5-ED82730CC7A5}" presName="spacerBetweenCircleAndCallout" presStyleCnt="0">
        <dgm:presLayoutVars/>
      </dgm:prSet>
      <dgm:spPr/>
    </dgm:pt>
    <dgm:pt modelId="{CA247566-A4AD-4434-8E33-93C2E8E641DE}" type="pres">
      <dgm:prSet presAssocID="{04328E82-0A04-443B-A6B4-FBDA4CBEF284}" presName="nodeText" presStyleLbl="alignAccFollowNode1" presStyleIdx="2" presStyleCnt="9">
        <dgm:presLayoutVars>
          <dgm:bulletEnabled val="1"/>
        </dgm:presLayoutVars>
      </dgm:prSet>
      <dgm:spPr/>
    </dgm:pt>
    <dgm:pt modelId="{822FBB4F-8682-4996-9471-0851AA48235A}" type="pres">
      <dgm:prSet presAssocID="{04028B98-318D-42DE-8EC5-ED82730CC7A5}" presName="sibTransComposite" presStyleCnt="0"/>
      <dgm:spPr/>
    </dgm:pt>
    <dgm:pt modelId="{94410470-52A2-4625-B5DE-D467F449DCCB}" type="pres">
      <dgm:prSet presAssocID="{684487B9-D3D2-46F3-A436-8BD61946FFCF}" presName="compositeNode" presStyleCnt="0"/>
      <dgm:spPr/>
    </dgm:pt>
    <dgm:pt modelId="{105416C7-2798-4AF6-8605-9E2FFAEFA6EF}" type="pres">
      <dgm:prSet presAssocID="{684487B9-D3D2-46F3-A436-8BD61946FFC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28B3948-9138-4DFA-A45A-2C95E7351569}" type="pres">
      <dgm:prSet presAssocID="{684487B9-D3D2-46F3-A436-8BD61946FFCF}" presName="parSh" presStyleCnt="0"/>
      <dgm:spPr/>
    </dgm:pt>
    <dgm:pt modelId="{27967514-1AF6-49CC-8DA0-C935494A85CE}" type="pres">
      <dgm:prSet presAssocID="{684487B9-D3D2-46F3-A436-8BD61946FFCF}" presName="lineNode" presStyleLbl="alignAccFollowNode1" presStyleIdx="3" presStyleCnt="9"/>
      <dgm:spPr/>
    </dgm:pt>
    <dgm:pt modelId="{453B48E5-0936-4706-AD6C-FE8ABB3A1AB5}" type="pres">
      <dgm:prSet presAssocID="{684487B9-D3D2-46F3-A436-8BD61946FFCF}" presName="lineArrowNode" presStyleLbl="alignAccFollowNode1" presStyleIdx="4" presStyleCnt="9"/>
      <dgm:spPr/>
    </dgm:pt>
    <dgm:pt modelId="{C15AB20F-E147-4A1C-BCED-2C430B5FE309}" type="pres">
      <dgm:prSet presAssocID="{6B25AF57-D1D4-40B5-ACB8-6BC632798024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0D5BD5EC-95B6-4563-B840-A6E8D4EA4A54}" type="pres">
      <dgm:prSet presAssocID="{6B25AF57-D1D4-40B5-ACB8-6BC632798024}" presName="spacerBetweenCircleAndCallout" presStyleCnt="0">
        <dgm:presLayoutVars/>
      </dgm:prSet>
      <dgm:spPr/>
    </dgm:pt>
    <dgm:pt modelId="{EA8089FC-8DF0-4EAE-91D0-55AD68829128}" type="pres">
      <dgm:prSet presAssocID="{684487B9-D3D2-46F3-A436-8BD61946FFCF}" presName="nodeText" presStyleLbl="alignAccFollowNode1" presStyleIdx="5" presStyleCnt="9">
        <dgm:presLayoutVars>
          <dgm:bulletEnabled val="1"/>
        </dgm:presLayoutVars>
      </dgm:prSet>
      <dgm:spPr/>
    </dgm:pt>
    <dgm:pt modelId="{FD3149D7-A497-4B1C-8A7C-7854D588C000}" type="pres">
      <dgm:prSet presAssocID="{6B25AF57-D1D4-40B5-ACB8-6BC632798024}" presName="sibTransComposite" presStyleCnt="0"/>
      <dgm:spPr/>
    </dgm:pt>
    <dgm:pt modelId="{FDE1AE0B-E8A2-40D8-BAF8-99991C5C9021}" type="pres">
      <dgm:prSet presAssocID="{4F9B0E54-DA05-4F39-9A68-DB13D261A82B}" presName="compositeNode" presStyleCnt="0"/>
      <dgm:spPr/>
    </dgm:pt>
    <dgm:pt modelId="{DF9C97E7-3B8E-411B-986E-F50262E43B88}" type="pres">
      <dgm:prSet presAssocID="{4F9B0E54-DA05-4F39-9A68-DB13D261A82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570F992-5CF1-4C60-8C4B-5B2681EDB4DB}" type="pres">
      <dgm:prSet presAssocID="{4F9B0E54-DA05-4F39-9A68-DB13D261A82B}" presName="parSh" presStyleCnt="0"/>
      <dgm:spPr/>
    </dgm:pt>
    <dgm:pt modelId="{1A498CBA-7EF7-4708-9ABA-16D59732ECEA}" type="pres">
      <dgm:prSet presAssocID="{4F9B0E54-DA05-4F39-9A68-DB13D261A82B}" presName="lineNode" presStyleLbl="alignAccFollowNode1" presStyleIdx="6" presStyleCnt="9"/>
      <dgm:spPr/>
    </dgm:pt>
    <dgm:pt modelId="{72023EE4-0FA1-4A27-BCA3-B976F180E152}" type="pres">
      <dgm:prSet presAssocID="{4F9B0E54-DA05-4F39-9A68-DB13D261A82B}" presName="lineArrowNode" presStyleLbl="alignAccFollowNode1" presStyleIdx="7" presStyleCnt="9"/>
      <dgm:spPr/>
    </dgm:pt>
    <dgm:pt modelId="{8EAD890F-34B7-4C57-9305-D5AFABFF13E1}" type="pres">
      <dgm:prSet presAssocID="{67D67340-7F14-40F2-9EE2-1059FFDE6C1E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3BCC2E9D-E77B-4A98-86D2-AC20DDABAA73}" type="pres">
      <dgm:prSet presAssocID="{67D67340-7F14-40F2-9EE2-1059FFDE6C1E}" presName="spacerBetweenCircleAndCallout" presStyleCnt="0">
        <dgm:presLayoutVars/>
      </dgm:prSet>
      <dgm:spPr/>
    </dgm:pt>
    <dgm:pt modelId="{5AFD13B4-CB42-4B1D-983D-D1E8DCC3E9BD}" type="pres">
      <dgm:prSet presAssocID="{4F9B0E54-DA05-4F39-9A68-DB13D261A82B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C7035802-1E41-4BFC-AB24-6BEAB144C9C1}" type="presOf" srcId="{4F9B0E54-DA05-4F39-9A68-DB13D261A82B}" destId="{5AFD13B4-CB42-4B1D-983D-D1E8DCC3E9BD}" srcOrd="0" destOrd="0" presId="urn:microsoft.com/office/officeart/2016/7/layout/LinearArrowProcessNumbered"/>
    <dgm:cxn modelId="{468C6E07-996A-43D4-9C71-24AC1FCF4D8F}" type="presOf" srcId="{684487B9-D3D2-46F3-A436-8BD61946FFCF}" destId="{EA8089FC-8DF0-4EAE-91D0-55AD68829128}" srcOrd="0" destOrd="0" presId="urn:microsoft.com/office/officeart/2016/7/layout/LinearArrowProcessNumbered"/>
    <dgm:cxn modelId="{DA286B17-1D2B-4A05-BFC1-C5D5A581939C}" type="presOf" srcId="{04328E82-0A04-443B-A6B4-FBDA4CBEF284}" destId="{CA247566-A4AD-4434-8E33-93C2E8E641DE}" srcOrd="0" destOrd="0" presId="urn:microsoft.com/office/officeart/2016/7/layout/LinearArrowProcessNumbered"/>
    <dgm:cxn modelId="{968D471D-02C4-410B-BF57-C7C78F53F7F7}" type="presOf" srcId="{D54ACCBC-1322-4C24-BDE7-86768B9BDC70}" destId="{5AFD13B4-CB42-4B1D-983D-D1E8DCC3E9BD}" srcOrd="0" destOrd="3" presId="urn:microsoft.com/office/officeart/2016/7/layout/LinearArrowProcessNumbered"/>
    <dgm:cxn modelId="{356AB82A-B01F-45F8-BFD3-FFCB793C6C98}" srcId="{4F9B0E54-DA05-4F39-9A68-DB13D261A82B}" destId="{F44C3A37-A2BB-4BB5-88E3-5175409FF221}" srcOrd="3" destOrd="0" parTransId="{48F6DD2D-F8AC-48CC-809E-CCA6F1C6D29F}" sibTransId="{5A86DDA9-82F6-4B73-B552-C93DC3DEFDA2}"/>
    <dgm:cxn modelId="{82C6462D-8173-46A7-AA6E-65DFF5308FA5}" srcId="{FEB20F44-3BED-4EF8-A00D-E2F60B9A1C0D}" destId="{04328E82-0A04-443B-A6B4-FBDA4CBEF284}" srcOrd="0" destOrd="0" parTransId="{085CD889-B8BF-403E-9D69-84A1F735829C}" sibTransId="{04028B98-318D-42DE-8EC5-ED82730CC7A5}"/>
    <dgm:cxn modelId="{B5F7A447-9A8E-4272-BA34-8E877DB15CAA}" type="presOf" srcId="{67D67340-7F14-40F2-9EE2-1059FFDE6C1E}" destId="{8EAD890F-34B7-4C57-9305-D5AFABFF13E1}" srcOrd="0" destOrd="0" presId="urn:microsoft.com/office/officeart/2016/7/layout/LinearArrowProcessNumbered"/>
    <dgm:cxn modelId="{FAB48750-E5F1-4C04-B2F1-BFBD8430613C}" type="presOf" srcId="{04028B98-318D-42DE-8EC5-ED82730CC7A5}" destId="{E4F104B3-171C-4538-A43A-8656240D45EE}" srcOrd="0" destOrd="0" presId="urn:microsoft.com/office/officeart/2016/7/layout/LinearArrowProcessNumbered"/>
    <dgm:cxn modelId="{24B51B75-B764-446D-B9F9-76B1AE7C1635}" type="presOf" srcId="{B2526FE0-5E97-4566-8EA0-5E6E692AEF0F}" destId="{5AFD13B4-CB42-4B1D-983D-D1E8DCC3E9BD}" srcOrd="0" destOrd="2" presId="urn:microsoft.com/office/officeart/2016/7/layout/LinearArrowProcessNumbered"/>
    <dgm:cxn modelId="{66726B76-1307-4D8C-8A26-3E411AC6BA17}" srcId="{4F9B0E54-DA05-4F39-9A68-DB13D261A82B}" destId="{535BE874-DE30-4849-B939-4ED464EE1111}" srcOrd="0" destOrd="0" parTransId="{44BAB88B-C944-40E2-B0A3-BCCF449A29C0}" sibTransId="{2CEB5919-CDB5-448A-8473-AD867093F85B}"/>
    <dgm:cxn modelId="{57F35459-301A-4908-A7E1-6C88A6FBEAB0}" srcId="{4F9B0E54-DA05-4F39-9A68-DB13D261A82B}" destId="{D54ACCBC-1322-4C24-BDE7-86768B9BDC70}" srcOrd="2" destOrd="0" parTransId="{94E6B659-5ED9-4AE7-91C7-CDB2A0351ADB}" sibTransId="{BC12466D-BA1B-4E41-8050-5ECB87538307}"/>
    <dgm:cxn modelId="{FDEA898A-B9AE-4A25-8B5F-F07C2B9FD994}" type="presOf" srcId="{F44C3A37-A2BB-4BB5-88E3-5175409FF221}" destId="{5AFD13B4-CB42-4B1D-983D-D1E8DCC3E9BD}" srcOrd="0" destOrd="4" presId="urn:microsoft.com/office/officeart/2016/7/layout/LinearArrowProcessNumbered"/>
    <dgm:cxn modelId="{9BFBAB9E-A3C8-4D52-BAB8-05630DDD5404}" type="presOf" srcId="{6B25AF57-D1D4-40B5-ACB8-6BC632798024}" destId="{C15AB20F-E147-4A1C-BCED-2C430B5FE309}" srcOrd="0" destOrd="0" presId="urn:microsoft.com/office/officeart/2016/7/layout/LinearArrowProcessNumbered"/>
    <dgm:cxn modelId="{EA0C01A4-D3F3-4E2E-B86A-1A0C92E31036}" srcId="{FEB20F44-3BED-4EF8-A00D-E2F60B9A1C0D}" destId="{684487B9-D3D2-46F3-A436-8BD61946FFCF}" srcOrd="1" destOrd="0" parTransId="{24AD3DA2-6AF6-475D-95CC-E4D0D84534DE}" sibTransId="{6B25AF57-D1D4-40B5-ACB8-6BC632798024}"/>
    <dgm:cxn modelId="{DE232BA8-A854-426C-B54C-03AE45D8AADD}" srcId="{4F9B0E54-DA05-4F39-9A68-DB13D261A82B}" destId="{B2526FE0-5E97-4566-8EA0-5E6E692AEF0F}" srcOrd="1" destOrd="0" parTransId="{A3F7EAB0-3F1C-4145-AB47-3A00E6DB2C91}" sibTransId="{5D995582-7266-4270-B9BE-E89DABB10F98}"/>
    <dgm:cxn modelId="{D09032A9-987C-45B8-A6B6-3460EC9A45D8}" srcId="{FEB20F44-3BED-4EF8-A00D-E2F60B9A1C0D}" destId="{4F9B0E54-DA05-4F39-9A68-DB13D261A82B}" srcOrd="2" destOrd="0" parTransId="{8FDF3334-9F78-4163-834B-D2A1410152EB}" sibTransId="{67D67340-7F14-40F2-9EE2-1059FFDE6C1E}"/>
    <dgm:cxn modelId="{A89AAFBF-EE46-460E-AC13-D2AACDEB3836}" type="presOf" srcId="{FEB20F44-3BED-4EF8-A00D-E2F60B9A1C0D}" destId="{47AC38A0-DB7C-4E82-B892-8089B7071E5B}" srcOrd="0" destOrd="0" presId="urn:microsoft.com/office/officeart/2016/7/layout/LinearArrowProcessNumbered"/>
    <dgm:cxn modelId="{29E018C8-E366-4F33-8C6A-7F51C0332204}" type="presOf" srcId="{535BE874-DE30-4849-B939-4ED464EE1111}" destId="{5AFD13B4-CB42-4B1D-983D-D1E8DCC3E9BD}" srcOrd="0" destOrd="1" presId="urn:microsoft.com/office/officeart/2016/7/layout/LinearArrowProcessNumbered"/>
    <dgm:cxn modelId="{F99EA854-ACA2-4DDF-BDE8-61D8BBCDFEB1}" type="presParOf" srcId="{47AC38A0-DB7C-4E82-B892-8089B7071E5B}" destId="{9978FB0E-9B8F-44BA-B46E-D03FE673E467}" srcOrd="0" destOrd="0" presId="urn:microsoft.com/office/officeart/2016/7/layout/LinearArrowProcessNumbered"/>
    <dgm:cxn modelId="{5D9265EE-8004-4CB7-9D96-A4865A65E82B}" type="presParOf" srcId="{9978FB0E-9B8F-44BA-B46E-D03FE673E467}" destId="{E1A02F89-0FEC-40FA-A241-AD18B7679B8C}" srcOrd="0" destOrd="0" presId="urn:microsoft.com/office/officeart/2016/7/layout/LinearArrowProcessNumbered"/>
    <dgm:cxn modelId="{3EE9002E-4032-49E0-AFA5-2BB72BAD1CD9}" type="presParOf" srcId="{9978FB0E-9B8F-44BA-B46E-D03FE673E467}" destId="{97A0BB1B-4C60-487A-8C0D-88B7B1596F40}" srcOrd="1" destOrd="0" presId="urn:microsoft.com/office/officeart/2016/7/layout/LinearArrowProcessNumbered"/>
    <dgm:cxn modelId="{BECCA976-B240-4DCC-9B83-AF9309962867}" type="presParOf" srcId="{97A0BB1B-4C60-487A-8C0D-88B7B1596F40}" destId="{213A1FE0-3A84-4561-B6A0-0FABD13BCD78}" srcOrd="0" destOrd="0" presId="urn:microsoft.com/office/officeart/2016/7/layout/LinearArrowProcessNumbered"/>
    <dgm:cxn modelId="{85C86591-DF01-4DAD-A53C-A615490DBF01}" type="presParOf" srcId="{97A0BB1B-4C60-487A-8C0D-88B7B1596F40}" destId="{E5B68F9D-DFD4-4664-A735-BF54E0E455AC}" srcOrd="1" destOrd="0" presId="urn:microsoft.com/office/officeart/2016/7/layout/LinearArrowProcessNumbered"/>
    <dgm:cxn modelId="{0053C707-5A52-4EC3-A851-3EF9CD6115A2}" type="presParOf" srcId="{97A0BB1B-4C60-487A-8C0D-88B7B1596F40}" destId="{E4F104B3-171C-4538-A43A-8656240D45EE}" srcOrd="2" destOrd="0" presId="urn:microsoft.com/office/officeart/2016/7/layout/LinearArrowProcessNumbered"/>
    <dgm:cxn modelId="{7DF9050F-D5D3-4C5B-829F-4AEC5AA8F255}" type="presParOf" srcId="{97A0BB1B-4C60-487A-8C0D-88B7B1596F40}" destId="{15D9D7F8-0709-4C3B-89E2-6FDDE9022652}" srcOrd="3" destOrd="0" presId="urn:microsoft.com/office/officeart/2016/7/layout/LinearArrowProcessNumbered"/>
    <dgm:cxn modelId="{76A2F3BC-495D-48B6-BAD3-D5D8C80A9ECC}" type="presParOf" srcId="{9978FB0E-9B8F-44BA-B46E-D03FE673E467}" destId="{CA247566-A4AD-4434-8E33-93C2E8E641DE}" srcOrd="2" destOrd="0" presId="urn:microsoft.com/office/officeart/2016/7/layout/LinearArrowProcessNumbered"/>
    <dgm:cxn modelId="{E4B7A54C-B1DD-42B3-9FD7-E51844A0DBE7}" type="presParOf" srcId="{47AC38A0-DB7C-4E82-B892-8089B7071E5B}" destId="{822FBB4F-8682-4996-9471-0851AA48235A}" srcOrd="1" destOrd="0" presId="urn:microsoft.com/office/officeart/2016/7/layout/LinearArrowProcessNumbered"/>
    <dgm:cxn modelId="{B53CBA23-ECCB-4894-8763-BBC570D3EDBE}" type="presParOf" srcId="{47AC38A0-DB7C-4E82-B892-8089B7071E5B}" destId="{94410470-52A2-4625-B5DE-D467F449DCCB}" srcOrd="2" destOrd="0" presId="urn:microsoft.com/office/officeart/2016/7/layout/LinearArrowProcessNumbered"/>
    <dgm:cxn modelId="{07CBD2EC-62D3-4278-9EAE-A008997DEC80}" type="presParOf" srcId="{94410470-52A2-4625-B5DE-D467F449DCCB}" destId="{105416C7-2798-4AF6-8605-9E2FFAEFA6EF}" srcOrd="0" destOrd="0" presId="urn:microsoft.com/office/officeart/2016/7/layout/LinearArrowProcessNumbered"/>
    <dgm:cxn modelId="{03D074E4-A1D4-46A1-96DD-335D23ED8DB2}" type="presParOf" srcId="{94410470-52A2-4625-B5DE-D467F449DCCB}" destId="{C28B3948-9138-4DFA-A45A-2C95E7351569}" srcOrd="1" destOrd="0" presId="urn:microsoft.com/office/officeart/2016/7/layout/LinearArrowProcessNumbered"/>
    <dgm:cxn modelId="{8FEF2F96-1DCA-4CF7-B578-8789239F3BAF}" type="presParOf" srcId="{C28B3948-9138-4DFA-A45A-2C95E7351569}" destId="{27967514-1AF6-49CC-8DA0-C935494A85CE}" srcOrd="0" destOrd="0" presId="urn:microsoft.com/office/officeart/2016/7/layout/LinearArrowProcessNumbered"/>
    <dgm:cxn modelId="{8BBD6B54-8251-420B-82FA-6A8503A73ADC}" type="presParOf" srcId="{C28B3948-9138-4DFA-A45A-2C95E7351569}" destId="{453B48E5-0936-4706-AD6C-FE8ABB3A1AB5}" srcOrd="1" destOrd="0" presId="urn:microsoft.com/office/officeart/2016/7/layout/LinearArrowProcessNumbered"/>
    <dgm:cxn modelId="{B2B80ED5-BD1A-45FD-92B7-9621907EA2A9}" type="presParOf" srcId="{C28B3948-9138-4DFA-A45A-2C95E7351569}" destId="{C15AB20F-E147-4A1C-BCED-2C430B5FE309}" srcOrd="2" destOrd="0" presId="urn:microsoft.com/office/officeart/2016/7/layout/LinearArrowProcessNumbered"/>
    <dgm:cxn modelId="{3192A4F5-D73B-4102-821C-ABA6AC6A1FA2}" type="presParOf" srcId="{C28B3948-9138-4DFA-A45A-2C95E7351569}" destId="{0D5BD5EC-95B6-4563-B840-A6E8D4EA4A54}" srcOrd="3" destOrd="0" presId="urn:microsoft.com/office/officeart/2016/7/layout/LinearArrowProcessNumbered"/>
    <dgm:cxn modelId="{BDC7469C-F7A6-4533-AF54-F511C07C3EC4}" type="presParOf" srcId="{94410470-52A2-4625-B5DE-D467F449DCCB}" destId="{EA8089FC-8DF0-4EAE-91D0-55AD68829128}" srcOrd="2" destOrd="0" presId="urn:microsoft.com/office/officeart/2016/7/layout/LinearArrowProcessNumbered"/>
    <dgm:cxn modelId="{24A5464B-5230-4E95-B60B-F041968AEF56}" type="presParOf" srcId="{47AC38A0-DB7C-4E82-B892-8089B7071E5B}" destId="{FD3149D7-A497-4B1C-8A7C-7854D588C000}" srcOrd="3" destOrd="0" presId="urn:microsoft.com/office/officeart/2016/7/layout/LinearArrowProcessNumbered"/>
    <dgm:cxn modelId="{8451F811-E223-4C66-A8E6-C51D176B011E}" type="presParOf" srcId="{47AC38A0-DB7C-4E82-B892-8089B7071E5B}" destId="{FDE1AE0B-E8A2-40D8-BAF8-99991C5C9021}" srcOrd="4" destOrd="0" presId="urn:microsoft.com/office/officeart/2016/7/layout/LinearArrowProcessNumbered"/>
    <dgm:cxn modelId="{3F9031B3-A42A-4B68-8470-38C9B3EC891A}" type="presParOf" srcId="{FDE1AE0B-E8A2-40D8-BAF8-99991C5C9021}" destId="{DF9C97E7-3B8E-411B-986E-F50262E43B88}" srcOrd="0" destOrd="0" presId="urn:microsoft.com/office/officeart/2016/7/layout/LinearArrowProcessNumbered"/>
    <dgm:cxn modelId="{3D49036A-D4A9-4CCE-ACC4-34FF7F1F282C}" type="presParOf" srcId="{FDE1AE0B-E8A2-40D8-BAF8-99991C5C9021}" destId="{A570F992-5CF1-4C60-8C4B-5B2681EDB4DB}" srcOrd="1" destOrd="0" presId="urn:microsoft.com/office/officeart/2016/7/layout/LinearArrowProcessNumbered"/>
    <dgm:cxn modelId="{E01B196F-7A1C-4346-B948-77439A15ED39}" type="presParOf" srcId="{A570F992-5CF1-4C60-8C4B-5B2681EDB4DB}" destId="{1A498CBA-7EF7-4708-9ABA-16D59732ECEA}" srcOrd="0" destOrd="0" presId="urn:microsoft.com/office/officeart/2016/7/layout/LinearArrowProcessNumbered"/>
    <dgm:cxn modelId="{E09D99B5-3334-49E8-ACF5-7C1B5709A9B6}" type="presParOf" srcId="{A570F992-5CF1-4C60-8C4B-5B2681EDB4DB}" destId="{72023EE4-0FA1-4A27-BCA3-B976F180E152}" srcOrd="1" destOrd="0" presId="urn:microsoft.com/office/officeart/2016/7/layout/LinearArrowProcessNumbered"/>
    <dgm:cxn modelId="{D911A807-F7BA-4B10-9EA7-A3CACF0C460B}" type="presParOf" srcId="{A570F992-5CF1-4C60-8C4B-5B2681EDB4DB}" destId="{8EAD890F-34B7-4C57-9305-D5AFABFF13E1}" srcOrd="2" destOrd="0" presId="urn:microsoft.com/office/officeart/2016/7/layout/LinearArrowProcessNumbered"/>
    <dgm:cxn modelId="{0676AE5B-34AC-4562-A758-E7350E4B5C50}" type="presParOf" srcId="{A570F992-5CF1-4C60-8C4B-5B2681EDB4DB}" destId="{3BCC2E9D-E77B-4A98-86D2-AC20DDABAA73}" srcOrd="3" destOrd="0" presId="urn:microsoft.com/office/officeart/2016/7/layout/LinearArrowProcessNumbered"/>
    <dgm:cxn modelId="{AA15423E-01B0-47EE-9680-AC8D78079D67}" type="presParOf" srcId="{FDE1AE0B-E8A2-40D8-BAF8-99991C5C9021}" destId="{5AFD13B4-CB42-4B1D-983D-D1E8DCC3E9BD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083DF0-4F25-4F9E-92EF-FB2B2D49CF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8A2D8FC-3363-4349-9487-4E93BC806CB9}">
      <dgm:prSet/>
      <dgm:spPr/>
      <dgm:t>
        <a:bodyPr/>
        <a:lstStyle/>
        <a:p>
          <a:r>
            <a:rPr lang="en-US"/>
            <a:t>M</a:t>
          </a:r>
          <a:r>
            <a:rPr lang="en-US" b="0" i="0"/>
            <a:t>ain objective </a:t>
          </a:r>
          <a:endParaRPr lang="en-US"/>
        </a:p>
      </dgm:t>
    </dgm:pt>
    <dgm:pt modelId="{56053CF0-EA3F-48D6-A536-90D9A3B601B9}" type="parTrans" cxnId="{0E7F7692-F201-468F-8B1A-534A153203D6}">
      <dgm:prSet/>
      <dgm:spPr/>
      <dgm:t>
        <a:bodyPr/>
        <a:lstStyle/>
        <a:p>
          <a:endParaRPr lang="en-US"/>
        </a:p>
      </dgm:t>
    </dgm:pt>
    <dgm:pt modelId="{D8584A13-8E60-4314-8D46-341F169B302F}" type="sibTrans" cxnId="{0E7F7692-F201-468F-8B1A-534A153203D6}">
      <dgm:prSet/>
      <dgm:spPr/>
      <dgm:t>
        <a:bodyPr/>
        <a:lstStyle/>
        <a:p>
          <a:endParaRPr lang="en-US"/>
        </a:p>
      </dgm:t>
    </dgm:pt>
    <dgm:pt modelId="{48AE05FA-8407-4DFB-88BF-A3D036A59DD5}">
      <dgm:prSet/>
      <dgm:spPr/>
      <dgm:t>
        <a:bodyPr/>
        <a:lstStyle/>
        <a:p>
          <a:r>
            <a:rPr lang="en-US" b="0" i="0"/>
            <a:t>to prevent layer activation outputs from exploding or vanishing gradients during the forward propagation.</a:t>
          </a:r>
          <a:endParaRPr lang="en-US"/>
        </a:p>
      </dgm:t>
    </dgm:pt>
    <dgm:pt modelId="{20AFC497-3E05-42CE-B28F-BF6B6A314FA9}" type="parTrans" cxnId="{79DBC491-7283-4163-8503-F5B9A694F315}">
      <dgm:prSet/>
      <dgm:spPr/>
      <dgm:t>
        <a:bodyPr/>
        <a:lstStyle/>
        <a:p>
          <a:endParaRPr lang="en-US"/>
        </a:p>
      </dgm:t>
    </dgm:pt>
    <dgm:pt modelId="{BDF917B9-2AA2-44C6-BE3B-188388D8C76D}" type="sibTrans" cxnId="{79DBC491-7283-4163-8503-F5B9A694F315}">
      <dgm:prSet/>
      <dgm:spPr/>
      <dgm:t>
        <a:bodyPr/>
        <a:lstStyle/>
        <a:p>
          <a:endParaRPr lang="en-US"/>
        </a:p>
      </dgm:t>
    </dgm:pt>
    <dgm:pt modelId="{4EE705FB-C766-4243-9911-2CA8571946C2}">
      <dgm:prSet/>
      <dgm:spPr/>
      <dgm:t>
        <a:bodyPr/>
        <a:lstStyle/>
        <a:p>
          <a:r>
            <a:rPr lang="en-US" b="0" i="0"/>
            <a:t>If either of the problems occurs, loss gradients will either be too large or too small, and the network will take more time to converge</a:t>
          </a:r>
          <a:endParaRPr lang="en-US"/>
        </a:p>
      </dgm:t>
    </dgm:pt>
    <dgm:pt modelId="{A57020EF-8BE7-4206-AD6C-303BF96AD53E}" type="parTrans" cxnId="{CA0B0D90-FB63-4E62-9D35-A19A1F1FF30E}">
      <dgm:prSet/>
      <dgm:spPr/>
      <dgm:t>
        <a:bodyPr/>
        <a:lstStyle/>
        <a:p>
          <a:endParaRPr lang="en-US"/>
        </a:p>
      </dgm:t>
    </dgm:pt>
    <dgm:pt modelId="{C7AA08D5-0340-4DA8-A6A2-86B139608DEE}" type="sibTrans" cxnId="{CA0B0D90-FB63-4E62-9D35-A19A1F1FF30E}">
      <dgm:prSet/>
      <dgm:spPr/>
      <dgm:t>
        <a:bodyPr/>
        <a:lstStyle/>
        <a:p>
          <a:endParaRPr lang="en-US"/>
        </a:p>
      </dgm:t>
    </dgm:pt>
    <dgm:pt modelId="{FE938442-A7DE-4B5C-8DAE-CB64F3C69CFF}">
      <dgm:prSet/>
      <dgm:spPr/>
      <dgm:t>
        <a:bodyPr/>
        <a:lstStyle/>
        <a:p>
          <a:r>
            <a:rPr lang="en-US" b="0" i="0"/>
            <a:t>If we initialized the weights correctly, then our objective i.e., optimization of</a:t>
          </a:r>
          <a:r>
            <a:rPr lang="en-US" b="1" i="0"/>
            <a:t> </a:t>
          </a:r>
          <a:r>
            <a:rPr lang="en-US" b="1" i="0" u="sng">
              <a:hlinkClick xmlns:r="http://schemas.openxmlformats.org/officeDocument/2006/relationships" r:id="rId1"/>
            </a:rPr>
            <a:t>loss function</a:t>
          </a:r>
          <a:r>
            <a:rPr lang="en-US" b="0" i="0"/>
            <a:t> will be achieved in the least time otherwise converging to a minimum using gradient descent will be impossible.</a:t>
          </a:r>
          <a:endParaRPr lang="en-US"/>
        </a:p>
      </dgm:t>
    </dgm:pt>
    <dgm:pt modelId="{0BF5501E-E779-4D81-B38C-F2179B854EB6}" type="parTrans" cxnId="{A4906BBC-CB36-430E-A30F-06197B999815}">
      <dgm:prSet/>
      <dgm:spPr/>
      <dgm:t>
        <a:bodyPr/>
        <a:lstStyle/>
        <a:p>
          <a:endParaRPr lang="en-US"/>
        </a:p>
      </dgm:t>
    </dgm:pt>
    <dgm:pt modelId="{F1286CCC-3520-4E48-9D59-65C5FD38776A}" type="sibTrans" cxnId="{A4906BBC-CB36-430E-A30F-06197B999815}">
      <dgm:prSet/>
      <dgm:spPr/>
      <dgm:t>
        <a:bodyPr/>
        <a:lstStyle/>
        <a:p>
          <a:endParaRPr lang="en-US"/>
        </a:p>
      </dgm:t>
    </dgm:pt>
    <dgm:pt modelId="{E7EB7F94-FDB9-4B98-9644-D280A5AC9A2E}" type="pres">
      <dgm:prSet presAssocID="{45083DF0-4F25-4F9E-92EF-FB2B2D49CF1B}" presName="root" presStyleCnt="0">
        <dgm:presLayoutVars>
          <dgm:dir/>
          <dgm:resizeHandles val="exact"/>
        </dgm:presLayoutVars>
      </dgm:prSet>
      <dgm:spPr/>
    </dgm:pt>
    <dgm:pt modelId="{A239D45E-3985-402C-8E57-C32A25FDBD72}" type="pres">
      <dgm:prSet presAssocID="{F8A2D8FC-3363-4349-9487-4E93BC806CB9}" presName="compNode" presStyleCnt="0"/>
      <dgm:spPr/>
    </dgm:pt>
    <dgm:pt modelId="{2E724162-4088-4A98-A299-C5684C6E8DAB}" type="pres">
      <dgm:prSet presAssocID="{F8A2D8FC-3363-4349-9487-4E93BC806CB9}" presName="bgRect" presStyleLbl="bgShp" presStyleIdx="0" presStyleCnt="3"/>
      <dgm:spPr/>
    </dgm:pt>
    <dgm:pt modelId="{0A75A82F-C825-4BCF-85A2-87B31EBD0FD9}" type="pres">
      <dgm:prSet presAssocID="{F8A2D8FC-3363-4349-9487-4E93BC806CB9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A182332-9B33-4484-ADB3-2CAA2D4F35D2}" type="pres">
      <dgm:prSet presAssocID="{F8A2D8FC-3363-4349-9487-4E93BC806CB9}" presName="spaceRect" presStyleCnt="0"/>
      <dgm:spPr/>
    </dgm:pt>
    <dgm:pt modelId="{5F8DC4C1-CEBF-4799-8114-FC11161DA926}" type="pres">
      <dgm:prSet presAssocID="{F8A2D8FC-3363-4349-9487-4E93BC806CB9}" presName="parTx" presStyleLbl="revTx" presStyleIdx="0" presStyleCnt="4">
        <dgm:presLayoutVars>
          <dgm:chMax val="0"/>
          <dgm:chPref val="0"/>
        </dgm:presLayoutVars>
      </dgm:prSet>
      <dgm:spPr/>
    </dgm:pt>
    <dgm:pt modelId="{514FBB83-5602-41E6-AA61-57028A03C143}" type="pres">
      <dgm:prSet presAssocID="{F8A2D8FC-3363-4349-9487-4E93BC806CB9}" presName="desTx" presStyleLbl="revTx" presStyleIdx="1" presStyleCnt="4">
        <dgm:presLayoutVars/>
      </dgm:prSet>
      <dgm:spPr/>
    </dgm:pt>
    <dgm:pt modelId="{806F0DF2-796A-4C3B-8077-8471670F150A}" type="pres">
      <dgm:prSet presAssocID="{D8584A13-8E60-4314-8D46-341F169B302F}" presName="sibTrans" presStyleCnt="0"/>
      <dgm:spPr/>
    </dgm:pt>
    <dgm:pt modelId="{76518A4A-DA94-4C5F-A444-54F882CE510B}" type="pres">
      <dgm:prSet presAssocID="{4EE705FB-C766-4243-9911-2CA8571946C2}" presName="compNode" presStyleCnt="0"/>
      <dgm:spPr/>
    </dgm:pt>
    <dgm:pt modelId="{8FA015C3-14D1-4F3D-8866-6E5CBED07798}" type="pres">
      <dgm:prSet presAssocID="{4EE705FB-C766-4243-9911-2CA8571946C2}" presName="bgRect" presStyleLbl="bgShp" presStyleIdx="1" presStyleCnt="3"/>
      <dgm:spPr/>
    </dgm:pt>
    <dgm:pt modelId="{6ADC662E-4D96-4B38-A7CC-22BD46AF1DED}" type="pres">
      <dgm:prSet presAssocID="{4EE705FB-C766-4243-9911-2CA8571946C2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D0E10E4-A6B5-4B12-AD9D-04E5F3CAE839}" type="pres">
      <dgm:prSet presAssocID="{4EE705FB-C766-4243-9911-2CA8571946C2}" presName="spaceRect" presStyleCnt="0"/>
      <dgm:spPr/>
    </dgm:pt>
    <dgm:pt modelId="{8B3BA192-EA68-4782-AE11-3ED5DD3A1FD7}" type="pres">
      <dgm:prSet presAssocID="{4EE705FB-C766-4243-9911-2CA8571946C2}" presName="parTx" presStyleLbl="revTx" presStyleIdx="2" presStyleCnt="4">
        <dgm:presLayoutVars>
          <dgm:chMax val="0"/>
          <dgm:chPref val="0"/>
        </dgm:presLayoutVars>
      </dgm:prSet>
      <dgm:spPr/>
    </dgm:pt>
    <dgm:pt modelId="{D041B853-0CB6-499E-B986-B378CC45981F}" type="pres">
      <dgm:prSet presAssocID="{C7AA08D5-0340-4DA8-A6A2-86B139608DEE}" presName="sibTrans" presStyleCnt="0"/>
      <dgm:spPr/>
    </dgm:pt>
    <dgm:pt modelId="{3AA1F7A4-2195-4744-9831-DED6849C6CA5}" type="pres">
      <dgm:prSet presAssocID="{FE938442-A7DE-4B5C-8DAE-CB64F3C69CFF}" presName="compNode" presStyleCnt="0"/>
      <dgm:spPr/>
    </dgm:pt>
    <dgm:pt modelId="{D0C9DC4A-C506-4E5D-9A4F-47EE0C6D66CA}" type="pres">
      <dgm:prSet presAssocID="{FE938442-A7DE-4B5C-8DAE-CB64F3C69CFF}" presName="bgRect" presStyleLbl="bgShp" presStyleIdx="2" presStyleCnt="3"/>
      <dgm:spPr/>
    </dgm:pt>
    <dgm:pt modelId="{CBB3427E-B742-445A-8D7C-49240A807A5C}" type="pres">
      <dgm:prSet presAssocID="{FE938442-A7DE-4B5C-8DAE-CB64F3C69CFF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4C84618-FC29-49EC-93BA-FEDEBF432F11}" type="pres">
      <dgm:prSet presAssocID="{FE938442-A7DE-4B5C-8DAE-CB64F3C69CFF}" presName="spaceRect" presStyleCnt="0"/>
      <dgm:spPr/>
    </dgm:pt>
    <dgm:pt modelId="{0A03DEBF-30ED-4505-BA2A-3AE412030D9A}" type="pres">
      <dgm:prSet presAssocID="{FE938442-A7DE-4B5C-8DAE-CB64F3C69CF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7E53920-643B-41C3-84F6-40D53E22AFD1}" type="presOf" srcId="{48AE05FA-8407-4DFB-88BF-A3D036A59DD5}" destId="{514FBB83-5602-41E6-AA61-57028A03C143}" srcOrd="0" destOrd="0" presId="urn:microsoft.com/office/officeart/2018/2/layout/IconVerticalSolidList"/>
    <dgm:cxn modelId="{E49FBE7D-0AB3-4619-AD87-8EC6A642BD5C}" type="presOf" srcId="{45083DF0-4F25-4F9E-92EF-FB2B2D49CF1B}" destId="{E7EB7F94-FDB9-4B98-9644-D280A5AC9A2E}" srcOrd="0" destOrd="0" presId="urn:microsoft.com/office/officeart/2018/2/layout/IconVerticalSolidList"/>
    <dgm:cxn modelId="{CA0B0D90-FB63-4E62-9D35-A19A1F1FF30E}" srcId="{45083DF0-4F25-4F9E-92EF-FB2B2D49CF1B}" destId="{4EE705FB-C766-4243-9911-2CA8571946C2}" srcOrd="1" destOrd="0" parTransId="{A57020EF-8BE7-4206-AD6C-303BF96AD53E}" sibTransId="{C7AA08D5-0340-4DA8-A6A2-86B139608DEE}"/>
    <dgm:cxn modelId="{79DBC491-7283-4163-8503-F5B9A694F315}" srcId="{F8A2D8FC-3363-4349-9487-4E93BC806CB9}" destId="{48AE05FA-8407-4DFB-88BF-A3D036A59DD5}" srcOrd="0" destOrd="0" parTransId="{20AFC497-3E05-42CE-B28F-BF6B6A314FA9}" sibTransId="{BDF917B9-2AA2-44C6-BE3B-188388D8C76D}"/>
    <dgm:cxn modelId="{0E7F7692-F201-468F-8B1A-534A153203D6}" srcId="{45083DF0-4F25-4F9E-92EF-FB2B2D49CF1B}" destId="{F8A2D8FC-3363-4349-9487-4E93BC806CB9}" srcOrd="0" destOrd="0" parTransId="{56053CF0-EA3F-48D6-A536-90D9A3B601B9}" sibTransId="{D8584A13-8E60-4314-8D46-341F169B302F}"/>
    <dgm:cxn modelId="{44DF15B8-A5DC-4E5E-97D7-618CD3229677}" type="presOf" srcId="{F8A2D8FC-3363-4349-9487-4E93BC806CB9}" destId="{5F8DC4C1-CEBF-4799-8114-FC11161DA926}" srcOrd="0" destOrd="0" presId="urn:microsoft.com/office/officeart/2018/2/layout/IconVerticalSolidList"/>
    <dgm:cxn modelId="{461317B9-825D-4E35-85D8-6F202C64897E}" type="presOf" srcId="{4EE705FB-C766-4243-9911-2CA8571946C2}" destId="{8B3BA192-EA68-4782-AE11-3ED5DD3A1FD7}" srcOrd="0" destOrd="0" presId="urn:microsoft.com/office/officeart/2018/2/layout/IconVerticalSolidList"/>
    <dgm:cxn modelId="{A4906BBC-CB36-430E-A30F-06197B999815}" srcId="{45083DF0-4F25-4F9E-92EF-FB2B2D49CF1B}" destId="{FE938442-A7DE-4B5C-8DAE-CB64F3C69CFF}" srcOrd="2" destOrd="0" parTransId="{0BF5501E-E779-4D81-B38C-F2179B854EB6}" sibTransId="{F1286CCC-3520-4E48-9D59-65C5FD38776A}"/>
    <dgm:cxn modelId="{462FDFF0-D479-46FD-A4F8-9BE057BE79F5}" type="presOf" srcId="{FE938442-A7DE-4B5C-8DAE-CB64F3C69CFF}" destId="{0A03DEBF-30ED-4505-BA2A-3AE412030D9A}" srcOrd="0" destOrd="0" presId="urn:microsoft.com/office/officeart/2018/2/layout/IconVerticalSolidList"/>
    <dgm:cxn modelId="{607800A7-A22C-4D5D-8A7B-59027ED2D89E}" type="presParOf" srcId="{E7EB7F94-FDB9-4B98-9644-D280A5AC9A2E}" destId="{A239D45E-3985-402C-8E57-C32A25FDBD72}" srcOrd="0" destOrd="0" presId="urn:microsoft.com/office/officeart/2018/2/layout/IconVerticalSolidList"/>
    <dgm:cxn modelId="{461010DC-A84D-45ED-89DA-BA7C2AE8C73D}" type="presParOf" srcId="{A239D45E-3985-402C-8E57-C32A25FDBD72}" destId="{2E724162-4088-4A98-A299-C5684C6E8DAB}" srcOrd="0" destOrd="0" presId="urn:microsoft.com/office/officeart/2018/2/layout/IconVerticalSolidList"/>
    <dgm:cxn modelId="{57315E2A-5874-493B-907A-FDCB66F0A86B}" type="presParOf" srcId="{A239D45E-3985-402C-8E57-C32A25FDBD72}" destId="{0A75A82F-C825-4BCF-85A2-87B31EBD0FD9}" srcOrd="1" destOrd="0" presId="urn:microsoft.com/office/officeart/2018/2/layout/IconVerticalSolidList"/>
    <dgm:cxn modelId="{A263FE91-E3FB-4502-9722-A446C131BF12}" type="presParOf" srcId="{A239D45E-3985-402C-8E57-C32A25FDBD72}" destId="{5A182332-9B33-4484-ADB3-2CAA2D4F35D2}" srcOrd="2" destOrd="0" presId="urn:microsoft.com/office/officeart/2018/2/layout/IconVerticalSolidList"/>
    <dgm:cxn modelId="{C9D98F0A-218D-48E8-B57E-7BF5902371BE}" type="presParOf" srcId="{A239D45E-3985-402C-8E57-C32A25FDBD72}" destId="{5F8DC4C1-CEBF-4799-8114-FC11161DA926}" srcOrd="3" destOrd="0" presId="urn:microsoft.com/office/officeart/2018/2/layout/IconVerticalSolidList"/>
    <dgm:cxn modelId="{140636AB-494C-4510-B062-14938392356D}" type="presParOf" srcId="{A239D45E-3985-402C-8E57-C32A25FDBD72}" destId="{514FBB83-5602-41E6-AA61-57028A03C143}" srcOrd="4" destOrd="0" presId="urn:microsoft.com/office/officeart/2018/2/layout/IconVerticalSolidList"/>
    <dgm:cxn modelId="{3BC6AA42-0BD4-4ECA-B2FF-711E6147E11F}" type="presParOf" srcId="{E7EB7F94-FDB9-4B98-9644-D280A5AC9A2E}" destId="{806F0DF2-796A-4C3B-8077-8471670F150A}" srcOrd="1" destOrd="0" presId="urn:microsoft.com/office/officeart/2018/2/layout/IconVerticalSolidList"/>
    <dgm:cxn modelId="{25B631E4-0B10-4306-BDB6-03B7F961166F}" type="presParOf" srcId="{E7EB7F94-FDB9-4B98-9644-D280A5AC9A2E}" destId="{76518A4A-DA94-4C5F-A444-54F882CE510B}" srcOrd="2" destOrd="0" presId="urn:microsoft.com/office/officeart/2018/2/layout/IconVerticalSolidList"/>
    <dgm:cxn modelId="{5970E4F0-7FE4-4692-976C-AEFDD480C381}" type="presParOf" srcId="{76518A4A-DA94-4C5F-A444-54F882CE510B}" destId="{8FA015C3-14D1-4F3D-8866-6E5CBED07798}" srcOrd="0" destOrd="0" presId="urn:microsoft.com/office/officeart/2018/2/layout/IconVerticalSolidList"/>
    <dgm:cxn modelId="{7A12A9D2-F7B4-4658-8B34-D92F15B86E92}" type="presParOf" srcId="{76518A4A-DA94-4C5F-A444-54F882CE510B}" destId="{6ADC662E-4D96-4B38-A7CC-22BD46AF1DED}" srcOrd="1" destOrd="0" presId="urn:microsoft.com/office/officeart/2018/2/layout/IconVerticalSolidList"/>
    <dgm:cxn modelId="{8346C5E0-225B-4992-8C1E-0F944B745CFA}" type="presParOf" srcId="{76518A4A-DA94-4C5F-A444-54F882CE510B}" destId="{1D0E10E4-A6B5-4B12-AD9D-04E5F3CAE839}" srcOrd="2" destOrd="0" presId="urn:microsoft.com/office/officeart/2018/2/layout/IconVerticalSolidList"/>
    <dgm:cxn modelId="{575D05B2-70BA-4E9F-B6D1-375B232C25C3}" type="presParOf" srcId="{76518A4A-DA94-4C5F-A444-54F882CE510B}" destId="{8B3BA192-EA68-4782-AE11-3ED5DD3A1FD7}" srcOrd="3" destOrd="0" presId="urn:microsoft.com/office/officeart/2018/2/layout/IconVerticalSolidList"/>
    <dgm:cxn modelId="{1ED69ACD-7063-4328-98D9-01BB63D44B32}" type="presParOf" srcId="{E7EB7F94-FDB9-4B98-9644-D280A5AC9A2E}" destId="{D041B853-0CB6-499E-B986-B378CC45981F}" srcOrd="3" destOrd="0" presId="urn:microsoft.com/office/officeart/2018/2/layout/IconVerticalSolidList"/>
    <dgm:cxn modelId="{48DBD85C-2995-475C-87AD-F02D11E20766}" type="presParOf" srcId="{E7EB7F94-FDB9-4B98-9644-D280A5AC9A2E}" destId="{3AA1F7A4-2195-4744-9831-DED6849C6CA5}" srcOrd="4" destOrd="0" presId="urn:microsoft.com/office/officeart/2018/2/layout/IconVerticalSolidList"/>
    <dgm:cxn modelId="{BAEE1149-0CD8-4498-B616-CC527E786BD9}" type="presParOf" srcId="{3AA1F7A4-2195-4744-9831-DED6849C6CA5}" destId="{D0C9DC4A-C506-4E5D-9A4F-47EE0C6D66CA}" srcOrd="0" destOrd="0" presId="urn:microsoft.com/office/officeart/2018/2/layout/IconVerticalSolidList"/>
    <dgm:cxn modelId="{43FE7C4A-682A-48A0-ABC4-48FAC83AE34C}" type="presParOf" srcId="{3AA1F7A4-2195-4744-9831-DED6849C6CA5}" destId="{CBB3427E-B742-445A-8D7C-49240A807A5C}" srcOrd="1" destOrd="0" presId="urn:microsoft.com/office/officeart/2018/2/layout/IconVerticalSolidList"/>
    <dgm:cxn modelId="{9CD7CE94-E0E8-4631-82FD-BFB8DF405C93}" type="presParOf" srcId="{3AA1F7A4-2195-4744-9831-DED6849C6CA5}" destId="{04C84618-FC29-49EC-93BA-FEDEBF432F11}" srcOrd="2" destOrd="0" presId="urn:microsoft.com/office/officeart/2018/2/layout/IconVerticalSolidList"/>
    <dgm:cxn modelId="{E7257961-7161-4A98-AA81-DCD0D7E0B2B9}" type="presParOf" srcId="{3AA1F7A4-2195-4744-9831-DED6849C6CA5}" destId="{0A03DEBF-30ED-4505-BA2A-3AE412030D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1EB805-CBEB-43EF-A6D7-1A719313BB3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9BAD32-BB5A-4BC3-8E37-B08420DC5514}">
      <dgm:prSet/>
      <dgm:spPr/>
      <dgm:t>
        <a:bodyPr/>
        <a:lstStyle/>
        <a:p>
          <a:r>
            <a:rPr lang="en-US" b="0" i="0"/>
            <a:t>Initializing the Weights to Small Random Values</a:t>
          </a:r>
          <a:endParaRPr lang="en-US"/>
        </a:p>
      </dgm:t>
    </dgm:pt>
    <dgm:pt modelId="{F1E37B0E-ACC0-4F7F-80FF-9CC6E936B1C5}" type="parTrans" cxnId="{9A5393F4-0B4B-4A29-A305-E74FDAB0F305}">
      <dgm:prSet/>
      <dgm:spPr/>
      <dgm:t>
        <a:bodyPr/>
        <a:lstStyle/>
        <a:p>
          <a:endParaRPr lang="en-US"/>
        </a:p>
      </dgm:t>
    </dgm:pt>
    <dgm:pt modelId="{B3AC198D-9AA0-43F2-8621-816255962DF9}" type="sibTrans" cxnId="{9A5393F4-0B4B-4A29-A305-E74FDAB0F30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87FCE6B-C365-4F4E-A165-60477C072078}">
      <dgm:prSet/>
      <dgm:spPr/>
      <dgm:t>
        <a:bodyPr/>
        <a:lstStyle/>
        <a:p>
          <a:r>
            <a:rPr lang="en-US" b="0" i="0"/>
            <a:t>Initializing the Weights to large Random Values</a:t>
          </a:r>
          <a:endParaRPr lang="en-US"/>
        </a:p>
      </dgm:t>
    </dgm:pt>
    <dgm:pt modelId="{AE2D30FE-805F-4A1C-AD28-4E11197716E5}" type="parTrans" cxnId="{83F8B59F-7940-4855-9A35-553C5A843F90}">
      <dgm:prSet/>
      <dgm:spPr/>
      <dgm:t>
        <a:bodyPr/>
        <a:lstStyle/>
        <a:p>
          <a:endParaRPr lang="en-US"/>
        </a:p>
      </dgm:t>
    </dgm:pt>
    <dgm:pt modelId="{A68742AB-2698-44EA-A501-8762280CEF2C}" type="sibTrans" cxnId="{83F8B59F-7940-4855-9A35-553C5A843F9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33FB19E-9ACC-4556-BDD1-AD1478862DB8}" type="pres">
      <dgm:prSet presAssocID="{B11EB805-CBEB-43EF-A6D7-1A719313BB39}" presName="Name0" presStyleCnt="0">
        <dgm:presLayoutVars>
          <dgm:animLvl val="lvl"/>
          <dgm:resizeHandles val="exact"/>
        </dgm:presLayoutVars>
      </dgm:prSet>
      <dgm:spPr/>
    </dgm:pt>
    <dgm:pt modelId="{56542BE9-C1C7-41BF-9BFE-99BA5AC44FB7}" type="pres">
      <dgm:prSet presAssocID="{E09BAD32-BB5A-4BC3-8E37-B08420DC5514}" presName="compositeNode" presStyleCnt="0">
        <dgm:presLayoutVars>
          <dgm:bulletEnabled val="1"/>
        </dgm:presLayoutVars>
      </dgm:prSet>
      <dgm:spPr/>
    </dgm:pt>
    <dgm:pt modelId="{D665B75F-DEFE-4160-BE2C-409E7607EA0E}" type="pres">
      <dgm:prSet presAssocID="{E09BAD32-BB5A-4BC3-8E37-B08420DC5514}" presName="bgRect" presStyleLbl="bgAccFollowNode1" presStyleIdx="0" presStyleCnt="2"/>
      <dgm:spPr/>
    </dgm:pt>
    <dgm:pt modelId="{2374AC30-AE18-4DB2-BF1E-F3639D023D89}" type="pres">
      <dgm:prSet presAssocID="{B3AC198D-9AA0-43F2-8621-816255962DF9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59BA5D76-DE58-46E0-AAEE-5062D77D73DA}" type="pres">
      <dgm:prSet presAssocID="{E09BAD32-BB5A-4BC3-8E37-B08420DC5514}" presName="bottomLine" presStyleLbl="alignNode1" presStyleIdx="1" presStyleCnt="4">
        <dgm:presLayoutVars/>
      </dgm:prSet>
      <dgm:spPr/>
    </dgm:pt>
    <dgm:pt modelId="{942FB931-81CE-4669-BA0E-E21E9A706F33}" type="pres">
      <dgm:prSet presAssocID="{E09BAD32-BB5A-4BC3-8E37-B08420DC5514}" presName="nodeText" presStyleLbl="bgAccFollowNode1" presStyleIdx="0" presStyleCnt="2">
        <dgm:presLayoutVars>
          <dgm:bulletEnabled val="1"/>
        </dgm:presLayoutVars>
      </dgm:prSet>
      <dgm:spPr/>
    </dgm:pt>
    <dgm:pt modelId="{A62758B2-7E2C-4EDE-8041-9B5EAEA54C17}" type="pres">
      <dgm:prSet presAssocID="{B3AC198D-9AA0-43F2-8621-816255962DF9}" presName="sibTrans" presStyleCnt="0"/>
      <dgm:spPr/>
    </dgm:pt>
    <dgm:pt modelId="{08F18EBC-22D5-4D7D-BC23-10E166087876}" type="pres">
      <dgm:prSet presAssocID="{C87FCE6B-C365-4F4E-A165-60477C072078}" presName="compositeNode" presStyleCnt="0">
        <dgm:presLayoutVars>
          <dgm:bulletEnabled val="1"/>
        </dgm:presLayoutVars>
      </dgm:prSet>
      <dgm:spPr/>
    </dgm:pt>
    <dgm:pt modelId="{5A674554-A740-43B6-80FA-29D2CA28FFC0}" type="pres">
      <dgm:prSet presAssocID="{C87FCE6B-C365-4F4E-A165-60477C072078}" presName="bgRect" presStyleLbl="bgAccFollowNode1" presStyleIdx="1" presStyleCnt="2"/>
      <dgm:spPr/>
    </dgm:pt>
    <dgm:pt modelId="{7C4FE182-6884-4611-9CF7-FC46470CE4D4}" type="pres">
      <dgm:prSet presAssocID="{A68742AB-2698-44EA-A501-8762280CEF2C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11FF385C-4D0A-44B5-A1A5-06F9086055AE}" type="pres">
      <dgm:prSet presAssocID="{C87FCE6B-C365-4F4E-A165-60477C072078}" presName="bottomLine" presStyleLbl="alignNode1" presStyleIdx="3" presStyleCnt="4">
        <dgm:presLayoutVars/>
      </dgm:prSet>
      <dgm:spPr/>
    </dgm:pt>
    <dgm:pt modelId="{6F15826D-A341-42AB-A166-F97B6599258E}" type="pres">
      <dgm:prSet presAssocID="{C87FCE6B-C365-4F4E-A165-60477C072078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985EEF69-9309-4D85-B9BC-23FCFDDED49C}" type="presOf" srcId="{E09BAD32-BB5A-4BC3-8E37-B08420DC5514}" destId="{942FB931-81CE-4669-BA0E-E21E9A706F33}" srcOrd="1" destOrd="0" presId="urn:microsoft.com/office/officeart/2016/7/layout/BasicLinearProcessNumbered"/>
    <dgm:cxn modelId="{83F8B59F-7940-4855-9A35-553C5A843F90}" srcId="{B11EB805-CBEB-43EF-A6D7-1A719313BB39}" destId="{C87FCE6B-C365-4F4E-A165-60477C072078}" srcOrd="1" destOrd="0" parTransId="{AE2D30FE-805F-4A1C-AD28-4E11197716E5}" sibTransId="{A68742AB-2698-44EA-A501-8762280CEF2C}"/>
    <dgm:cxn modelId="{1F97ADB2-30AE-4F0F-8419-726CB206A3CF}" type="presOf" srcId="{B3AC198D-9AA0-43F2-8621-816255962DF9}" destId="{2374AC30-AE18-4DB2-BF1E-F3639D023D89}" srcOrd="0" destOrd="0" presId="urn:microsoft.com/office/officeart/2016/7/layout/BasicLinearProcessNumbered"/>
    <dgm:cxn modelId="{2B65BFB4-38A5-4CA3-B8B0-430ABDCC2117}" type="presOf" srcId="{B11EB805-CBEB-43EF-A6D7-1A719313BB39}" destId="{433FB19E-9ACC-4556-BDD1-AD1478862DB8}" srcOrd="0" destOrd="0" presId="urn:microsoft.com/office/officeart/2016/7/layout/BasicLinearProcessNumbered"/>
    <dgm:cxn modelId="{B7C57FC2-929D-4F15-9F48-EF13FD54226F}" type="presOf" srcId="{E09BAD32-BB5A-4BC3-8E37-B08420DC5514}" destId="{D665B75F-DEFE-4160-BE2C-409E7607EA0E}" srcOrd="0" destOrd="0" presId="urn:microsoft.com/office/officeart/2016/7/layout/BasicLinearProcessNumbered"/>
    <dgm:cxn modelId="{555346CA-B2EC-4BE0-95C1-890209DB91B6}" type="presOf" srcId="{C87FCE6B-C365-4F4E-A165-60477C072078}" destId="{6F15826D-A341-42AB-A166-F97B6599258E}" srcOrd="1" destOrd="0" presId="urn:microsoft.com/office/officeart/2016/7/layout/BasicLinearProcessNumbered"/>
    <dgm:cxn modelId="{9A5393F4-0B4B-4A29-A305-E74FDAB0F305}" srcId="{B11EB805-CBEB-43EF-A6D7-1A719313BB39}" destId="{E09BAD32-BB5A-4BC3-8E37-B08420DC5514}" srcOrd="0" destOrd="0" parTransId="{F1E37B0E-ACC0-4F7F-80FF-9CC6E936B1C5}" sibTransId="{B3AC198D-9AA0-43F2-8621-816255962DF9}"/>
    <dgm:cxn modelId="{9FC385F6-171F-4FE3-98E7-3DB1B90C1E6D}" type="presOf" srcId="{A68742AB-2698-44EA-A501-8762280CEF2C}" destId="{7C4FE182-6884-4611-9CF7-FC46470CE4D4}" srcOrd="0" destOrd="0" presId="urn:microsoft.com/office/officeart/2016/7/layout/BasicLinearProcessNumbered"/>
    <dgm:cxn modelId="{C613EAFB-9096-4290-8AEA-30313168F0F2}" type="presOf" srcId="{C87FCE6B-C365-4F4E-A165-60477C072078}" destId="{5A674554-A740-43B6-80FA-29D2CA28FFC0}" srcOrd="0" destOrd="0" presId="urn:microsoft.com/office/officeart/2016/7/layout/BasicLinearProcessNumbered"/>
    <dgm:cxn modelId="{0C1FA5D6-1F8C-43E4-AF8F-969F559F6C5E}" type="presParOf" srcId="{433FB19E-9ACC-4556-BDD1-AD1478862DB8}" destId="{56542BE9-C1C7-41BF-9BFE-99BA5AC44FB7}" srcOrd="0" destOrd="0" presId="urn:microsoft.com/office/officeart/2016/7/layout/BasicLinearProcessNumbered"/>
    <dgm:cxn modelId="{49CEC07B-AAA7-43CD-8538-933CEFCAD82A}" type="presParOf" srcId="{56542BE9-C1C7-41BF-9BFE-99BA5AC44FB7}" destId="{D665B75F-DEFE-4160-BE2C-409E7607EA0E}" srcOrd="0" destOrd="0" presId="urn:microsoft.com/office/officeart/2016/7/layout/BasicLinearProcessNumbered"/>
    <dgm:cxn modelId="{B41CF401-6282-494C-87BD-749A23FDF6FF}" type="presParOf" srcId="{56542BE9-C1C7-41BF-9BFE-99BA5AC44FB7}" destId="{2374AC30-AE18-4DB2-BF1E-F3639D023D89}" srcOrd="1" destOrd="0" presId="urn:microsoft.com/office/officeart/2016/7/layout/BasicLinearProcessNumbered"/>
    <dgm:cxn modelId="{A6EC6E3B-CD1B-4E27-84F7-79164F148F8D}" type="presParOf" srcId="{56542BE9-C1C7-41BF-9BFE-99BA5AC44FB7}" destId="{59BA5D76-DE58-46E0-AAEE-5062D77D73DA}" srcOrd="2" destOrd="0" presId="urn:microsoft.com/office/officeart/2016/7/layout/BasicLinearProcessNumbered"/>
    <dgm:cxn modelId="{8DEA72FA-87CD-43C2-ADCB-FB19433D0899}" type="presParOf" srcId="{56542BE9-C1C7-41BF-9BFE-99BA5AC44FB7}" destId="{942FB931-81CE-4669-BA0E-E21E9A706F33}" srcOrd="3" destOrd="0" presId="urn:microsoft.com/office/officeart/2016/7/layout/BasicLinearProcessNumbered"/>
    <dgm:cxn modelId="{8B0EA0EC-8480-41E7-8A9D-4E55EC7919AA}" type="presParOf" srcId="{433FB19E-9ACC-4556-BDD1-AD1478862DB8}" destId="{A62758B2-7E2C-4EDE-8041-9B5EAEA54C17}" srcOrd="1" destOrd="0" presId="urn:microsoft.com/office/officeart/2016/7/layout/BasicLinearProcessNumbered"/>
    <dgm:cxn modelId="{23FA2330-EFE7-4B96-8999-2F1390EB0161}" type="presParOf" srcId="{433FB19E-9ACC-4556-BDD1-AD1478862DB8}" destId="{08F18EBC-22D5-4D7D-BC23-10E166087876}" srcOrd="2" destOrd="0" presId="urn:microsoft.com/office/officeart/2016/7/layout/BasicLinearProcessNumbered"/>
    <dgm:cxn modelId="{B821CC92-8A6D-4E9B-A054-1815089ABC37}" type="presParOf" srcId="{08F18EBC-22D5-4D7D-BC23-10E166087876}" destId="{5A674554-A740-43B6-80FA-29D2CA28FFC0}" srcOrd="0" destOrd="0" presId="urn:microsoft.com/office/officeart/2016/7/layout/BasicLinearProcessNumbered"/>
    <dgm:cxn modelId="{3071070E-D59C-49B6-8CC4-652602FE70BE}" type="presParOf" srcId="{08F18EBC-22D5-4D7D-BC23-10E166087876}" destId="{7C4FE182-6884-4611-9CF7-FC46470CE4D4}" srcOrd="1" destOrd="0" presId="urn:microsoft.com/office/officeart/2016/7/layout/BasicLinearProcessNumbered"/>
    <dgm:cxn modelId="{769918B7-514C-4BCB-BF4A-24B76827E089}" type="presParOf" srcId="{08F18EBC-22D5-4D7D-BC23-10E166087876}" destId="{11FF385C-4D0A-44B5-A1A5-06F9086055AE}" srcOrd="2" destOrd="0" presId="urn:microsoft.com/office/officeart/2016/7/layout/BasicLinearProcessNumbered"/>
    <dgm:cxn modelId="{94ACF8BA-88EC-4097-82CA-2AA1EBFBE2E4}" type="presParOf" srcId="{08F18EBC-22D5-4D7D-BC23-10E166087876}" destId="{6F15826D-A341-42AB-A166-F97B6599258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CA29F7-D237-4E6A-BFDA-AAB96A236C6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F7A1DF-0504-415C-901A-2E043CF51E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In the first case, we sampled the initial weights from a standard normal distribution with zero mean and unit variance and scaled them by a factor of 0.01. </a:t>
          </a:r>
        </a:p>
        <a:p>
          <a:pPr>
            <a:lnSpc>
              <a:spcPct val="100000"/>
            </a:lnSpc>
          </a:pPr>
          <a:r>
            <a:rPr lang="en-US" b="0" i="0" dirty="0"/>
            <a:t>This is equivalent to drawing samples from a standard normal distribution with zero mean and variance 0.01</a:t>
          </a:r>
          <a:r>
            <a:rPr lang="en-US" b="0" i="0" baseline="30000" dirty="0"/>
            <a:t>2</a:t>
          </a:r>
          <a:r>
            <a:rPr lang="en-US" b="0" i="0" dirty="0"/>
            <a:t>, which is negligibly small. </a:t>
          </a:r>
        </a:p>
        <a:p>
          <a:pPr>
            <a:lnSpc>
              <a:spcPct val="100000"/>
            </a:lnSpc>
          </a:pPr>
          <a:r>
            <a:rPr lang="en-US" b="0" i="0" dirty="0"/>
            <a:t>When the weight distribution has a small variance, both activations during forward pass and gradients during backprop vanish.</a:t>
          </a:r>
          <a:endParaRPr lang="en-US" dirty="0"/>
        </a:p>
      </dgm:t>
    </dgm:pt>
    <dgm:pt modelId="{6FBBCAF9-7697-42D0-BF66-68D59D05149F}" type="parTrans" cxnId="{33FF68C0-32D9-45E2-AC34-50CFF1CE3AB8}">
      <dgm:prSet/>
      <dgm:spPr/>
      <dgm:t>
        <a:bodyPr/>
        <a:lstStyle/>
        <a:p>
          <a:endParaRPr lang="en-US"/>
        </a:p>
      </dgm:t>
    </dgm:pt>
    <dgm:pt modelId="{0B94807E-D937-42D9-8DDC-18CC4375CA38}" type="sibTrans" cxnId="{33FF68C0-32D9-45E2-AC34-50CFF1CE3AB8}">
      <dgm:prSet/>
      <dgm:spPr/>
      <dgm:t>
        <a:bodyPr/>
        <a:lstStyle/>
        <a:p>
          <a:endParaRPr lang="en-US"/>
        </a:p>
      </dgm:t>
    </dgm:pt>
    <dgm:pt modelId="{028A9CC5-4C61-4DF9-BFDF-8EA40A79E3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 the second case, we sampled from a standard normal distribution, without scaling the samples. We faced the problem of saturating activations and vanishing gradients during backpropagation.</a:t>
          </a:r>
          <a:endParaRPr lang="en-US"/>
        </a:p>
      </dgm:t>
    </dgm:pt>
    <dgm:pt modelId="{DDBD907E-55A7-48AD-87A6-001A6FF94A30}" type="parTrans" cxnId="{D7A36AB6-BC9F-4EC0-AD3C-DA47339B72FD}">
      <dgm:prSet/>
      <dgm:spPr/>
      <dgm:t>
        <a:bodyPr/>
        <a:lstStyle/>
        <a:p>
          <a:endParaRPr lang="en-US"/>
        </a:p>
      </dgm:t>
    </dgm:pt>
    <dgm:pt modelId="{6AE8C186-CAB5-4FF0-9AA1-5C9C4ACCF6E2}" type="sibTrans" cxnId="{D7A36AB6-BC9F-4EC0-AD3C-DA47339B72FD}">
      <dgm:prSet/>
      <dgm:spPr/>
      <dgm:t>
        <a:bodyPr/>
        <a:lstStyle/>
        <a:p>
          <a:endParaRPr lang="en-US"/>
        </a:p>
      </dgm:t>
    </dgm:pt>
    <dgm:pt modelId="{4992DB32-EE41-4B82-9F0D-A6F1D76728FF}" type="pres">
      <dgm:prSet presAssocID="{91CA29F7-D237-4E6A-BFDA-AAB96A236C6D}" presName="diagram" presStyleCnt="0">
        <dgm:presLayoutVars>
          <dgm:dir/>
          <dgm:resizeHandles val="exact"/>
        </dgm:presLayoutVars>
      </dgm:prSet>
      <dgm:spPr/>
    </dgm:pt>
    <dgm:pt modelId="{1BD291C1-8B8E-46A0-BDF1-51087D59421C}" type="pres">
      <dgm:prSet presAssocID="{7BF7A1DF-0504-415C-901A-2E043CF51E11}" presName="node" presStyleLbl="node1" presStyleIdx="0" presStyleCnt="2">
        <dgm:presLayoutVars>
          <dgm:bulletEnabled val="1"/>
        </dgm:presLayoutVars>
      </dgm:prSet>
      <dgm:spPr/>
    </dgm:pt>
    <dgm:pt modelId="{F0459EAB-499F-41CB-B614-E137C876DD0F}" type="pres">
      <dgm:prSet presAssocID="{0B94807E-D937-42D9-8DDC-18CC4375CA38}" presName="sibTrans" presStyleCnt="0"/>
      <dgm:spPr/>
    </dgm:pt>
    <dgm:pt modelId="{070EFA8C-02C5-41CE-A608-B9D077366FD8}" type="pres">
      <dgm:prSet presAssocID="{028A9CC5-4C61-4DF9-BFDF-8EA40A79E3CE}" presName="node" presStyleLbl="node1" presStyleIdx="1" presStyleCnt="2">
        <dgm:presLayoutVars>
          <dgm:bulletEnabled val="1"/>
        </dgm:presLayoutVars>
      </dgm:prSet>
      <dgm:spPr/>
    </dgm:pt>
  </dgm:ptLst>
  <dgm:cxnLst>
    <dgm:cxn modelId="{3005FD2B-3E47-4EB8-B696-21BB0784F394}" type="presOf" srcId="{91CA29F7-D237-4E6A-BFDA-AAB96A236C6D}" destId="{4992DB32-EE41-4B82-9F0D-A6F1D76728FF}" srcOrd="0" destOrd="0" presId="urn:microsoft.com/office/officeart/2005/8/layout/default"/>
    <dgm:cxn modelId="{AAAC6C54-F910-484C-8159-EF18B58F5670}" type="presOf" srcId="{7BF7A1DF-0504-415C-901A-2E043CF51E11}" destId="{1BD291C1-8B8E-46A0-BDF1-51087D59421C}" srcOrd="0" destOrd="0" presId="urn:microsoft.com/office/officeart/2005/8/layout/default"/>
    <dgm:cxn modelId="{7102BA7F-212E-4646-A713-476BA99A15E2}" type="presOf" srcId="{028A9CC5-4C61-4DF9-BFDF-8EA40A79E3CE}" destId="{070EFA8C-02C5-41CE-A608-B9D077366FD8}" srcOrd="0" destOrd="0" presId="urn:microsoft.com/office/officeart/2005/8/layout/default"/>
    <dgm:cxn modelId="{D7A36AB6-BC9F-4EC0-AD3C-DA47339B72FD}" srcId="{91CA29F7-D237-4E6A-BFDA-AAB96A236C6D}" destId="{028A9CC5-4C61-4DF9-BFDF-8EA40A79E3CE}" srcOrd="1" destOrd="0" parTransId="{DDBD907E-55A7-48AD-87A6-001A6FF94A30}" sibTransId="{6AE8C186-CAB5-4FF0-9AA1-5C9C4ACCF6E2}"/>
    <dgm:cxn modelId="{33FF68C0-32D9-45E2-AC34-50CFF1CE3AB8}" srcId="{91CA29F7-D237-4E6A-BFDA-AAB96A236C6D}" destId="{7BF7A1DF-0504-415C-901A-2E043CF51E11}" srcOrd="0" destOrd="0" parTransId="{6FBBCAF9-7697-42D0-BF66-68D59D05149F}" sibTransId="{0B94807E-D937-42D9-8DDC-18CC4375CA38}"/>
    <dgm:cxn modelId="{38CC8C71-9CBC-4B49-9AEA-9DF67936E56F}" type="presParOf" srcId="{4992DB32-EE41-4B82-9F0D-A6F1D76728FF}" destId="{1BD291C1-8B8E-46A0-BDF1-51087D59421C}" srcOrd="0" destOrd="0" presId="urn:microsoft.com/office/officeart/2005/8/layout/default"/>
    <dgm:cxn modelId="{261BA1C1-AC9A-4FFB-91A2-BE66E164ACAF}" type="presParOf" srcId="{4992DB32-EE41-4B82-9F0D-A6F1D76728FF}" destId="{F0459EAB-499F-41CB-B614-E137C876DD0F}" srcOrd="1" destOrd="0" presId="urn:microsoft.com/office/officeart/2005/8/layout/default"/>
    <dgm:cxn modelId="{D098ADA9-28F4-4FAC-ACAA-A6E37606FDE8}" type="presParOf" srcId="{4992DB32-EE41-4B82-9F0D-A6F1D76728FF}" destId="{070EFA8C-02C5-41CE-A608-B9D077366FD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9EAFBC-EE28-44A8-BA76-932951E0528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79DCB2F-E8FF-48D3-93F1-955EDDDB4241}">
      <dgm:prSet/>
      <dgm:spPr/>
      <dgm:t>
        <a:bodyPr/>
        <a:lstStyle/>
        <a:p>
          <a:r>
            <a:rPr lang="en-SG" b="0" i="0" dirty="0"/>
            <a:t>Xavier or </a:t>
          </a:r>
          <a:r>
            <a:rPr lang="en-SG" b="0" i="0" dirty="0" err="1"/>
            <a:t>Glorot</a:t>
          </a:r>
          <a:r>
            <a:rPr lang="en-SG" b="0" i="0" dirty="0"/>
            <a:t> Initialization</a:t>
          </a:r>
          <a:endParaRPr lang="en-US" dirty="0"/>
        </a:p>
      </dgm:t>
    </dgm:pt>
    <dgm:pt modelId="{39165B2D-1A82-4794-BE3F-1282A82A5799}" type="parTrans" cxnId="{8F271977-AD3B-4E0A-8897-BA398FA2A8D7}">
      <dgm:prSet/>
      <dgm:spPr/>
      <dgm:t>
        <a:bodyPr/>
        <a:lstStyle/>
        <a:p>
          <a:endParaRPr lang="en-US"/>
        </a:p>
      </dgm:t>
    </dgm:pt>
    <dgm:pt modelId="{E94C2195-CDFC-4A9F-8D97-64E19DE0F21E}" type="sibTrans" cxnId="{8F271977-AD3B-4E0A-8897-BA398FA2A8D7}">
      <dgm:prSet/>
      <dgm:spPr/>
      <dgm:t>
        <a:bodyPr/>
        <a:lstStyle/>
        <a:p>
          <a:endParaRPr lang="en-US"/>
        </a:p>
      </dgm:t>
    </dgm:pt>
    <dgm:pt modelId="{553E29FF-1B2B-430C-BD8D-E2E62C140AED}">
      <dgm:prSet/>
      <dgm:spPr/>
      <dgm:t>
        <a:bodyPr/>
        <a:lstStyle/>
        <a:p>
          <a:r>
            <a:rPr lang="en-SG" b="0" i="0"/>
            <a:t>He Initialization</a:t>
          </a:r>
          <a:endParaRPr lang="en-US"/>
        </a:p>
      </dgm:t>
    </dgm:pt>
    <dgm:pt modelId="{3F9C2D38-534C-4F1F-9FC3-039DE6AD7321}" type="parTrans" cxnId="{05979C07-40C4-476E-AAFB-C283E28FA494}">
      <dgm:prSet/>
      <dgm:spPr/>
      <dgm:t>
        <a:bodyPr/>
        <a:lstStyle/>
        <a:p>
          <a:endParaRPr lang="en-US"/>
        </a:p>
      </dgm:t>
    </dgm:pt>
    <dgm:pt modelId="{51BD3963-E06F-483E-94DC-C4C5EEF014E2}" type="sibTrans" cxnId="{05979C07-40C4-476E-AAFB-C283E28FA494}">
      <dgm:prSet/>
      <dgm:spPr/>
      <dgm:t>
        <a:bodyPr/>
        <a:lstStyle/>
        <a:p>
          <a:endParaRPr lang="en-US"/>
        </a:p>
      </dgm:t>
    </dgm:pt>
    <dgm:pt modelId="{4655DF25-6C79-4A52-9031-2882372147DF}">
      <dgm:prSet/>
      <dgm:spPr/>
      <dgm:t>
        <a:bodyPr/>
        <a:lstStyle/>
        <a:p>
          <a:r>
            <a:rPr lang="en-SG" i="0"/>
            <a:t>Orthogonal initialization</a:t>
          </a:r>
          <a:endParaRPr lang="en-US"/>
        </a:p>
      </dgm:t>
    </dgm:pt>
    <dgm:pt modelId="{60A8EDE3-45F9-4BE5-BA2B-D00A659A040C}" type="parTrans" cxnId="{6DFECA12-FC17-49A7-BBDF-9BD91E7C1C2F}">
      <dgm:prSet/>
      <dgm:spPr/>
      <dgm:t>
        <a:bodyPr/>
        <a:lstStyle/>
        <a:p>
          <a:endParaRPr lang="en-US"/>
        </a:p>
      </dgm:t>
    </dgm:pt>
    <dgm:pt modelId="{DC82B646-A009-4067-8B93-63A01003F517}" type="sibTrans" cxnId="{6DFECA12-FC17-49A7-BBDF-9BD91E7C1C2F}">
      <dgm:prSet/>
      <dgm:spPr/>
      <dgm:t>
        <a:bodyPr/>
        <a:lstStyle/>
        <a:p>
          <a:endParaRPr lang="en-US"/>
        </a:p>
      </dgm:t>
    </dgm:pt>
    <dgm:pt modelId="{57F003CC-1CC6-4C38-A120-AB6F31715827}">
      <dgm:prSet/>
      <dgm:spPr/>
      <dgm:t>
        <a:bodyPr/>
        <a:lstStyle/>
        <a:p>
          <a:r>
            <a:rPr lang="en-SG"/>
            <a:t>LeCun Initialization</a:t>
          </a:r>
        </a:p>
      </dgm:t>
    </dgm:pt>
    <dgm:pt modelId="{905E168A-7781-4112-A1CF-69D13DC11258}" type="parTrans" cxnId="{8568707F-6E5C-4C47-BA9F-2A5EF9894983}">
      <dgm:prSet/>
      <dgm:spPr/>
      <dgm:t>
        <a:bodyPr/>
        <a:lstStyle/>
        <a:p>
          <a:endParaRPr lang="en-SG"/>
        </a:p>
      </dgm:t>
    </dgm:pt>
    <dgm:pt modelId="{74AFD142-17B0-434D-B82E-D49ECA300A51}" type="sibTrans" cxnId="{8568707F-6E5C-4C47-BA9F-2A5EF9894983}">
      <dgm:prSet/>
      <dgm:spPr/>
      <dgm:t>
        <a:bodyPr/>
        <a:lstStyle/>
        <a:p>
          <a:endParaRPr lang="en-SG"/>
        </a:p>
      </dgm:t>
    </dgm:pt>
    <dgm:pt modelId="{D2CD208D-2856-42CD-AFD3-84699724775F}" type="pres">
      <dgm:prSet presAssocID="{E09EAFBC-EE28-44A8-BA76-932951E05283}" presName="linear" presStyleCnt="0">
        <dgm:presLayoutVars>
          <dgm:animLvl val="lvl"/>
          <dgm:resizeHandles val="exact"/>
        </dgm:presLayoutVars>
      </dgm:prSet>
      <dgm:spPr/>
    </dgm:pt>
    <dgm:pt modelId="{2AC5D9F6-904F-410B-9E27-1E0DE9C05536}" type="pres">
      <dgm:prSet presAssocID="{079DCB2F-E8FF-48D3-93F1-955EDDDB42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2B7AFE-3494-4BA9-9A1F-2FA1F82EAEE3}" type="pres">
      <dgm:prSet presAssocID="{E94C2195-CDFC-4A9F-8D97-64E19DE0F21E}" presName="spacer" presStyleCnt="0"/>
      <dgm:spPr/>
    </dgm:pt>
    <dgm:pt modelId="{0C32CD42-1AE6-47FC-BA67-C10472597DE7}" type="pres">
      <dgm:prSet presAssocID="{553E29FF-1B2B-430C-BD8D-E2E62C140A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1ACEF9-38CC-43C6-B195-0F11C77166C8}" type="pres">
      <dgm:prSet presAssocID="{51BD3963-E06F-483E-94DC-C4C5EEF014E2}" presName="spacer" presStyleCnt="0"/>
      <dgm:spPr/>
    </dgm:pt>
    <dgm:pt modelId="{FBB9B0FB-856E-499F-B8F4-3C8C162DFD4C}" type="pres">
      <dgm:prSet presAssocID="{4655DF25-6C79-4A52-9031-2882372147D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ABF5881-4324-4371-864E-527FC1C457DB}" type="pres">
      <dgm:prSet presAssocID="{DC82B646-A009-4067-8B93-63A01003F517}" presName="spacer" presStyleCnt="0"/>
      <dgm:spPr/>
    </dgm:pt>
    <dgm:pt modelId="{28D16F42-CEA2-4292-B902-5E9A356C70CB}" type="pres">
      <dgm:prSet presAssocID="{57F003CC-1CC6-4C38-A120-AB6F317158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979C07-40C4-476E-AAFB-C283E28FA494}" srcId="{E09EAFBC-EE28-44A8-BA76-932951E05283}" destId="{553E29FF-1B2B-430C-BD8D-E2E62C140AED}" srcOrd="1" destOrd="0" parTransId="{3F9C2D38-534C-4F1F-9FC3-039DE6AD7321}" sibTransId="{51BD3963-E06F-483E-94DC-C4C5EEF014E2}"/>
    <dgm:cxn modelId="{6DFECA12-FC17-49A7-BBDF-9BD91E7C1C2F}" srcId="{E09EAFBC-EE28-44A8-BA76-932951E05283}" destId="{4655DF25-6C79-4A52-9031-2882372147DF}" srcOrd="2" destOrd="0" parTransId="{60A8EDE3-45F9-4BE5-BA2B-D00A659A040C}" sibTransId="{DC82B646-A009-4067-8B93-63A01003F517}"/>
    <dgm:cxn modelId="{991B6C39-3DA1-4C2B-B1F1-AC8BE2014C23}" type="presOf" srcId="{4655DF25-6C79-4A52-9031-2882372147DF}" destId="{FBB9B0FB-856E-499F-B8F4-3C8C162DFD4C}" srcOrd="0" destOrd="0" presId="urn:microsoft.com/office/officeart/2005/8/layout/vList2"/>
    <dgm:cxn modelId="{E7B05F48-9123-4A52-A153-47F6E9B4505A}" type="presOf" srcId="{57F003CC-1CC6-4C38-A120-AB6F31715827}" destId="{28D16F42-CEA2-4292-B902-5E9A356C70CB}" srcOrd="0" destOrd="0" presId="urn:microsoft.com/office/officeart/2005/8/layout/vList2"/>
    <dgm:cxn modelId="{8F271977-AD3B-4E0A-8897-BA398FA2A8D7}" srcId="{E09EAFBC-EE28-44A8-BA76-932951E05283}" destId="{079DCB2F-E8FF-48D3-93F1-955EDDDB4241}" srcOrd="0" destOrd="0" parTransId="{39165B2D-1A82-4794-BE3F-1282A82A5799}" sibTransId="{E94C2195-CDFC-4A9F-8D97-64E19DE0F21E}"/>
    <dgm:cxn modelId="{8568707F-6E5C-4C47-BA9F-2A5EF9894983}" srcId="{E09EAFBC-EE28-44A8-BA76-932951E05283}" destId="{57F003CC-1CC6-4C38-A120-AB6F31715827}" srcOrd="3" destOrd="0" parTransId="{905E168A-7781-4112-A1CF-69D13DC11258}" sibTransId="{74AFD142-17B0-434D-B82E-D49ECA300A51}"/>
    <dgm:cxn modelId="{C226C98D-C2AD-4BE7-8F9D-E8E8864535A3}" type="presOf" srcId="{079DCB2F-E8FF-48D3-93F1-955EDDDB4241}" destId="{2AC5D9F6-904F-410B-9E27-1E0DE9C05536}" srcOrd="0" destOrd="0" presId="urn:microsoft.com/office/officeart/2005/8/layout/vList2"/>
    <dgm:cxn modelId="{62AC7FE7-63B6-428A-8AD5-71E79FD9A312}" type="presOf" srcId="{553E29FF-1B2B-430C-BD8D-E2E62C140AED}" destId="{0C32CD42-1AE6-47FC-BA67-C10472597DE7}" srcOrd="0" destOrd="0" presId="urn:microsoft.com/office/officeart/2005/8/layout/vList2"/>
    <dgm:cxn modelId="{EB1B20EF-D6FC-4B25-9B73-F16B14A86454}" type="presOf" srcId="{E09EAFBC-EE28-44A8-BA76-932951E05283}" destId="{D2CD208D-2856-42CD-AFD3-84699724775F}" srcOrd="0" destOrd="0" presId="urn:microsoft.com/office/officeart/2005/8/layout/vList2"/>
    <dgm:cxn modelId="{D80CD4C4-12FB-4D10-9B6E-05DA21B02C25}" type="presParOf" srcId="{D2CD208D-2856-42CD-AFD3-84699724775F}" destId="{2AC5D9F6-904F-410B-9E27-1E0DE9C05536}" srcOrd="0" destOrd="0" presId="urn:microsoft.com/office/officeart/2005/8/layout/vList2"/>
    <dgm:cxn modelId="{30047048-C33A-4DFD-AA04-40E26223757C}" type="presParOf" srcId="{D2CD208D-2856-42CD-AFD3-84699724775F}" destId="{C22B7AFE-3494-4BA9-9A1F-2FA1F82EAEE3}" srcOrd="1" destOrd="0" presId="urn:microsoft.com/office/officeart/2005/8/layout/vList2"/>
    <dgm:cxn modelId="{5A8C3C78-6DA1-47EF-8E38-C049C572C5AC}" type="presParOf" srcId="{D2CD208D-2856-42CD-AFD3-84699724775F}" destId="{0C32CD42-1AE6-47FC-BA67-C10472597DE7}" srcOrd="2" destOrd="0" presId="urn:microsoft.com/office/officeart/2005/8/layout/vList2"/>
    <dgm:cxn modelId="{F07262FB-BDA3-4CC3-B34C-CCAE5939BA00}" type="presParOf" srcId="{D2CD208D-2856-42CD-AFD3-84699724775F}" destId="{031ACEF9-38CC-43C6-B195-0F11C77166C8}" srcOrd="3" destOrd="0" presId="urn:microsoft.com/office/officeart/2005/8/layout/vList2"/>
    <dgm:cxn modelId="{C5BFF110-4981-44E1-AC13-A96650AB7874}" type="presParOf" srcId="{D2CD208D-2856-42CD-AFD3-84699724775F}" destId="{FBB9B0FB-856E-499F-B8F4-3C8C162DFD4C}" srcOrd="4" destOrd="0" presId="urn:microsoft.com/office/officeart/2005/8/layout/vList2"/>
    <dgm:cxn modelId="{E17D2D57-F7D6-4253-BDF8-52377863A226}" type="presParOf" srcId="{D2CD208D-2856-42CD-AFD3-84699724775F}" destId="{9ABF5881-4324-4371-864E-527FC1C457DB}" srcOrd="5" destOrd="0" presId="urn:microsoft.com/office/officeart/2005/8/layout/vList2"/>
    <dgm:cxn modelId="{3E50B260-27B1-4C9A-B755-9FCEBECCF332}" type="presParOf" srcId="{D2CD208D-2856-42CD-AFD3-84699724775F}" destId="{28D16F42-CEA2-4292-B902-5E9A356C70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A1FE0-3A84-4561-B6A0-0FABD13BCD78}">
      <dsp:nvSpPr>
        <dsp:cNvPr id="0" name=""/>
        <dsp:cNvSpPr/>
      </dsp:nvSpPr>
      <dsp:spPr>
        <a:xfrm>
          <a:off x="1824862" y="779354"/>
          <a:ext cx="1455620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68F9D-DFD4-4664-A735-BF54E0E455AC}">
      <dsp:nvSpPr>
        <dsp:cNvPr id="0" name=""/>
        <dsp:cNvSpPr/>
      </dsp:nvSpPr>
      <dsp:spPr>
        <a:xfrm>
          <a:off x="3367820" y="661863"/>
          <a:ext cx="167396" cy="30221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841840"/>
            <a:satOff val="-7779"/>
            <a:lumOff val="-8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841840"/>
              <a:satOff val="-7779"/>
              <a:lumOff val="-8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104B3-171C-4538-A43A-8656240D45EE}">
      <dsp:nvSpPr>
        <dsp:cNvPr id="0" name=""/>
        <dsp:cNvSpPr/>
      </dsp:nvSpPr>
      <dsp:spPr>
        <a:xfrm>
          <a:off x="880373" y="19502"/>
          <a:ext cx="1519775" cy="15197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181" tIns="59181" rIns="59181" bIns="59181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1</a:t>
          </a:r>
        </a:p>
      </dsp:txBody>
      <dsp:txXfrm>
        <a:off x="1102939" y="242068"/>
        <a:ext cx="1074643" cy="1074643"/>
      </dsp:txXfrm>
    </dsp:sp>
    <dsp:sp modelId="{CA247566-A4AD-4434-8E33-93C2E8E641DE}">
      <dsp:nvSpPr>
        <dsp:cNvPr id="0" name=""/>
        <dsp:cNvSpPr/>
      </dsp:nvSpPr>
      <dsp:spPr>
        <a:xfrm>
          <a:off x="5335" y="1704302"/>
          <a:ext cx="327514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47" tIns="165100" rIns="258347" bIns="1651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Initialize weights and bias</a:t>
          </a:r>
          <a:endParaRPr lang="en-US" sz="2000" kern="1200"/>
        </a:p>
      </dsp:txBody>
      <dsp:txXfrm>
        <a:off x="5335" y="2097422"/>
        <a:ext cx="3275147" cy="1572480"/>
      </dsp:txXfrm>
    </dsp:sp>
    <dsp:sp modelId="{27967514-1AF6-49CC-8DA0-C935494A85CE}">
      <dsp:nvSpPr>
        <dsp:cNvPr id="0" name=""/>
        <dsp:cNvSpPr/>
      </dsp:nvSpPr>
      <dsp:spPr>
        <a:xfrm>
          <a:off x="3644388" y="779094"/>
          <a:ext cx="3275147" cy="71"/>
        </a:xfrm>
        <a:prstGeom prst="rect">
          <a:avLst/>
        </a:prstGeom>
        <a:solidFill>
          <a:schemeClr val="accent2">
            <a:tint val="40000"/>
            <a:alpha val="90000"/>
            <a:hueOff val="2525519"/>
            <a:satOff val="-23337"/>
            <a:lumOff val="-263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525519"/>
              <a:satOff val="-23337"/>
              <a:lumOff val="-26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B48E5-0936-4706-AD6C-FE8ABB3A1AB5}">
      <dsp:nvSpPr>
        <dsp:cNvPr id="0" name=""/>
        <dsp:cNvSpPr/>
      </dsp:nvSpPr>
      <dsp:spPr>
        <a:xfrm>
          <a:off x="7006872" y="661235"/>
          <a:ext cx="167396" cy="30316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AB20F-E147-4A1C-BCED-2C430B5FE309}">
      <dsp:nvSpPr>
        <dsp:cNvPr id="0" name=""/>
        <dsp:cNvSpPr/>
      </dsp:nvSpPr>
      <dsp:spPr>
        <a:xfrm>
          <a:off x="4522074" y="19502"/>
          <a:ext cx="1519256" cy="1519256"/>
        </a:xfrm>
        <a:prstGeom prst="ellips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976" tIns="58976" rIns="58976" bIns="58976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2</a:t>
          </a:r>
        </a:p>
      </dsp:txBody>
      <dsp:txXfrm>
        <a:off x="4744564" y="241992"/>
        <a:ext cx="1074276" cy="1074276"/>
      </dsp:txXfrm>
    </dsp:sp>
    <dsp:sp modelId="{EA8089FC-8DF0-4EAE-91D0-55AD68829128}">
      <dsp:nvSpPr>
        <dsp:cNvPr id="0" name=""/>
        <dsp:cNvSpPr/>
      </dsp:nvSpPr>
      <dsp:spPr>
        <a:xfrm>
          <a:off x="3644388" y="1704302"/>
          <a:ext cx="327514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4209199"/>
            <a:satOff val="-38895"/>
            <a:lumOff val="-438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209199"/>
              <a:satOff val="-38895"/>
              <a:lumOff val="-43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47" tIns="165100" rIns="258347" bIns="1651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Choose an optimization algorithm(loss)</a:t>
          </a:r>
          <a:endParaRPr lang="en-US" sz="2000" kern="1200" dirty="0"/>
        </a:p>
      </dsp:txBody>
      <dsp:txXfrm>
        <a:off x="3644388" y="2097422"/>
        <a:ext cx="3275147" cy="1572480"/>
      </dsp:txXfrm>
    </dsp:sp>
    <dsp:sp modelId="{1A498CBA-7EF7-4708-9ABA-16D59732ECEA}">
      <dsp:nvSpPr>
        <dsp:cNvPr id="0" name=""/>
        <dsp:cNvSpPr/>
      </dsp:nvSpPr>
      <dsp:spPr>
        <a:xfrm>
          <a:off x="7283440" y="782004"/>
          <a:ext cx="1637573" cy="69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D890F-34B7-4C57-9305-D5AFABFF13E1}">
      <dsp:nvSpPr>
        <dsp:cNvPr id="0" name=""/>
        <dsp:cNvSpPr/>
      </dsp:nvSpPr>
      <dsp:spPr>
        <a:xfrm>
          <a:off x="8161386" y="22410"/>
          <a:ext cx="1519256" cy="1519256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956" tIns="58956" rIns="58956" bIns="58956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3</a:t>
          </a:r>
        </a:p>
      </dsp:txBody>
      <dsp:txXfrm>
        <a:off x="8383876" y="244900"/>
        <a:ext cx="1074276" cy="1074276"/>
      </dsp:txXfrm>
    </dsp:sp>
    <dsp:sp modelId="{5AFD13B4-CB42-4B1D-983D-D1E8DCC3E9BD}">
      <dsp:nvSpPr>
        <dsp:cNvPr id="0" name=""/>
        <dsp:cNvSpPr/>
      </dsp:nvSpPr>
      <dsp:spPr>
        <a:xfrm>
          <a:off x="7283440" y="1704302"/>
          <a:ext cx="327514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47" tIns="165100" rIns="258347" bIns="1651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Repeat this process</a:t>
          </a:r>
          <a:endParaRPr lang="en-US" sz="20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/>
            <a:t>Forward propagation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 dirty="0"/>
            <a:t>Compute cost &amp; loss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/>
            <a:t>Compute gradient using backpropagation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100" kern="1200"/>
            <a:t>Update weights</a:t>
          </a:r>
          <a:endParaRPr lang="en-US" sz="1100" kern="1200"/>
        </a:p>
      </dsp:txBody>
      <dsp:txXfrm>
        <a:off x="7283440" y="2097422"/>
        <a:ext cx="3275147" cy="1572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24162-4088-4A98-A299-C5684C6E8DAB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5A82F-C825-4BCF-85A2-87B31EBD0FD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DC4C1-CEBF-4799-8114-FC11161DA926}">
      <dsp:nvSpPr>
        <dsp:cNvPr id="0" name=""/>
        <dsp:cNvSpPr/>
      </dsp:nvSpPr>
      <dsp:spPr>
        <a:xfrm>
          <a:off x="1437631" y="531"/>
          <a:ext cx="4732020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</a:t>
          </a:r>
          <a:r>
            <a:rPr lang="en-US" sz="2200" b="0" i="0" kern="1200"/>
            <a:t>ain objective </a:t>
          </a:r>
          <a:endParaRPr lang="en-US" sz="2200" kern="1200"/>
        </a:p>
      </dsp:txBody>
      <dsp:txXfrm>
        <a:off x="1437631" y="531"/>
        <a:ext cx="4732020" cy="1244702"/>
      </dsp:txXfrm>
    </dsp:sp>
    <dsp:sp modelId="{514FBB83-5602-41E6-AA61-57028A03C143}">
      <dsp:nvSpPr>
        <dsp:cNvPr id="0" name=""/>
        <dsp:cNvSpPr/>
      </dsp:nvSpPr>
      <dsp:spPr>
        <a:xfrm>
          <a:off x="6169651" y="531"/>
          <a:ext cx="434594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to prevent layer activation outputs from exploding or vanishing gradients during the forward propagation.</a:t>
          </a:r>
          <a:endParaRPr lang="en-US" sz="1700" kern="1200"/>
        </a:p>
      </dsp:txBody>
      <dsp:txXfrm>
        <a:off x="6169651" y="531"/>
        <a:ext cx="4345948" cy="1244702"/>
      </dsp:txXfrm>
    </dsp:sp>
    <dsp:sp modelId="{8FA015C3-14D1-4F3D-8866-6E5CBED07798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C662E-4D96-4B38-A7CC-22BD46AF1DED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BA192-EA68-4782-AE11-3ED5DD3A1FD7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If either of the problems occurs, loss gradients will either be too large or too small, and the network will take more time to converge</a:t>
          </a:r>
          <a:endParaRPr lang="en-US" sz="2200" kern="1200"/>
        </a:p>
      </dsp:txBody>
      <dsp:txXfrm>
        <a:off x="1437631" y="1556410"/>
        <a:ext cx="9077968" cy="1244702"/>
      </dsp:txXfrm>
    </dsp:sp>
    <dsp:sp modelId="{D0C9DC4A-C506-4E5D-9A4F-47EE0C6D66CA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3427E-B742-445A-8D7C-49240A807A5C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3DEBF-30ED-4505-BA2A-3AE412030D9A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If we initialized the weights correctly, then our objective i.e., optimization of</a:t>
          </a:r>
          <a:r>
            <a:rPr lang="en-US" sz="2200" b="1" i="0" kern="1200"/>
            <a:t> </a:t>
          </a:r>
          <a:r>
            <a:rPr lang="en-US" sz="2200" b="1" i="0" u="sng" kern="1200">
              <a:hlinkClick xmlns:r="http://schemas.openxmlformats.org/officeDocument/2006/relationships" r:id="rId7"/>
            </a:rPr>
            <a:t>loss function</a:t>
          </a:r>
          <a:r>
            <a:rPr lang="en-US" sz="2200" b="0" i="0" kern="1200"/>
            <a:t> will be achieved in the least time otherwise converging to a minimum using gradient descent will be impossible.</a:t>
          </a:r>
          <a:endParaRPr lang="en-US" sz="2200" kern="1200"/>
        </a:p>
      </dsp:txBody>
      <dsp:txXfrm>
        <a:off x="1437631" y="3112289"/>
        <a:ext cx="90779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5B75F-DEFE-4160-BE2C-409E7607EA0E}">
      <dsp:nvSpPr>
        <dsp:cNvPr id="0" name=""/>
        <dsp:cNvSpPr/>
      </dsp:nvSpPr>
      <dsp:spPr>
        <a:xfrm>
          <a:off x="1283" y="0"/>
          <a:ext cx="5006206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Initializing the Weights to Small Random Values</a:t>
          </a:r>
          <a:endParaRPr lang="en-US" sz="2600" kern="1200"/>
        </a:p>
      </dsp:txBody>
      <dsp:txXfrm>
        <a:off x="1283" y="1653508"/>
        <a:ext cx="5006206" cy="2610802"/>
      </dsp:txXfrm>
    </dsp:sp>
    <dsp:sp modelId="{2374AC30-AE18-4DB2-BF1E-F3639D023D89}">
      <dsp:nvSpPr>
        <dsp:cNvPr id="0" name=""/>
        <dsp:cNvSpPr/>
      </dsp:nvSpPr>
      <dsp:spPr>
        <a:xfrm>
          <a:off x="1851685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42857" y="626305"/>
        <a:ext cx="923057" cy="923057"/>
      </dsp:txXfrm>
    </dsp:sp>
    <dsp:sp modelId="{59BA5D76-DE58-46E0-AAEE-5062D77D73DA}">
      <dsp:nvSpPr>
        <dsp:cNvPr id="0" name=""/>
        <dsp:cNvSpPr/>
      </dsp:nvSpPr>
      <dsp:spPr>
        <a:xfrm>
          <a:off x="1283" y="4351266"/>
          <a:ext cx="5006206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74554-A740-43B6-80FA-29D2CA28FFC0}">
      <dsp:nvSpPr>
        <dsp:cNvPr id="0" name=""/>
        <dsp:cNvSpPr/>
      </dsp:nvSpPr>
      <dsp:spPr>
        <a:xfrm>
          <a:off x="5508110" y="0"/>
          <a:ext cx="5006206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Initializing the Weights to large Random Values</a:t>
          </a:r>
          <a:endParaRPr lang="en-US" sz="2600" kern="1200"/>
        </a:p>
      </dsp:txBody>
      <dsp:txXfrm>
        <a:off x="5508110" y="1653508"/>
        <a:ext cx="5006206" cy="2610802"/>
      </dsp:txXfrm>
    </dsp:sp>
    <dsp:sp modelId="{7C4FE182-6884-4611-9CF7-FC46470CE4D4}">
      <dsp:nvSpPr>
        <dsp:cNvPr id="0" name=""/>
        <dsp:cNvSpPr/>
      </dsp:nvSpPr>
      <dsp:spPr>
        <a:xfrm>
          <a:off x="7358512" y="435133"/>
          <a:ext cx="1305401" cy="130540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549684" y="626305"/>
        <a:ext cx="923057" cy="923057"/>
      </dsp:txXfrm>
    </dsp:sp>
    <dsp:sp modelId="{11FF385C-4D0A-44B5-A1A5-06F9086055AE}">
      <dsp:nvSpPr>
        <dsp:cNvPr id="0" name=""/>
        <dsp:cNvSpPr/>
      </dsp:nvSpPr>
      <dsp:spPr>
        <a:xfrm>
          <a:off x="5508110" y="4351266"/>
          <a:ext cx="500620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291C1-8B8E-46A0-BDF1-51087D59421C}">
      <dsp:nvSpPr>
        <dsp:cNvPr id="0" name=""/>
        <dsp:cNvSpPr/>
      </dsp:nvSpPr>
      <dsp:spPr>
        <a:xfrm>
          <a:off x="1283" y="676900"/>
          <a:ext cx="5006206" cy="30037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In the first case, we sampled the initial weights from a standard normal distribution with zero mean and unit variance and scaled them by a factor of 0.01.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This is equivalent to drawing samples from a standard normal distribution with zero mean and variance 0.01</a:t>
          </a:r>
          <a:r>
            <a:rPr lang="en-US" sz="1700" b="0" i="0" kern="1200" baseline="30000" dirty="0"/>
            <a:t>2</a:t>
          </a:r>
          <a:r>
            <a:rPr lang="en-US" sz="1700" b="0" i="0" kern="1200" dirty="0"/>
            <a:t>, which is negligibly small.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When the weight distribution has a small variance, both activations during forward pass and gradients during backprop vanish.</a:t>
          </a:r>
          <a:endParaRPr lang="en-US" sz="1700" kern="1200" dirty="0"/>
        </a:p>
      </dsp:txBody>
      <dsp:txXfrm>
        <a:off x="1283" y="676900"/>
        <a:ext cx="5006206" cy="3003723"/>
      </dsp:txXfrm>
    </dsp:sp>
    <dsp:sp modelId="{070EFA8C-02C5-41CE-A608-B9D077366FD8}">
      <dsp:nvSpPr>
        <dsp:cNvPr id="0" name=""/>
        <dsp:cNvSpPr/>
      </dsp:nvSpPr>
      <dsp:spPr>
        <a:xfrm>
          <a:off x="5508110" y="676900"/>
          <a:ext cx="5006206" cy="300372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In the second case, we sampled from a standard normal distribution, without scaling the samples. We faced the problem of saturating activations and vanishing gradients during backpropagation.</a:t>
          </a:r>
          <a:endParaRPr lang="en-US" sz="1700" kern="1200"/>
        </a:p>
      </dsp:txBody>
      <dsp:txXfrm>
        <a:off x="5508110" y="676900"/>
        <a:ext cx="5006206" cy="30037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C5D9F6-904F-410B-9E27-1E0DE9C05536}">
      <dsp:nvSpPr>
        <dsp:cNvPr id="0" name=""/>
        <dsp:cNvSpPr/>
      </dsp:nvSpPr>
      <dsp:spPr>
        <a:xfrm>
          <a:off x="0" y="643900"/>
          <a:ext cx="6735443" cy="98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b="0" i="0" kern="1200" dirty="0"/>
            <a:t>Xavier or </a:t>
          </a:r>
          <a:r>
            <a:rPr lang="en-SG" sz="4000" b="0" i="0" kern="1200" dirty="0" err="1"/>
            <a:t>Glorot</a:t>
          </a:r>
          <a:r>
            <a:rPr lang="en-SG" sz="4000" b="0" i="0" kern="1200" dirty="0"/>
            <a:t> Initialization</a:t>
          </a:r>
          <a:endParaRPr lang="en-US" sz="4000" kern="1200" dirty="0"/>
        </a:p>
      </dsp:txBody>
      <dsp:txXfrm>
        <a:off x="47976" y="691876"/>
        <a:ext cx="6639491" cy="886848"/>
      </dsp:txXfrm>
    </dsp:sp>
    <dsp:sp modelId="{0C32CD42-1AE6-47FC-BA67-C10472597DE7}">
      <dsp:nvSpPr>
        <dsp:cNvPr id="0" name=""/>
        <dsp:cNvSpPr/>
      </dsp:nvSpPr>
      <dsp:spPr>
        <a:xfrm>
          <a:off x="0" y="1741900"/>
          <a:ext cx="6735443" cy="98280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b="0" i="0" kern="1200"/>
            <a:t>He Initialization</a:t>
          </a:r>
          <a:endParaRPr lang="en-US" sz="4000" kern="1200"/>
        </a:p>
      </dsp:txBody>
      <dsp:txXfrm>
        <a:off x="47976" y="1789876"/>
        <a:ext cx="6639491" cy="886848"/>
      </dsp:txXfrm>
    </dsp:sp>
    <dsp:sp modelId="{FBB9B0FB-856E-499F-B8F4-3C8C162DFD4C}">
      <dsp:nvSpPr>
        <dsp:cNvPr id="0" name=""/>
        <dsp:cNvSpPr/>
      </dsp:nvSpPr>
      <dsp:spPr>
        <a:xfrm>
          <a:off x="0" y="2839901"/>
          <a:ext cx="6735443" cy="98280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i="0" kern="1200"/>
            <a:t>Orthogonal initialization</a:t>
          </a:r>
          <a:endParaRPr lang="en-US" sz="4000" kern="1200"/>
        </a:p>
      </dsp:txBody>
      <dsp:txXfrm>
        <a:off x="47976" y="2887877"/>
        <a:ext cx="6639491" cy="886848"/>
      </dsp:txXfrm>
    </dsp:sp>
    <dsp:sp modelId="{28D16F42-CEA2-4292-B902-5E9A356C70CB}">
      <dsp:nvSpPr>
        <dsp:cNvPr id="0" name=""/>
        <dsp:cNvSpPr/>
      </dsp:nvSpPr>
      <dsp:spPr>
        <a:xfrm>
          <a:off x="0" y="3937901"/>
          <a:ext cx="6735443" cy="9828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LeCun Initialization</a:t>
          </a:r>
        </a:p>
      </dsp:txBody>
      <dsp:txXfrm>
        <a:off x="47976" y="3985877"/>
        <a:ext cx="6639491" cy="886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8:34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53 120 24575,'-4'-3'0,"4"3"0,0 0 0,1 0 0,-1 0 0,0 0 0,1-1 0,-1 1 0,0 0 0,0 0 0,1 0 0,-1 0 0,0 0 0,0-1 0,1 1 0,-1 0 0,0 0 0,0 0 0,1-1 0,-1 1 0,0 0 0,0 0 0,0-1 0,0 1 0,0 0 0,1 0 0,-1-1 0,0 1 0,0 0 0,0-1 0,0 1 0,0 0 0,0 0 0,0-1 0,0 1 0,0 0 0,0-1 0,0 1 0,0 0 0,0 0 0,0-1 0,0 1 0,0 0 0,0-1 0,-1 1 0,1 0 0,0 0 0,0-1 0,0 1 0,0 0 0,-1 0 0,1-1 0,0 1 0,0 0 0,0 0 0,-1 0 0,1-1 0,0 1 0,0 0 0,-1 0 0,1 0 0,0 0 0,0 0 0,-1-1 0,1 1 0,0 0 0,-1 0 0,1 0 0,0 0 0,-1 0 0,3 0 0,0-1 0,0 1 0,0-1 0,0 1 0,0 0 0,0 0 0,0 0 0,0 0 0,0 0 0,0 0 0,-1 1 0,1-1 0,0 1 0,0-1 0,2 2 0,-3-2 0,-1 0 0,1 0 0,-1 0 0,1 0 0,-1 1 0,1-1 0,-1 0 0,1 0 0,-1 1 0,1-1 0,-1 0 0,1 1 0,-1-1 0,1 0 0,-1 1 0,1-1 0,-1 1 0,0-1 0,1 1 0,-1-1 0,0 1 0,1-1 0,-1 1 0,0-1 0,0 1 0,0-1 0,1 1 0,-1-1 0,0 1 0,0-1 0,0 1 0,0 0 0,0-1 0,0 1 0,0-1 0,0 1 0,0-1 0,0 1 0,-1 0 0,1-1 0,0 1 0,0-1 0,0 1 0,-1-1 0,1 1 0,0-1 0,0 1 0,-1-1 0,1 1 0,-1-1 0,0 1 0,1-1 0,0 1 0,0-1 0,0 0 0,-1 0 0,1 1 0,0-1 0,-1 0 0,1 0 0,0 1 0,0-1 0,-1 0 0,1 0 0,0 0 0,-1 0 0,1 1 0,-1-1 0,1 0 0,0 0 0,-1 0 0,1 0 0,0 0 0,-1 0 0,1 0 0,0 0 0,-1 0 0,1 0 0,-1 0 0,1 0 0,0-1 0,-1 1 0,1 0 0,0 0 0,-1 0 0,-9-13 0,-1-21 0,10 31 0,0 4 0,1 0 0,-1 0 0,0 0 0,0 0 0,0 0 0,1 0 0,-1 0 0,0 0 0,0 0 0,0 0 0,-1 0 0,1-1 0,0 1 0,0 0 0,0-1 0,0 1 0,-1-1 0,1 0 0,0 1 0,0-1 0,-1 0 0,1 0 0,-2 1 0,2-1 0,0 0 0,1 0 0,-1 0 0,0 0 0,0 1 0,0-1 0,1 0 0,-1-1 0,0 1 0,0 0 0,1 0 0,-1 0 0,0 0 0,0 0 0,1-1 0,-1 1 0,0 0 0,1-1 0,-1 1 0,0-1 0,1 1 0,-1 0 0,0-1 0,1 0 0,-1 1 0,1-1 0,-1 1 0,1-1 0,-1 1 0,1-1 0,0 0 0,-1 0 0,1 1 0,0-1 0,-1 0 0,1 1 0,0-1 0,0 0 0,0 0 0,-1 1 0,1-1 0,0 0 0,0 0 0,0 0 0,1 1 0,-1-1 0,0 0 0,0 0 0,0 1 0,0-1 0,1 0 0,-1 0 0,0 1 0,1-2 0,-1 1 0,1 0 0,-1 0 0,0 0 0,0 0 0,1 1 0,-1-1 0,0 0 0,1 0 0,-1 0 0,1 0 0,-1 1 0,1-1 0,0 0 0,-1 0 0,1 1 0,0-1 0,-1 0 0,2 0 0,-1 1 0,-1 0 0,1 0 0,-1 0 0,1 0 0,0 0 0,-1 0 0,1 0 0,-1 0 0,1 0 0,-1 0 0,1 0 0,-1 0 0,1 0 0,-1 0 0,1 1 0,-1-1 0,1 0 0,-1 0 0,1 1 0,-1-1 0,1 0 0,0 1 0,1 1 0,-1-1 0,1 1 0,-1 0 0,1 0 0,-1 0 0,0-1 0,0 1 0,1 1 0,-1-1 0,-1 0 0,1 0 0,0 0 0,0 4 0,-1-4 0,0 0 0,0 0 0,0 1 0,0-1 0,-1 0 0,1 0 0,-1 0 0,1 0 0,-1 0 0,0 0 0,0 0 0,0 0 0,0 0 0,0 0 0,-3 2 0,4-3 0,0-1 0,-1 1 0,1-1 0,-1 1 0,1-1 0,-1 0 0,1 1 0,-1-1 0,1 0 0,-1 1 0,1-1 0,-1 0 0,1 0 0,-1 0 0,0 1 0,1-1 0,-1 0 0,1 0 0,-1 0 0,0 0 0,1 0 0,-2 0 0,2 0 0,-1-1 0,0 1 0,0-1 0,0 1 0,0-1 0,1 0 0,-1 1 0,0-1 0,0 0 0,1 1 0,-1-1 0,1 0 0,-1 0 0,0 1 0,1-1 0,0 0 0,-1 0 0,1 0 0,-1-1 0,-1-4 0,0 0 0,1-1 0,0 1 0,0 0 0,0-1 0,0 1 0,2-13 0,-1 17 0,0 0 0,0-1 0,0 1 0,0 0 0,1-1 0,-1 1 0,1 0 0,-1-1 0,1 1 0,0 0 0,0 0 0,0-1 0,0 1 0,1 0 0,-1 0 0,0 1 0,1-1 0,-1 0 0,1 0 0,0 1 0,0-1 0,-1 1 0,1-1 0,3-1 0,-5 3 3,1 0-1,0 0 1,0 1-1,0-1 1,-1 0 0,1 0-1,0 0 1,0 0-1,-1 1 1,1-1-1,0 0 1,0 1-1,-1-1 1,1 1-1,0-1 1,-1 1 0,1-1-1,-1 1 1,1-1-1,-1 1 1,1-1-1,-1 1 1,1 0-1,-1-1 1,1 1 0,-1 0-1,0-1 1,1 1-1,-1 0 1,0 0-1,0-1 1,1 1-1,-1 0 1,0 0-1,0 0 1,0 0 0,5 34-1077,-5-33 688,2 22-6440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8:41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 24575,'-382'0'0,"381"0"0,0 0 0,0 0 0,0 0 0,1 0 0,-1 0 0,0 0 0,0 0 0,1 0 0,-1 0 0,0 0 0,0 1 0,0-1 0,1 0 0,-1 1 0,0-1 0,1 0 0,-1 1 0,0-1 0,1 1 0,-1-1 0,1 1 0,-1-1 0,1 1 0,-1 0 0,1-1 0,-1 1 0,1-1 0,-1 2 0,0 0 0,1 0 0,0-1 0,0 1 0,0 0 0,0-1 0,0 1 0,0 0 0,1-1 0,-1 1 0,0 0 0,1-1 0,1 4 0,4 8 0,1 0 0,14 20 0,-14-21 0,-1-1 0,-1 0 0,-1 0 0,0 0 0,-1 0 0,0 0 0,0 1 0,-2 0 0,1-1 0,-1 1 0,-2 21 0,3 14 0,-2-45 0,0 0 0,0 1 0,0-1 0,1 0 0,-1 0 0,1 0 0,-1 0 0,1 0 0,-1 0 0,1 0 0,0 0 0,0 0 0,0 0 0,0-1 0,1 1 0,-1 0 0,0-1 0,1 1 0,-1 0 0,1-1 0,-1 0 0,1 1 0,0-1 0,0 0 0,3 2 0,-2-3 0,0 1 0,1 0 0,-1-1 0,0 0 0,1 0 0,-1 0 0,0 0 0,0-1 0,1 1 0,-1-1 0,0 0 0,0 0 0,0 0 0,0 0 0,0 0 0,3-2 0,9-5 0,1 1 0,-1 1 0,1 1 0,0 0 0,0 1 0,17-2 0,-26 5 0,1 1 0,-1 0 0,0 0 0,0 0 0,1 1 0,-1 0 0,0 0 0,0 1 0,0 0 0,0 0 0,0 1 0,0 0 0,-1 0 0,0 0 0,1 1 0,6 5 0,-7-5 0,0 1 0,0 1 0,-1-1 0,0 1 0,1 0 0,-2 0 0,1 1 0,-1-1 0,0 1 0,0 0 0,-1 0 0,0 0 0,0 1 0,-1-1 0,0 1 0,0-1 0,-1 1 0,0 0 0,0 0 0,-1-1 0,0 13 0,0-3 0,1-6 0,-1 0 0,-1-1 0,1 1 0,-2-1 0,-2 12 0,3-19 0,0 0 0,0-1 0,0 1 0,0-1 0,0 0 0,-1 1 0,1-1 0,-1 0 0,1 0 0,-1 0 0,0 0 0,0 0 0,0 0 0,0 0 0,0-1 0,-1 1 0,1-1 0,0 1 0,-1-1 0,1 0 0,-1 0 0,1 0 0,-1-1 0,0 1 0,-2 0 0,-30 7 0,-38 14 0,32-9 0,32-11 14,1 0-1,0 0 0,0 0 0,-1-1 1,1-1-1,0 1 0,-1-1 1,-13-2-1,19 1-72,0 1-1,0-1 1,0 0-1,0 0 1,0 0 0,0-1-1,0 1 1,0-1-1,0 1 1,1-1 0,-1 0-1,1 0 1,-1 0-1,1 0 1,0-1 0,0 1-1,0-1 1,0 1-1,0-1 1,0 0 0,1 1-1,-1-1 1,1 0-1,-2-6 1,-2-10-6767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8:50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27 24575,'-15'1'0,"10"-1"0,1 1 0,0-1 0,-1 0 0,1 0 0,0 0 0,-1 0 0,1-1 0,0 0 0,0 0 0,-1 0 0,1 0 0,0-1 0,0 1 0,-4-4 0,8 5 0,0 0 0,0 0 0,0-1 0,0 1 0,-1 0 0,1-1 0,0 1 0,0 0 0,0-1 0,0 1 0,0 0 0,0 0 0,0-1 0,0 1 0,1 0 0,-1-1 0,0 1 0,0 0 0,0 0 0,0-1 0,0 1 0,0 0 0,0-1 0,1 1 0,-1 0 0,0 0 0,0 0 0,0-1 0,1 1 0,-1 0 0,0 0 0,0 0 0,1-1 0,-1 1 0,0 0 0,0 0 0,1 0 0,-1 0 0,0 0 0,1 0 0,-1-1 0,0 1 0,0 0 0,1 0 0,-1 0 0,0 0 0,1 0 0,-1 0 0,0 0 0,1 1 0,17-5 0,-11 3 0,0 0 0,-1 1 0,1 0 0,0 0 0,-1 0 0,1 1 0,0 0 0,-1 0 0,12 5 0,-16-6 0,0 1 0,0 1 0,0-1 0,0 0 0,0 1 0,0-1 0,0 1 0,0-1 0,-1 1 0,1 0 0,0 0 0,-1-1 0,0 1 0,1 0 0,-1 0 0,0 1 0,0-1 0,0 0 0,-1 0 0,1 1 0,0-1 0,-1 0 0,1 1 0,-1-1 0,0 0 0,0 1 0,0-1 0,0 0 0,0 1 0,-1-1 0,0 3 0,0 3 0,-1 1 0,0-1 0,-1 1 0,0-1 0,0 0 0,-1 0 0,-9 13 0,12-18 0,0-1 0,-1 1 0,0-1 0,1 0 0,-1 0 0,0 0 0,0 0 0,0 0 0,0 0 0,-1 0 0,1-1 0,0 1 0,-1-1 0,1 0 0,-1 0 0,0 0 0,1 0 0,-1 0 0,0 0 0,1-1 0,-1 1 0,0-1 0,0 0 0,0 0 0,1 0 0,-1 0 0,-5-1 0,5 0 0,1-1 0,0 1 0,-1-1 0,1 1 0,0-1 0,0 0 0,0 0 0,0 1 0,1-1 0,-1-1 0,0 1 0,1 0 0,0 0 0,-1-1 0,1 1 0,0-1 0,0 1 0,0-1 0,1 1 0,-1-1 0,1 1 0,-1-1 0,1-5 0,-2-5 0,1 0 0,1 0 0,2-19 0,-1 28 0,0 0 0,0 1 0,0-1 0,0 1 0,0-1 0,1 1 0,0-1 0,0 1 0,0 0 0,2-3 0,-3 5 0,-1 1 0,1-1 0,-1 0 0,1 1 0,-1-1 0,1 1 0,-1-1 0,1 1 0,0 0 0,-1-1 0,1 1 0,0 0 0,-1-1 0,1 1 0,0 0 0,0 0 0,-1 0 0,1-1 0,0 1 0,0 0 0,0 0 0,0 1 0,0-1 0,0 1 0,0-1 0,0 1 0,0-1 0,0 1 0,0 0 0,-1-1 0,1 1 0,0 0 0,0 0 0,-1-1 0,1 1 0,-1 0 0,1 0 0,-1 0 0,1 0 0,-1 0 0,1 0 0,-1 2 0,3 4 0,-1 0 0,0 0 0,0 0 0,-1 0 0,0 1 0,0 8 0,-1-13 0,0 1 0,0 0 0,0-1 0,-1 1 0,1-1 0,-1 1 0,0 0 0,0-1 0,0 1 0,-1-1 0,1 0 0,-1 1 0,0-1 0,-2 3 0,4-5 2,0-1 1,-1 1-1,1-1 0,0 1 0,-1-1 1,1 1-1,-1-1 0,1 1 0,0-1 0,-1 1 1,1-1-1,-1 0 0,1 1 0,-1-1 0,0 0 1,1 1-1,-1-1 0,1 0 0,-1 0 1,1 0-1,-1 1 0,0-1 0,1 0 0,-1 0 1,1 0-1,-1 0 0,0 0 0,1 0 1,-1 0-1,1 0 0,-1 0 0,0-1 0,1 1 1,-1 0-1,1 0 0,-1 0 0,0-1 0,1 1 1,-1 0-1,1-1 0,-1 1 0,1 0 1,-1-1-1,1 1 0,0-1 0,-1 1 0,1-1 1,-1 1-1,1-1 0,0 1 0,0-1 1,-1 1-1,1-2 0,-1 1-76,0-1-1,1 1 1,-1-1 0,1 0 0,0 1-1,-1-1 1,1 0 0,0 1 0,0-1-1,0 0 1,0 1 0,0-1 0,0 0-1,1 1 1,-1-1 0,1 0 0,-1 1-1,1-1 1,1-2 0,8-8-6752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8:58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75 24575,'0'-2'0,"-1"0"0,1 0 0,-1 0 0,0 0 0,1 0 0,-1 0 0,0 0 0,0 0 0,0 0 0,-1 0 0,1 1 0,0-1 0,-1 0 0,1 1 0,-1-1 0,1 1 0,-1 0 0,0-1 0,0 1 0,1 0 0,-1 0 0,0 0 0,0 0 0,0 0 0,0 1 0,0-1 0,0 1 0,0-1 0,-1 1 0,1 0 0,0 0 0,0-1 0,0 2 0,0-1 0,0 0 0,-3 1 0,-30 4 0,13-2 0,-38 2 0,54-5 0,0 0 0,-1-1 0,1 1 0,0-1 0,0-1 0,0 1 0,0-1 0,0 0 0,0-1 0,-9-4 0,7 2 0,1 1 0,-1 0 0,1 1 0,-1 0 0,-12-3 0,19 5 0,0 1 0,0-1 0,0 1 0,0 0 0,0 0 0,0 0 0,0-1 0,0 1 0,0 0 0,0 0 0,0 0 0,-1 1 0,1-1 0,0 0 0,0 0 0,0 1 0,0-1 0,0 0 0,0 1 0,0-1 0,0 1 0,0 0 0,0-1 0,0 1 0,1 0 0,-1-1 0,0 1 0,0 0 0,1 0 0,-1 0 0,0-1 0,1 1 0,-1 0 0,1 0 0,-1 0 0,1 0 0,-1 0 0,1 0 0,0 1 0,-1-1 0,1 0 0,0 0 0,0 0 0,0 0 0,0 0 0,0 0 0,0 0 0,0 0 0,0 0 0,1 1 0,-1-1 0,1 1 0,2 16 0,0-1 0,12 31 0,-10-32 0,0-1 0,-1 2 0,4 30 0,-7-7 0,-1-30 0,0 1 0,0-1 0,1 0 0,0 0 0,0 1 0,1-1 0,1 0 0,0-1 0,7 18 0,-9-26 0,-1 0 0,1 0 0,0 0 0,-1 0 0,1 0 0,0 0 0,0 0 0,0-1 0,0 1 0,0 0 0,0 0 0,0-1 0,0 1 0,0-1 0,0 1 0,0-1 0,0 1 0,0-1 0,1 0 0,-1 1 0,0-1 0,0 0 0,0 0 0,1 0 0,-1 0 0,0 0 0,2 0 0,34-15 0,-12 4 0,-18 9 0,0 0 0,0 0 0,0 1 0,0 0 0,0 0 0,0 0 0,0 1 0,1 0 0,-1 1 0,0-1 0,0 2 0,0-1 0,0 1 0,0 0 0,0 0 0,0 1 0,-1 0 0,1 0 0,-1 0 0,0 1 0,0 0 0,0 0 0,-1 1 0,1-1 0,-1 1 0,0 1 0,7 8 0,-3-4 0,-1-1 0,0 1 0,-1 1 0,0 0 0,-1 0 0,0 0 0,0 1 0,-1-1 0,-1 1 0,0 1 0,-1-1 0,0 0 0,-1 1 0,0 0 0,0 20 0,-2-15 0,1-8 0,-1 1 0,0-1 0,-1 1 0,0-1 0,-4 13 0,5-21 0,-1 1 0,0-1 0,0 1 0,0-1 0,-1 1 0,1-1 0,-1 0 0,1 0 0,-1 0 0,0 0 0,1 0 0,-1 0 0,0 0 0,0 0 0,-1-1 0,1 1 0,0-1 0,0 0 0,-1 1 0,1-1 0,-1 0 0,1 0 0,-1-1 0,1 1 0,-5 0 0,-20 2 0,-1-1 0,0-2 0,-38-3 0,-5-1 0,66 4-62,-1 0 0,1 0 0,-1 0 0,1-1 0,0 1 0,-1-2 0,1 1 0,0 0 0,0-1 0,0 0 0,0 0 0,0-1-1,0 1 1,1-1 0,-1 0 0,1 0 0,0-1 0,0 1 0,0-1 0,0 0 0,-5-8 0,-2-1-6764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9:0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24575,'-1'13'0,"-1"0"0,0 0 0,-6 22 0,-4 24 0,4 1 0,-20 76 0,26-127 0,0-1 0,-1 1 0,0 0 0,-1-1 0,1 0 0,-2 0 0,1 0 0,-1 0 0,-1-1 0,1 0 0,-1 0 0,0 0 0,-1-1 0,1 1 0,-2-2 0,1 1 0,0-1 0,-1 0 0,0-1 0,0 1 0,0-2 0,-1 1 0,1-1 0,-1 0 0,0-1 0,0 0 0,-11 1 0,13-3 0,0 1 0,0-1 0,-1-1 0,1 1 0,0-1 0,0-1 0,0 1 0,0-1 0,0 0 0,-10-5 0,13 4 0,1 1 0,-1 0 0,1-1 0,0 0 0,0 0 0,0 0 0,0 0 0,0 0 0,1-1 0,-1 1 0,1-1 0,0 1 0,0-1 0,0 0 0,1 0 0,0 0 0,-1 0 0,1 0 0,-1-7 0,1 5 0,0 0 0,1 1 0,-1-1 0,1 0 0,0 0 0,0 0 0,1 0 0,0 0 0,2-9 0,-2 13 0,0-1 0,1 1 0,-1 0 0,0-1 0,1 1 0,-1 0 0,1 0 0,0 0 0,0 0 0,0 0 0,0 0 0,0 0 0,0 1 0,0-1 0,1 1 0,-1 0 0,1-1 0,-1 1 0,1 0 0,-1 0 0,1 1 0,-1-1 0,4 0 0,18-2 0,0 1 0,0 1 0,0 1 0,45 6 0,-62-5 0,0 1 0,-1-1 0,1 1 0,0 1 0,-1-1 0,0 1 0,0 0 0,0 1 0,0-1 0,7 7 0,4 4 0,29 32 0,-38-36 0,0 0 0,1-1 0,0-1 0,1 1 0,0-1 0,0-1 0,0 0 0,1 0 0,20 8 0,-9-9-1365,-2-3-5461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9:10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9:16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 24575,'-9'0'0,"6"-1"0,1 1 0,-1 0 0,1 0 0,-1 0 0,1 0 0,-1 0 0,1 0 0,0 1 0,-1-1 0,1 1 0,-1-1 0,1 1 0,0 0 0,-1 0 0,1 0 0,0 1 0,0-1 0,-3 2 0,5-2 0,0 1 0,0-1 0,0 0 0,0 0 0,0 0 0,0 0 0,0 1 0,1-1 0,-1 0 0,0 0 0,1 0 0,-1 0 0,0 0 0,1 0 0,0 0 0,-1 0 0,1 0 0,-1 0 0,2 1 0,15 19 0,-13-18 0,1 1 0,-1-1 0,1 0 0,0-1 0,0 1 0,1-1 0,-1 0 0,0-1 0,1 1 0,-1-1 0,1 0 0,-1 0 0,12 0 0,-14-1 0,1 0 0,-1 0 0,1 0 0,-1 0 0,0-1 0,1 1 0,-1-1 0,0 0 0,1 0 0,-1 0 0,0 0 0,0-1 0,0 1 0,0-1 0,0 0 0,0 0 0,0 0 0,-1 0 0,1 0 0,-1-1 0,1 1 0,-1-1 0,3-4 0,-4 6 0,-1 0 0,1 0 0,-1 0 0,1 0 0,-1 0 0,0 0 0,1 0 0,-1 0 0,0 0 0,0 0 0,0 0 0,0 0 0,0 0 0,0 0 0,0 0 0,0-1 0,0 1 0,-1 0 0,1 0 0,0 0 0,-1 0 0,1 0 0,-1 1 0,1-1 0,-2-2 0,1 1 0,-1 1 0,0-1 0,0 1 0,0 0 0,0-1 0,0 1 0,0 0 0,0 0 0,0 0 0,0 0 0,-3 0 0,-4-1 0,0 0 0,0 1 0,0 0 0,0 0 0,-10 1 0,17 0 0,0 0 0,-1 0 0,1 0 0,0 1 0,-1-1 0,1 1 0,0-1 0,0 1 0,-1 0 0,1 0 0,0 0 0,-3 2 0,4-2 0,1-1 0,0 0 0,0 0 0,0 1 0,0-1 0,-1 0 0,1 1 0,0-1 0,0 0 0,0 0 0,0 1 0,0-1 0,0 0 0,0 1 0,0-1 0,0 0 0,0 1 0,0-1 0,0 0 0,0 1 0,0-1 0,0 0 0,0 0 0,0 1 0,0-1 0,0 0 0,0 1 0,1-1 0,-1 0 0,0 1 0,16 12 0,-8-9 0,1 0 0,-1-1 0,1 0 0,0 0 0,0 0 0,0-1 0,0-1 0,0 0 0,0 0 0,1-1 0,-1 0 0,0 0 0,14-3 0,-23 3 0,1 0 0,0 0 0,-1 0 0,1 0 0,-1 0 0,1 0 0,-1 0 0,1 0 0,0-1 0,-1 1 0,1 0 0,-1 0 0,1 0 0,-1-1 0,1 1 0,-1 0 0,1-1 0,-1 1 0,0-1 0,1 1 0,-1 0 0,1-1 0,-1 1 0,0-1 0,1 1 0,-1-1 0,1 0 0,-14-6 0,-27-1 0,29 8 0,6-2 0,0 2 0,-1-1 0,1 1 0,-1 0 0,1 0 0,-1 0 0,1 1 0,-1-1 0,1 2 0,0-1 0,0 0 0,-1 1 0,-7 4 0,13-6-29,-1 1 0,1 0 0,-1-1 0,1 1 0,-1 0 0,1-1 0,0 1 0,-1 0 0,1-1 0,0 1 0,0 0 0,-1 0 0,1 0 0,0-1 0,0 1-1,0 0 1,0 0 0,0-1 0,0 1 0,0 0 0,0 0 0,1 0 0,-1-1 0,0 1 0,0 0 0,1 0 0,-1-1 0,0 1 0,1 0 0,-1-1 0,0 1 0,1 0 0,-1-1 0,1 1 0,0-1 0,-1 1-1,1-1 1,-1 1 0,1-1 0,0 1 0,-1-1 0,1 1 0,0-1 0,-1 0 0,1 0 0,1 1 0,12 6-6797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9:22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1 24575,'-37'-1'0,"1"2"0,0 2 0,-1 1 0,-43 11 0,53-8 0,2 0 0,0 0 0,-1-2 0,-29 2 0,-57 6 0,74-7 0,-58 2 0,78-8 0,6-1 0,0 1 0,0 1 0,0 0 0,-1 0 0,-11 4 0,23-5 0,-1 0 0,0 1 0,1-1 0,-1 1 0,1 0 0,-1 0 0,1-1 0,-1 1 0,1 0 0,-1 0 0,1 0 0,0 0 0,-1 1 0,1-1 0,0 0 0,0 1 0,0-1 0,0 0 0,0 1 0,0-1 0,1 1 0,-1 0 0,0-1 0,1 1 0,-1-1 0,1 1 0,0 0 0,-1-1 0,1 1 0,0 0 0,0 0 0,0-1 0,0 1 0,0 0 0,1-1 0,-1 1 0,0 0 0,1-1 0,-1 1 0,1 0 0,0-1 0,1 4 0,7 13 0,0 1 0,21 27 0,4 11 0,-31-52 0,49 103 0,-47-94 0,-1 0 0,0 1 0,-1 0 0,0-1 0,-1 1 0,0 15 0,-2-25 0,0 0 0,0 0 0,0 0 0,1 0 0,0 0 0,0 0 0,0-1 0,3 9 0,-3-12 0,1 1 0,-1-1 0,0 0 0,0 0 0,0 0 0,1 0 0,-1 0 0,0 0 0,1 0 0,-1 0 0,1-1 0,-1 1 0,1 0 0,0-1 0,-1 1 0,1-1 0,0 0 0,-1 0 0,1 1 0,0-1 0,-1 0 0,1 0 0,0-1 0,-1 1 0,1 0 0,-1-1 0,1 1 0,0-1 0,2 0 0,91-27 0,-75 20 0,0 1 0,0 1 0,1 1 0,-1 1 0,1 1 0,0 0 0,38 2 0,-55 1 0,0 1 0,0 0 0,0-1 0,-1 2 0,1-1 0,0 0 0,0 1 0,-1 0 0,1 0 0,-1 0 0,1 0 0,-1 0 0,0 1 0,0-1 0,5 7 0,-3-3 0,-1 0 0,0 0 0,0 0 0,-1 1 0,1-1 0,-2 1 0,1 0 0,1 8 0,2 8 0,-2 1 0,-1-1 0,-1 1 0,-1 30 0,-1-41 0,-1 0 0,0 0 0,0-1 0,-7 26 0,6-33 0,0-1 0,0 1 0,0 0 0,0-1 0,-1 1 0,0-1 0,0 0 0,0 0 0,0 0 0,-1 0 0,0-1 0,1 1 0,-1-1 0,-1 0 0,-5 3 0,-12 8 0,0-2 0,-1-1 0,-1 0 0,0-2 0,-1-1 0,1-1 0,-1 0 0,-1-2 0,1-2 0,-1 0 0,-28-1 0,46-2 0,-9 1 0,1-2 0,-1 0 0,-31-7 0,43 7 0,0-1 0,0 1 0,0-1 0,0-1 0,1 1 0,-1-1 0,1 0 0,-1 0 0,1 0 0,0 0 0,0-1 0,0 0 0,1 0 0,-1 0 0,1 0 0,-4-7 0,-16-20-79,17 25 110,0-1 1,1 0 0,0-1 0,0 1 0,-3-9 0,7 14-91,0 0 0,0 0 0,1 0 0,-1 0 0,1-1-1,-1 1 1,1 0 0,0 0 0,0 0 0,0-1 0,0 1 0,1 0 0,-1 0 0,0 0 0,1-1 0,0 1 0,-1 0 0,1 0-1,0 0 1,0 0 0,0 0 0,0 0 0,1 1 0,2-4 0,8-7-6767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9:3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71 266 24575,'1'-7'0,"0"1"0,0 0 0,1 0 0,0 0 0,0 0 0,1 0 0,-1 0 0,1 0 0,0 1 0,1-1 0,0 1 0,0 0 0,0 0 0,0 1 0,6-5 0,-2 0 0,-1 0 0,0-1 0,8-11 0,-4 1 0,-2-1 0,0 0 0,12-39 0,-21 153 0,0-23 0,0-5 0,-2 0 0,-13 73 0,11-103 0,0 0 0,3 40 0,-2 24 0,3-97 0,-1 1 0,1 0 0,-1 0 0,0-1 0,0 1 0,0 0 0,0-1 0,0 1 0,-1-1 0,1 1 0,-1-1 0,0 0 0,0 0 0,0 1 0,0-1 0,0-1 0,0 1 0,0 0 0,0 0 0,-1-1 0,1 1 0,-1-1 0,1 0 0,-1 0 0,0 0 0,1 0 0,-1 0 0,0-1 0,0 1 0,-4 0 0,-10 0 0,0 0 0,0 0 0,1-2 0,-18-2 0,19 1 0,30-4 0,0 0 0,23-6 0,45-17 0,-57 18 0,34-8 0,-36 13 0,0 0 0,0 0 0,1 2 0,39-3 0,100 8-1365,-141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2:59:3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121 302 24575,'1'-14'0,"1"-1"0,0 1 0,1 0 0,1 0 0,0 0 0,7-15 0,-5 14 0,-1 0 0,0-1 0,-1 1 0,4-30 0,-8 43 0,0-6 0,0 1 0,0 0 0,1 0 0,1-1 0,-1 1 0,1 0 0,0 0 0,0 0 0,5-7 0,-4 14 0,0 8 0,0 9 0,-1 315 0,-4-167 0,4-70 0,-5 109 0,3-202 0,-1 1 0,1 0 0,-1 0 0,0 0 0,0-1 0,0 1 0,0-1 0,-1 1 0,1-1 0,-1 1 0,1-1 0,-1 0 0,0 1 0,0-1 0,0 0 0,0 0 0,0 0 0,0-1 0,-1 1 0,1-1 0,-1 1 0,1-1 0,-1 0 0,1 0 0,-1 0 0,0 0 0,0 0 0,1 0 0,-1-1 0,-5 1 0,-6 0 0,-1 0 0,0-1 0,0 0 0,-23-4 0,35 3 0,0 1 0,0-1 0,0 0 0,0 0 0,1 0 0,-1 0 0,0-1 0,0 1 0,1-1 0,-5-3 0,6 5 0,1-1 0,-1 1 0,1 0 0,-1-1 0,1 1 0,0-1 0,-1 1 0,1-1 0,0 1 0,0-1 0,-1 1 0,1-1 0,0 0 0,0 1 0,0-1 0,0 1 0,-1-1 0,1 0 0,0 1 0,0-1 0,0 1 0,0-1 0,1 0 0,-1 0 0,1 0 0,-1 0 0,1 0 0,0 0 0,-1 0 0,1 0 0,0 0 0,0 0 0,0 0 0,0 0 0,0 1 0,0-1 0,0 0 0,0 1 0,0-1 0,2 0 0,11-6 0,2 1 0,-1 0 0,1 1 0,-1 1 0,1 1 0,25-3 0,97 4 0,-4 0 0,-68-11 0,-49 9 0,0 0 0,21-1 0,105 4-86,-97 1-1193,-22 0-5547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3:01:42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108 298 24575,'0'-32'0,"2"-1"0,0 1 0,11-45 0,15-32 0,-28 108 0,0 0 0,0 1 0,0-1 0,0 1 0,0-1 0,0 0 0,1 1 0,-1-1 0,0 1 0,0-1 0,1 1 0,-1-1 0,0 0 0,1 1 0,-1-1 0,0 1 0,1 0 0,-1-1 0,1 1 0,-1-1 0,1 1 0,-1 0 0,1-1 0,-1 1 0,1 0 0,-1-1 0,1 1 0,-1 0 0,2-1 0,-1 2 0,0 0 0,0-1 0,-1 1 0,1-1 0,0 1 0,0 0 0,-1 0 0,1-1 0,0 1 0,-1 0 0,1 0 0,-1 0 0,1 0 0,-1 0 0,1 1 0,15 49 0,-14-44 0,22 111 0,-6-25 0,-7-47 0,8 32 0,14 114 0,-31-93 0,-2-68 0,1-1 0,8 57 0,-6-72 0,1-3 0,-2-1 0,0 0 0,0 1 0,-1-1 0,0 1 0,-1 0 0,-3 22 0,3-33 0,-1 0 0,1 1 0,-1-1 0,0 0 0,1 0 0,-1 0 0,0 0 0,1 0 0,-1-1 0,0 1 0,0 0 0,0 0 0,0 0 0,0-1 0,0 1 0,0 0 0,0-1 0,0 1 0,0-1 0,-1 0 0,1 1 0,0-1 0,0 0 0,0 1 0,-1-1 0,1 0 0,0 0 0,-2 0 0,-40-4 0,28 2 0,-63-1 0,52 3 0,0-1 0,1-1 0,-27-6 0,50 8 0,0-1 0,-1 1 0,1-1 0,-1 0 0,1 0 0,0 0 0,0 0 0,0 0 0,-1 0 0,-1-3 0,4 4 0,0 0 0,0 0 0,0 0 0,-1 0 0,1-1 0,0 1 0,0 0 0,0 0 0,0 0 0,0 0 0,0-1 0,0 1 0,0 0 0,0 0 0,0 0 0,0 0 0,0-1 0,0 1 0,0 0 0,0 0 0,0 0 0,0 0 0,1 0 0,-1-1 0,0 1 0,0 0 0,0 0 0,0 0 0,0 0 0,0 0 0,0 0 0,0-1 0,1 1 0,-1 0 0,0 0 0,0 0 0,0 0 0,0 0 0,0 0 0,0 0 0,1 0 0,-1 0 0,0 0 0,0 0 0,0 0 0,20-4 0,295 1 0,-161 6 0,-129-3-90,-13 1-165,0-1 0,0-1 0,0 0 0,19-3 0,-14-2-6571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3:01:46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2 320 24575,'-1'-11'0,"1"1"0,-1 0 0,1 0 0,0-1 0,1 1 0,1 0 0,-1 0 0,2 0 0,-1 0 0,1 1 0,1-1 0,0 1 0,0-1 0,6-8 0,3-3 0,0 1 0,-1-2 0,-2 0 0,0 0 0,9-32 0,-18 130 0,-1-70 0,-1 17 0,1-1 0,1 0 0,0 1 0,2-1 0,1 0 0,8 30 0,35 112 0,3 11 0,-40-151 0,-2 0 0,-1 1 0,0 0 0,-2 0 0,-1 0 0,-1 1 0,0 31 0,-3-54 0,0-1 0,0 0 0,-1 0 0,1 1 0,0-1 0,-1 0 0,0 0 0,1 0 0,-1 1 0,0-1 0,0 0 0,0 0 0,0 0 0,-1 0 0,1-1 0,0 1 0,-1 0 0,1-1 0,-1 1 0,0 0 0,0-1 0,1 0 0,-1 1 0,0-1 0,0 0 0,0 0 0,0 0 0,0 0 0,-1-1 0,1 1 0,0-1 0,0 1 0,0-1 0,-1 1 0,1-1 0,-3 0 0,-8-1 0,0 0 0,1-1 0,-1 0 0,0-1 0,-14-6 0,6 3 0,-32-13 0,51 18 0,-1-1 0,1 1 0,-1-1 0,1 1 0,-1-1 0,1 0 0,0 1 0,0-1 0,0 0 0,0-1 0,0 1 0,1 0 0,-1-1 0,1 1 0,-1 0 0,-1-6 0,3 8 0,0-1 0,-1 0 0,1 0 0,0 1 0,0-1 0,0 0 0,0 0 0,0 1 0,0-1 0,0 0 0,1 1 0,-1-1 0,0 0 0,0 0 0,0 1 0,1-1 0,-1 0 0,0 1 0,1-1 0,-1 1 0,1-1 0,-1 0 0,1 1 0,-1-1 0,1 1 0,-1-1 0,2 0 0,23-7 0,-16 7 0,-1 1 0,1 0 0,16 2 0,38 8 0,-1-2 0,68 0 0,142-9-1365,-248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3:01:5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24575,'-1'22'0,"-1"0"0,0 1 0,-2-1 0,0 0 0,-2-1 0,0 1 0,-2-1 0,-19 39 0,21-44 0,0-1 0,2 1 0,-1 0 0,-2 27 0,5-28 0,-1-1 0,0 1 0,-1 0 0,0-1 0,-13 26 0,16-37 0,0-1 0,-1 0 0,1 1 0,-1-1 0,1 0 0,-1 0 0,0 0 0,0 0 0,0-1 0,0 1 0,0 0 0,0-1 0,-1 1 0,1-1 0,-1 0 0,1 0 0,0 0 0,-1 0 0,0 0 0,-3 0 0,3-1 0,-1 0 0,0 0 0,0 0 0,1 0 0,-1-1 0,0 0 0,1 0 0,-1 0 0,1 0 0,-1-1 0,1 1 0,-1-1 0,-3-2 0,1 0 0,-1-1 0,1 1 0,0-1 0,0-1 0,1 1 0,-1-1 0,1 0 0,1 0 0,-1-1 0,1 1 0,0-1 0,0 0 0,-3-11 0,6 16 0,0-1 0,0 0 0,1 1 0,-1-1 0,1 0 0,-1 1 0,1-1 0,0 0 0,0 0 0,1 1 0,-1-1 0,0 0 0,1 1 0,0-1 0,0 0 0,0 1 0,0-1 0,0 1 0,0-1 0,0 1 0,1 0 0,-1-1 0,1 1 0,0 0 0,0 0 0,3-3 0,-2 3 0,1 0 0,-1 0 0,1 0 0,0 1 0,-1-1 0,1 1 0,0 0 0,0 0 0,0 1 0,0-1 0,0 1 0,0 0 0,0 0 0,0 0 0,0 0 0,0 1 0,0-1 0,4 2 0,5 3 0,0-1 0,0 2 0,0 0 0,-1 1 0,20 13 0,-17-10 0,0-1 0,0 0 0,20 7 0,-8-6-227,1-1-1,-1-1 1,2-1-1,-1-2 1,50 3-1,-55-8-6598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3:02:06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723 56 24575,'-412'0'0,"398"-1"0,-1-1 0,0 0 0,1-1 0,0-1 0,0 0 0,-16-7 0,14 5 0,0 0 0,-1 1 0,0 1 0,-19-2 0,27 5 0,0 0 0,-1 1 0,1 0 0,0 1 0,-13 2 0,20-3 0,1 1 0,-1-1 0,1 1 0,0-1 0,-1 1 0,1-1 0,0 1 0,0 0 0,-1 0 0,1 0 0,0-1 0,0 1 0,0 0 0,0 0 0,0 1 0,0-1 0,-1 2 0,2-2 0,-1 1 0,1 0 0,0 0 0,-1-1 0,1 1 0,0 0 0,0-1 0,0 1 0,0 0 0,1-1 0,-1 1 0,0 0 0,1-1 0,-1 1 0,1 0 0,0-1 0,-1 1 0,3 2 0,16 33 0,-10-21 0,0 0 0,9 26 0,-2 7 0,-6-24 0,-1 0 0,-2 1 0,0-1 0,-2 1 0,3 46 0,-9-44 0,1 23 0,0-48 0,0-1 0,0 1 0,1 0 0,0 0 0,-1 0 0,1-1 0,0 1 0,0 0 0,1-1 0,-1 1 0,0-1 0,1 1 0,2 2 0,-3-4 0,0 0 0,0 0 0,0 0 0,1-1 0,-1 1 0,0 0 0,0-1 0,1 1 0,-1-1 0,0 1 0,1-1 0,-1 0 0,0 0 0,1 0 0,-1 1 0,0-1 0,1 0 0,-1-1 0,0 1 0,1 0 0,-1 0 0,0-1 0,1 1 0,-1 0 0,0-1 0,1 1 0,-1-1 0,0 0 0,0 1 0,0-1 0,0 0 0,2-2 0,5-2 0,-1-2 0,0 1 0,10-12 0,-12 11 0,0 2 0,0 0 0,0 1 0,0-1 0,1 1 0,-1 1 0,1-1 0,0 1 0,0 0 0,0 0 0,1 0 0,-1 1 0,1 0 0,12-2 0,-9 3 0,1 0 0,0 1 0,-1 0 0,1 1 0,0 0 0,-1 1 0,1 0 0,12 4 0,-4 1 0,0 1 0,-1 0 0,0 1 0,0 1 0,-1 0 0,0 2 0,-1 0 0,-1 1 0,16 15 0,-8-3 0,36 53 0,-50-62 0,-1 1 0,0 0 0,-1 0 0,7 30 0,4 9 0,-15-47 0,1 1 0,-2-1 0,1 0 0,-2 1 0,1-1 0,-1 1 0,0 13 0,-1-20 0,-1-1 0,1 1 0,0-1 0,-1 1 0,0 0 0,1-1 0,-1 0 0,0 1 0,0-1 0,0 1 0,-1-1 0,1 0 0,0 0 0,-1 0 0,0 1 0,1-2 0,-1 1 0,0 0 0,0 0 0,0 0 0,0-1 0,0 1 0,-1-1 0,1 0 0,0 0 0,-1 0 0,1 0 0,-1 0 0,1 0 0,-1-1 0,-2 1 0,-26 3 0,1-2 0,0-1 0,-48-5 0,-3 0 0,15 5 0,-59-3 0,120 2-72,0-1 1,0 0-1,0 0 0,0-1 0,0 0 0,1 1 0,-1-2 0,0 1 1,1 0-1,0-1 0,-1 0 0,1 0 0,0 0 0,1-1 0,-1 1 1,0-1-1,1 0 0,-5-6 0,-4-11-6754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03:02:1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58 24575,'1'32'0,"0"-27"0,1 1 0,0-1 0,0 0 0,0 0 0,1-1 0,-1 1 0,1-1 0,0 1 0,0-1 0,1 0 0,-1 0 0,1 0 0,0 0 0,0-1 0,0 1 0,1-1 0,-1 0 0,1-1 0,0 1 0,0-1 0,-1 0 0,2 0 0,-1 0 0,10 1 0,-13-3 0,-1 0 0,1-1 0,0 1 0,0-1 0,0 0 0,0 1 0,-1-1 0,1 0 0,0 0 0,-1 0 0,1 0 0,-1-1 0,1 1 0,-1 0 0,1-1 0,-1 1 0,0 0 0,0-1 0,0 0 0,0 1 0,0-1 0,0 0 0,0 1 0,0-1 0,-1 0 0,1 0 0,0 0 0,-1 0 0,0 0 0,0 0 0,1 1 0,-1-4 0,1-3 0,-1-1 0,0 1 0,0-1 0,0 1 0,-1-1 0,-2-9 0,2 14 0,-1 0 0,1 1 0,-1-1 0,0 1 0,0-1 0,0 1 0,0-1 0,0 1 0,-1 0 0,0 0 0,1 0 0,-1 0 0,0 1 0,-1-1 0,1 1 0,0 0 0,-1 0 0,1 0 0,-1 0 0,1 0 0,-6-1 0,6 2 0,0 1 0,0-1 0,0 0 0,0 1 0,0 0 0,0 0 0,0 0 0,-1 0 0,1 0 0,0 0 0,0 1 0,0-1 0,0 1 0,0 0 0,0 0 0,0 0 0,1 1 0,-1-1 0,0 1 0,1-1 0,-1 1 0,1 0 0,-1 0 0,1 0 0,0 0 0,0 1 0,-4 4 0,5-6 0,1 0 0,-1-1 0,0 1 0,1 0 0,-1 1 0,0-1 0,1 0 0,-1 0 0,1 0 0,0 0 0,-1 0 0,1 0 0,0 1 0,0-1 0,0 0 0,0 0 0,0 0 0,0 0 0,0 1 0,0-1 0,0 0 0,1 0 0,-1 0 0,1 2 0,0-1 0,0-1 0,0 0 0,0 1 0,1-1 0,-1 0 0,1 0 0,-1 0 0,1 0 0,-1 0 0,1 0 0,-1 0 0,1 0 0,0 0 0,1 0 0,7 2 0,1-1 0,-1 0 0,0-1 0,14 1 0,27-3 0,-56 3 0,-1-1 0,1 1 0,0 0 0,0 1 0,0-1 0,1 1 0,-1 0 0,0 0 0,1 1 0,0-1 0,0 1 0,0 0 0,0 0 0,1 0 0,-5 7 0,8-10 0,0 0 0,-1-1 0,1 1 0,0 0 0,0 0 0,0 0 0,0-1 0,0 1 0,0 0 0,1 0 0,-1 0 0,0-1 0,0 1 0,1 0 0,-1 0 0,0-1 0,1 1 0,-1 0 0,0-1 0,1 1 0,-1 0 0,1-1 0,-1 1 0,1-1 0,0 1 0,-1-1 0,1 1 0,0-1 0,-1 1 0,1-1 0,0 0 0,-1 1 0,1-1 0,0 0 0,0 1 0,-1-1 0,1 0 0,0 0 0,0 0 0,-1 0 0,1 0 0,0 0 0,0 0 0,0 0 0,-1 0 0,1 0 0,1-1 0,1 1 0,0 0 0,0 0 0,0 0 0,0 0 0,0-1 0,0 0 0,0 1 0,0-1 0,0 0 0,0-1 0,4-1 0,-7 2 3,1 1-1,-1 0 0,1-1 0,-1 1 1,1-1-1,-1 1 0,1-1 0,-1 1 1,1-1-1,-1 1 0,0-1 0,1 0 1,-1 1-1,0-1 0,1 1 0,-1-1 1,0 0-1,0 1 0,0-1 0,0 0 1,0 1-1,0-1 0,0 0 0,0 1 1,0-1-1,0 0 0,0 1 1,0-1-1,0 0 0,0 1 0,0-1 1,-1 0-1,1 1 0,0-1 0,-1 0 1,1 1-1,0-1 0,-1 1 0,1-1 1,-1 1-1,1-1 0,-1 1 0,1-1 1,-1 1-1,1-1 0,-1 1 0,1 0 1,-1-1-1,0 1 0,1 0 0,-1 0 1,0-1-1,-35-11-1487,25 10-5341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0522-9174-EEEC-DCA3-13399CEF2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F156F-CC21-B6AF-D5C0-72572B0B2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DE10F-1DE0-BDC3-9C1B-FAE8F333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32373-BCEF-E867-3FFE-6813C3F1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950E-C1A4-2B25-7E9B-942E3687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165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F483-A52A-F45C-26BD-0D734B6D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1D12-B04F-F889-358A-2A5323A4A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2020-08FB-447A-FA64-1676CC6B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488E-8558-8625-69C9-35D38352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3B66F-A0F0-7AFD-D32E-120C6F41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321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2127-0AE7-4C17-9EEB-72616E80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9925E-1ED4-169E-AB91-5486C9B19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2083-B3D6-567B-F53C-AC2A8E8A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D477F-703D-405C-AFD3-0754190F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17C9B-1AD8-5AFA-E75D-9345F633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998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505D-47EF-1D5A-A48D-BDC9AEAD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DA492-145F-1245-1615-A66F0AC2E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7C3E2-5F54-8882-FE80-94B0D47D2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C6978-9192-8807-3A2C-93D12749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45AD1-2B6C-F506-828C-3D313D0D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CB628-D7DF-EE8B-D3D9-4CF7A4F9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59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09C4-1E5C-3AE8-2FB0-11F26A19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AA7D4-AC92-2EDA-370C-86BFCD34D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CE0D5-3ADD-D649-A16A-0486E2F8A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ACBFA-C514-2A91-DA4D-C41A30F18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16370-86D0-02BE-70D5-61877F43B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2830A-8569-BF64-BAC4-A998DE97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042B6-B87A-F8C7-76C0-39ACFC61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B92EC-D5A3-41E9-8F28-68495B97F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189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BD86-2CD8-F611-5D40-41C16D3DD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57163-89FB-3F48-1FBE-5908575A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BD099-58AD-F443-A596-3F9AFC9D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3F135-2D7E-BA3C-8F6F-2F18DD0C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751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825AA-2027-FECD-8A34-42842820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B8C06-B9C1-F03F-FDDD-68ADDF05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EFF10-B480-EBF5-790B-8A15480D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7132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5ED7-8945-D1AE-B0AD-F7B8350E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5105-A95B-0F61-486F-D6D043D64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8F3F0-3D2D-A071-7D30-BFBCDA998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F1ABF-F9B3-5425-E34A-359D51C8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800DA-0D14-C5E0-9569-324741955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81DD5-715A-552C-B530-3F63114D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139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CE35-1C9C-3E12-B3B6-21CDA1CE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7453D-7CDA-752D-4F2B-BCD52500A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F79E8-3B0F-BA33-9E12-58F97BBD3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4EE39-2C91-22D3-AEEE-E68DA0AE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2BA65-7E27-786F-0C6B-19CF598C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072ED-EA8E-E134-1CB2-4716BED5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86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17493-33B1-9AF9-BDDE-00DCD224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696CD-C2AA-1E15-CA10-B69573FAD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A734-7211-6A77-81B2-873634C7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301E9-6407-C882-DF6E-432CF316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9C11-7406-EE9B-6794-8CE0A8DB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494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8AAEF-95B2-91F5-10E7-B16D40A76B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6AC3F-4466-5FD5-9D60-206758196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900-5D86-BD3D-9009-E17CD4E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DAAD-7FBE-F868-4B3B-F1262386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A1E-E33D-FED9-8561-7F20BE04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523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9652C-C0F5-4BF0-3217-2ACD11D47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7A49F-3E1B-EB07-0F2E-AF3C90542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07152-3681-C769-7A52-9610F296F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F60AA-9D87-483B-BDEF-8B3742DE6688}" type="datetimeFigureOut">
              <a:rPr lang="en-SG" smtClean="0"/>
              <a:t>1/9/2024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19DB-1F0A-A94C-770D-7E834A01E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ECCAC-A68D-1261-9E17-527058E85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EE25-3512-4BFB-8805-6C4AE40E6C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025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image" Target="../media/image9.png"/><Relationship Id="rId21" Type="http://schemas.openxmlformats.org/officeDocument/2006/relationships/image" Target="../media/image21.png"/><Relationship Id="rId34" Type="http://schemas.openxmlformats.org/officeDocument/2006/relationships/customXml" Target="../ink/ink15.xml"/><Relationship Id="rId7" Type="http://schemas.openxmlformats.org/officeDocument/2006/relationships/image" Target="../media/image14.png"/><Relationship Id="rId12" Type="http://schemas.openxmlformats.org/officeDocument/2006/relationships/customXml" Target="../ink/ink4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2" Type="http://schemas.openxmlformats.org/officeDocument/2006/relationships/image" Target="../media/image8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6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5" Type="http://schemas.openxmlformats.org/officeDocument/2006/relationships/image" Target="../media/image11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24.png"/><Relationship Id="rId30" Type="http://schemas.openxmlformats.org/officeDocument/2006/relationships/customXml" Target="../ink/ink13.xml"/><Relationship Id="rId35" Type="http://schemas.openxmlformats.org/officeDocument/2006/relationships/image" Target="../media/image28.png"/><Relationship Id="rId8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1/05/how-to-initialize-weights-in-neural-networks/" TargetMode="External"/><Relationship Id="rId7" Type="http://schemas.openxmlformats.org/officeDocument/2006/relationships/hyperlink" Target="https://wandb.ai/sauravmaheshkar/initialization/reports/A-Gentle-Introduction-To-Weight-Initialization-for-Neural-Networks--Vmlldzo2ODExMTg" TargetMode="External"/><Relationship Id="rId2" Type="http://schemas.openxmlformats.org/officeDocument/2006/relationships/hyperlink" Target="https://www.pinecone.io/learn/weight-initializ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.ai/ai-notes/initialization/index.html" TargetMode="External"/><Relationship Id="rId5" Type="http://schemas.openxmlformats.org/officeDocument/2006/relationships/hyperlink" Target="https://www.geeksforgeeks.org/weight-initialization-techniques-for-deep-neural-networks/" TargetMode="External"/><Relationship Id="rId4" Type="http://schemas.openxmlformats.org/officeDocument/2006/relationships/hyperlink" Target="https://medium.com/guidona-softpedia/weight-initialization-methods-in-neural-networks-a3e7a793cee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C565-C5EF-71A0-C805-5122835CA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9619C-DB41-A460-3727-5E97A4161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Weight Initialization</a:t>
            </a:r>
          </a:p>
          <a:p>
            <a:r>
              <a:rPr lang="en-SG" dirty="0" err="1"/>
              <a:t>Lec</a:t>
            </a:r>
            <a:r>
              <a:rPr lang="en-SG" dirty="0"/>
              <a:t> # 5</a:t>
            </a:r>
          </a:p>
        </p:txBody>
      </p:sp>
    </p:spTree>
    <p:extLst>
      <p:ext uri="{BB962C8B-B14F-4D97-AF65-F5344CB8AC3E}">
        <p14:creationId xmlns:p14="http://schemas.microsoft.com/office/powerpoint/2010/main" val="187765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69502-9DD5-C749-E063-7D73E48B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SG" sz="4000">
                <a:solidFill>
                  <a:srgbClr val="FFFFFF"/>
                </a:solidFill>
              </a:rPr>
              <a:t>ANN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4777CA-86FE-AF0F-3235-464B52AA2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57696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668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C0F7A-183A-F63D-076D-045F41761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20723"/>
            <a:ext cx="10905066" cy="441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8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A9713-2117-37D8-2520-6B07B4F8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SG"/>
              <a:t>Why weight Initialization is Important?</a:t>
            </a:r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A345B46-4451-02C4-FAA6-4B1DA661D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9204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19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F277940B-7F30-4A86-B577-C158694B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C15E39-18CE-0367-166E-199ACA55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3" y="1018723"/>
            <a:ext cx="2952750" cy="825951"/>
          </a:xfrm>
        </p:spPr>
        <p:txBody>
          <a:bodyPr anchor="t">
            <a:normAutofit/>
          </a:bodyPr>
          <a:lstStyle/>
          <a:p>
            <a:r>
              <a:rPr lang="en-SG" sz="2200" b="0" i="0">
                <a:effectLst/>
                <a:highlight>
                  <a:srgbClr val="FFFFFF"/>
                </a:highlight>
                <a:latin typeface="__Inter_36bd41"/>
              </a:rPr>
              <a:t>Zero Initialization</a:t>
            </a:r>
            <a:endParaRPr lang="en-SG" sz="2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7A38A-C96D-C2F9-8CE4-30CCBD55B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13" y="2031999"/>
            <a:ext cx="2952750" cy="3783015"/>
          </a:xfrm>
        </p:spPr>
        <p:txBody>
          <a:bodyPr anchor="t">
            <a:normAutofit/>
          </a:bodyPr>
          <a:lstStyle/>
          <a:p>
            <a:r>
              <a:rPr lang="en-SG" sz="2000">
                <a:solidFill>
                  <a:schemeClr val="tx1">
                    <a:alpha val="60000"/>
                  </a:schemeClr>
                </a:solidFill>
              </a:rPr>
              <a:t>Relu =  max(0,z)</a:t>
            </a:r>
          </a:p>
          <a:p>
            <a:r>
              <a:rPr lang="en-SG" sz="2000">
                <a:solidFill>
                  <a:schemeClr val="tx1">
                    <a:alpha val="60000"/>
                  </a:schemeClr>
                </a:solidFill>
              </a:rPr>
              <a:t>Sigmoid  = [0 to1]</a:t>
            </a:r>
          </a:p>
          <a:p>
            <a:r>
              <a:rPr lang="en-SG" sz="2000">
                <a:solidFill>
                  <a:schemeClr val="tx1">
                    <a:alpha val="60000"/>
                  </a:schemeClr>
                </a:solidFill>
              </a:rPr>
              <a:t>Tanh = [-1 to 1]</a:t>
            </a:r>
          </a:p>
          <a:p>
            <a:endParaRPr lang="en-SG" sz="2000">
              <a:solidFill>
                <a:schemeClr val="tx1">
                  <a:alpha val="60000"/>
                </a:schemeClr>
              </a:solidFill>
            </a:endParaRPr>
          </a:p>
          <a:p>
            <a:pPr marL="0" indent="0">
              <a:buNone/>
            </a:pPr>
            <a:endParaRPr lang="en-SG" sz="200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D1C6A5-274A-F711-1846-9BB44E940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429" y="3565039"/>
            <a:ext cx="3068931" cy="224997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C4C08-AA80-345F-C827-7E9784C36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429" y="1089012"/>
            <a:ext cx="3092696" cy="225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26" name="Picture 2" descr="Nueral network">
            <a:extLst>
              <a:ext uri="{FF2B5EF4-FFF2-40B4-BE49-F238E27FC236}">
                <a16:creationId xmlns:a16="http://schemas.microsoft.com/office/drawing/2014/main" id="{26A8354D-FC0E-F631-CC81-D45B2B38E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8272" y="609600"/>
            <a:ext cx="4218400" cy="2819399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7A0F3C-E974-0538-643C-7E253F53E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380" y="3941762"/>
            <a:ext cx="3697291" cy="18732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0C55AD-4E9C-EA51-6073-57ACBC0D9202}"/>
              </a:ext>
            </a:extLst>
          </p:cNvPr>
          <p:cNvSpPr txBox="1"/>
          <p:nvPr/>
        </p:nvSpPr>
        <p:spPr>
          <a:xfrm>
            <a:off x="4744147" y="3533752"/>
            <a:ext cx="1681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Relu</a:t>
            </a:r>
            <a:r>
              <a:rPr lang="en-SG" dirty="0"/>
              <a:t> and Tanh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A2487E-77B8-F279-E120-70ED9616B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95" y="3941762"/>
            <a:ext cx="3461517" cy="18732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9687A5-64A2-C134-BDEE-CC8B3CAED367}"/>
              </a:ext>
            </a:extLst>
          </p:cNvPr>
          <p:cNvSpPr txBox="1"/>
          <p:nvPr/>
        </p:nvSpPr>
        <p:spPr>
          <a:xfrm>
            <a:off x="902230" y="353375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sigmoid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80D3F0-456B-482D-5BD8-3D8A48FD5E60}"/>
              </a:ext>
            </a:extLst>
          </p:cNvPr>
          <p:cNvSpPr txBox="1"/>
          <p:nvPr/>
        </p:nvSpPr>
        <p:spPr>
          <a:xfrm>
            <a:off x="2899992" y="4855090"/>
            <a:ext cx="7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0.5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07ACB-429E-1D68-7732-B90F6B5BBDAE}"/>
              </a:ext>
            </a:extLst>
          </p:cNvPr>
          <p:cNvSpPr txBox="1"/>
          <p:nvPr/>
        </p:nvSpPr>
        <p:spPr>
          <a:xfrm>
            <a:off x="2848675" y="5318084"/>
            <a:ext cx="7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D9FED-90BD-7196-89A5-D7B49C891EB8}"/>
              </a:ext>
            </a:extLst>
          </p:cNvPr>
          <p:cNvSpPr txBox="1"/>
          <p:nvPr/>
        </p:nvSpPr>
        <p:spPr>
          <a:xfrm>
            <a:off x="7413523" y="169941"/>
            <a:ext cx="4365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Relu</a:t>
            </a:r>
            <a:r>
              <a:rPr lang="en-SG" dirty="0"/>
              <a:t> and tanh : no learning</a:t>
            </a:r>
          </a:p>
          <a:p>
            <a:r>
              <a:rPr lang="en-SG" dirty="0"/>
              <a:t>Sigmoid : behave like one neuron, </a:t>
            </a:r>
          </a:p>
          <a:p>
            <a:r>
              <a:rPr lang="en-SG" dirty="0"/>
              <a:t>                     non-linearity  can’t capture</a:t>
            </a:r>
          </a:p>
        </p:txBody>
      </p:sp>
    </p:spTree>
    <p:extLst>
      <p:ext uri="{BB962C8B-B14F-4D97-AF65-F5344CB8AC3E}">
        <p14:creationId xmlns:p14="http://schemas.microsoft.com/office/powerpoint/2010/main" val="187050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4A1E75BD-9932-E290-2F96-F4789505C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842" y="811833"/>
            <a:ext cx="10119789" cy="3425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B85207-159C-8588-44C1-1880296D1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49" y="4505726"/>
            <a:ext cx="9456174" cy="138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36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F277940B-7F30-4A86-B577-C158694B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C15E39-18CE-0367-166E-199ACA55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46" y="1018723"/>
            <a:ext cx="3461517" cy="825951"/>
          </a:xfrm>
        </p:spPr>
        <p:txBody>
          <a:bodyPr anchor="t">
            <a:normAutofit/>
          </a:bodyPr>
          <a:lstStyle/>
          <a:p>
            <a:r>
              <a:rPr lang="en-SG" sz="2200" dirty="0">
                <a:highlight>
                  <a:srgbClr val="FFFFFF"/>
                </a:highlight>
                <a:latin typeface="__Inter_36bd41"/>
              </a:rPr>
              <a:t>constant</a:t>
            </a:r>
            <a:r>
              <a:rPr lang="en-SG" sz="2200" b="0" i="0" dirty="0">
                <a:effectLst/>
                <a:highlight>
                  <a:srgbClr val="FFFFFF"/>
                </a:highlight>
                <a:latin typeface="__Inter_36bd41"/>
              </a:rPr>
              <a:t> Initialization</a:t>
            </a:r>
            <a:endParaRPr lang="en-SG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7A38A-C96D-C2F9-8CE4-30CCBD55B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13" y="2031999"/>
            <a:ext cx="2952750" cy="3783015"/>
          </a:xfrm>
        </p:spPr>
        <p:txBody>
          <a:bodyPr anchor="t">
            <a:normAutofit/>
          </a:bodyPr>
          <a:lstStyle/>
          <a:p>
            <a:r>
              <a:rPr lang="en-SG" sz="2000" dirty="0" err="1">
                <a:solidFill>
                  <a:schemeClr val="tx1">
                    <a:alpha val="60000"/>
                  </a:schemeClr>
                </a:solidFill>
              </a:rPr>
              <a:t>Relu</a:t>
            </a:r>
            <a:r>
              <a:rPr lang="en-SG" sz="2000" dirty="0">
                <a:solidFill>
                  <a:schemeClr val="tx1">
                    <a:alpha val="60000"/>
                  </a:schemeClr>
                </a:solidFill>
              </a:rPr>
              <a:t> =  max(0,z)</a:t>
            </a:r>
          </a:p>
          <a:p>
            <a:r>
              <a:rPr lang="en-SG" sz="2000" dirty="0">
                <a:solidFill>
                  <a:schemeClr val="tx1">
                    <a:alpha val="60000"/>
                  </a:schemeClr>
                </a:solidFill>
              </a:rPr>
              <a:t>Sigmoid  = [0 to1]</a:t>
            </a:r>
          </a:p>
          <a:p>
            <a:r>
              <a:rPr lang="en-SG" sz="2000" dirty="0">
                <a:solidFill>
                  <a:schemeClr val="tx1">
                    <a:alpha val="60000"/>
                  </a:schemeClr>
                </a:solidFill>
              </a:rPr>
              <a:t>Tanh = [-1 to 1]</a:t>
            </a:r>
          </a:p>
          <a:p>
            <a:endParaRPr lang="en-SG" sz="2000" dirty="0">
              <a:solidFill>
                <a:schemeClr val="tx1">
                  <a:alpha val="60000"/>
                </a:schemeClr>
              </a:solidFill>
            </a:endParaRPr>
          </a:p>
          <a:p>
            <a:pPr marL="0" indent="0">
              <a:buNone/>
            </a:pPr>
            <a:endParaRPr lang="en-SG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D1C6A5-274A-F711-1846-9BB44E940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429" y="3565039"/>
            <a:ext cx="3068931" cy="224997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C4C08-AA80-345F-C827-7E9784C36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429" y="1089012"/>
            <a:ext cx="3092696" cy="225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26" name="Picture 2" descr="Nueral network">
            <a:extLst>
              <a:ext uri="{FF2B5EF4-FFF2-40B4-BE49-F238E27FC236}">
                <a16:creationId xmlns:a16="http://schemas.microsoft.com/office/drawing/2014/main" id="{26A8354D-FC0E-F631-CC81-D45B2B38E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8272" y="609600"/>
            <a:ext cx="4218400" cy="2819399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7A0F3C-E974-0538-643C-7E253F53E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380" y="3941762"/>
            <a:ext cx="3697291" cy="18732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0C55AD-4E9C-EA51-6073-57ACBC0D9202}"/>
              </a:ext>
            </a:extLst>
          </p:cNvPr>
          <p:cNvSpPr txBox="1"/>
          <p:nvPr/>
        </p:nvSpPr>
        <p:spPr>
          <a:xfrm>
            <a:off x="4744147" y="3533752"/>
            <a:ext cx="1681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Relu</a:t>
            </a:r>
            <a:r>
              <a:rPr lang="en-SG" dirty="0"/>
              <a:t> and Tanh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A2487E-77B8-F279-E120-70ED9616B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95" y="3941762"/>
            <a:ext cx="3461517" cy="18732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9687A5-64A2-C134-BDEE-CC8B3CAED367}"/>
              </a:ext>
            </a:extLst>
          </p:cNvPr>
          <p:cNvSpPr txBox="1"/>
          <p:nvPr/>
        </p:nvSpPr>
        <p:spPr>
          <a:xfrm>
            <a:off x="902230" y="353375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sigmoid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D9FED-90BD-7196-89A5-D7B49C891EB8}"/>
              </a:ext>
            </a:extLst>
          </p:cNvPr>
          <p:cNvSpPr txBox="1"/>
          <p:nvPr/>
        </p:nvSpPr>
        <p:spPr>
          <a:xfrm>
            <a:off x="7413523" y="169941"/>
            <a:ext cx="4365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Relu</a:t>
            </a:r>
            <a:r>
              <a:rPr lang="en-SG" dirty="0"/>
              <a:t> ,tanh and Sigmoid : </a:t>
            </a:r>
          </a:p>
          <a:p>
            <a:r>
              <a:rPr lang="en-SG" dirty="0"/>
              <a:t>	behave like one neuron, </a:t>
            </a:r>
          </a:p>
          <a:p>
            <a:r>
              <a:rPr lang="en-SG" dirty="0"/>
              <a:t>                     non-linearity  can’t capture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719F15-88ED-EEEF-3CE6-A343873B50F9}"/>
                  </a:ext>
                </a:extLst>
              </p14:cNvPr>
              <p14:cNvContentPartPr/>
              <p14:nvPr/>
            </p14:nvContentPartPr>
            <p14:xfrm>
              <a:off x="7581217" y="4175148"/>
              <a:ext cx="33480" cy="47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719F15-88ED-EEEF-3CE6-A343873B50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5097" y="4169028"/>
                <a:ext cx="457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C2A03C-AA14-0776-DB41-6826CD731ADF}"/>
                  </a:ext>
                </a:extLst>
              </p14:cNvPr>
              <p14:cNvContentPartPr/>
              <p14:nvPr/>
            </p14:nvContentPartPr>
            <p14:xfrm>
              <a:off x="7612177" y="4031148"/>
              <a:ext cx="176760" cy="245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C2A03C-AA14-0776-DB41-6826CD731A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06057" y="4025028"/>
                <a:ext cx="1890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C0B88B-A409-7E68-CB43-8A16AC864A6D}"/>
                  </a:ext>
                </a:extLst>
              </p14:cNvPr>
              <p14:cNvContentPartPr/>
              <p14:nvPr/>
            </p14:nvContentPartPr>
            <p14:xfrm>
              <a:off x="3606817" y="4188468"/>
              <a:ext cx="51120" cy="68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C0B88B-A409-7E68-CB43-8A16AC864A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00697" y="4182348"/>
                <a:ext cx="633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3F48F0C-0724-E028-949F-884AF39830D1}"/>
                  </a:ext>
                </a:extLst>
              </p14:cNvPr>
              <p14:cNvContentPartPr/>
              <p14:nvPr/>
            </p14:nvContentPartPr>
            <p14:xfrm>
              <a:off x="3670537" y="4043388"/>
              <a:ext cx="155880" cy="275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3F48F0C-0724-E028-949F-884AF39830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64417" y="4037268"/>
                <a:ext cx="168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8132A5-C09B-DEA5-57E5-3723A5C38900}"/>
                  </a:ext>
                </a:extLst>
              </p14:cNvPr>
              <p14:cNvContentPartPr/>
              <p14:nvPr/>
            </p14:nvContentPartPr>
            <p14:xfrm>
              <a:off x="6488257" y="4621188"/>
              <a:ext cx="187200" cy="178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8132A5-C09B-DEA5-57E5-3723A5C389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82137" y="4615068"/>
                <a:ext cx="1994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241BD7D-DF55-3FF5-E5B6-379DF557EA0B}"/>
                  </a:ext>
                </a:extLst>
              </p14:cNvPr>
              <p14:cNvContentPartPr/>
              <p14:nvPr/>
            </p14:nvContentPartPr>
            <p14:xfrm>
              <a:off x="6724777" y="4680228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241BD7D-DF55-3FF5-E5B6-379DF557EA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18657" y="46741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F455CCF-EBC6-AE39-BDA9-878CD82949B3}"/>
                  </a:ext>
                </a:extLst>
              </p14:cNvPr>
              <p14:cNvContentPartPr/>
              <p14:nvPr/>
            </p14:nvContentPartPr>
            <p14:xfrm>
              <a:off x="6743857" y="4669068"/>
              <a:ext cx="82080" cy="31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F455CCF-EBC6-AE39-BDA9-878CD82949B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37737" y="4662948"/>
                <a:ext cx="943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8FFCA6A-76F9-8A4B-9819-31DD027FAC70}"/>
                  </a:ext>
                </a:extLst>
              </p14:cNvPr>
              <p14:cNvContentPartPr/>
              <p14:nvPr/>
            </p14:nvContentPartPr>
            <p14:xfrm>
              <a:off x="6892177" y="4444068"/>
              <a:ext cx="276120" cy="365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8FFCA6A-76F9-8A4B-9819-31DD027FAC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86057" y="4437948"/>
                <a:ext cx="28836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FA6671-114F-7EFB-3E99-042A6C34754E}"/>
                  </a:ext>
                </a:extLst>
              </p14:cNvPr>
              <p14:cNvContentPartPr/>
              <p14:nvPr/>
            </p14:nvContentPartPr>
            <p14:xfrm>
              <a:off x="7083337" y="4879668"/>
              <a:ext cx="211320" cy="265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FA6671-114F-7EFB-3E99-042A6C34754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77217" y="4873548"/>
                <a:ext cx="2235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BA9F599-9C4D-5C81-644C-7B647D939A84}"/>
                  </a:ext>
                </a:extLst>
              </p14:cNvPr>
              <p14:cNvContentPartPr/>
              <p14:nvPr/>
            </p14:nvContentPartPr>
            <p14:xfrm>
              <a:off x="6996577" y="5299068"/>
              <a:ext cx="278280" cy="3175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BA9F599-9C4D-5C81-644C-7B647D939A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90457" y="5292948"/>
                <a:ext cx="29052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D2CE971-C27B-5E92-63E5-C029BAE0EA63}"/>
                  </a:ext>
                </a:extLst>
              </p14:cNvPr>
              <p14:cNvContentPartPr/>
              <p14:nvPr/>
            </p14:nvContentPartPr>
            <p14:xfrm>
              <a:off x="3107497" y="4818828"/>
              <a:ext cx="221040" cy="358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D2CE971-C27B-5E92-63E5-C029BAE0EA6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01377" y="4812708"/>
                <a:ext cx="2332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5C93E7F-149B-C5DF-4CB0-C125A7C8D37D}"/>
                  </a:ext>
                </a:extLst>
              </p14:cNvPr>
              <p14:cNvContentPartPr/>
              <p14:nvPr/>
            </p14:nvContentPartPr>
            <p14:xfrm>
              <a:off x="3096697" y="5302308"/>
              <a:ext cx="235800" cy="321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5C93E7F-149B-C5DF-4CB0-C125A7C8D37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90577" y="5296188"/>
                <a:ext cx="2480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4E674F2-9A8D-1714-19F3-5F334ACDA96B}"/>
                  </a:ext>
                </a:extLst>
              </p14:cNvPr>
              <p14:cNvContentPartPr/>
              <p14:nvPr/>
            </p14:nvContentPartPr>
            <p14:xfrm>
              <a:off x="2595577" y="4640628"/>
              <a:ext cx="186120" cy="176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4E674F2-9A8D-1714-19F3-5F334ACDA96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89457" y="4634508"/>
                <a:ext cx="1983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B6CF663-C45E-86FB-E7AE-3932FFCC74A9}"/>
                  </a:ext>
                </a:extLst>
              </p14:cNvPr>
              <p14:cNvContentPartPr/>
              <p14:nvPr/>
            </p14:nvContentPartPr>
            <p14:xfrm>
              <a:off x="2886097" y="4453428"/>
              <a:ext cx="280080" cy="357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B6CF663-C45E-86FB-E7AE-3932FFCC74A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79977" y="4447308"/>
                <a:ext cx="2923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3A14D1B-F5B5-5AA7-6CEB-ACA57A399A66}"/>
                  </a:ext>
                </a:extLst>
              </p14:cNvPr>
              <p14:cNvContentPartPr/>
              <p14:nvPr/>
            </p14:nvContentPartPr>
            <p14:xfrm>
              <a:off x="2815897" y="4698588"/>
              <a:ext cx="56880" cy="66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3A14D1B-F5B5-5AA7-6CEB-ACA57A399A6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09777" y="4692468"/>
                <a:ext cx="69120" cy="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663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D3784C-E4BC-D7D4-8410-804C11D264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B7A63-86E9-AC8C-B530-DB205B8D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/>
              <a:t>Random Initialization</a:t>
            </a:r>
            <a:endParaRPr lang="en-S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1CBA53-0EDD-E5ED-6780-E5281E73D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6935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396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D4D46-3FF4-DB82-CB15-CCE5F364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br>
              <a:rPr lang="en-US" sz="2600" b="0" i="0" dirty="0">
                <a:effectLst/>
                <a:latin typeface="__Inter_36bd41"/>
              </a:rPr>
            </a:br>
            <a:br>
              <a:rPr lang="en-US" sz="2600" b="1" i="0" dirty="0">
                <a:effectLst/>
                <a:latin typeface="__Inter_36bd41"/>
              </a:rPr>
            </a:br>
            <a:r>
              <a:rPr lang="en-US" sz="2600" b="1" i="0" dirty="0">
                <a:effectLst/>
                <a:latin typeface="__Inter_36bd41"/>
              </a:rPr>
              <a:t>Initializing the Weights to Small Random Values</a:t>
            </a:r>
            <a:br>
              <a:rPr lang="en-US" sz="2600" b="0" i="0" dirty="0">
                <a:effectLst/>
                <a:latin typeface="__Inter_36bd41"/>
              </a:rPr>
            </a:br>
            <a:endParaRPr lang="en-SG" sz="2600" dirty="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F964-C3AF-9E06-C5BF-08C0A1542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200" dirty="0"/>
              <a:t>random uniform distribution in range [0, 1], or better, [-0.5, 0.5] </a:t>
            </a:r>
          </a:p>
          <a:p>
            <a:r>
              <a:rPr lang="en-US" sz="2200" dirty="0"/>
              <a:t>Gaussian distribution(Normal Distribution) with mean 0 and small variance (e.g., 0.1 or 0.01)</a:t>
            </a:r>
            <a:endParaRPr lang="en-SG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981B9A-44D7-6946-29B9-76CF0C21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231" y="2534412"/>
            <a:ext cx="4328158" cy="3678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92CE65-2C83-A936-3003-E4FC75787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057" y="2386584"/>
            <a:ext cx="4624405" cy="36226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2FB97-B875-5E9F-0C71-86195D3542F7}"/>
              </a:ext>
            </a:extLst>
          </p:cNvPr>
          <p:cNvSpPr txBox="1"/>
          <p:nvPr/>
        </p:nvSpPr>
        <p:spPr>
          <a:xfrm>
            <a:off x="622775" y="2994089"/>
            <a:ext cx="18647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weights are initialized with low values it gets mapped to 0</a:t>
            </a:r>
          </a:p>
          <a:p>
            <a:pPr algn="just"/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739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CEAB-0913-AF27-E54B-265BBD92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203105-910D-9E8F-75C5-B2C66191D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206" y="4273787"/>
            <a:ext cx="9802761" cy="238265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C24C23-3775-9C15-24D2-55B22F9B0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357" y="365125"/>
            <a:ext cx="7597878" cy="3908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A6DA41-6FA2-9919-D103-C53F3B239FC3}"/>
              </a:ext>
            </a:extLst>
          </p:cNvPr>
          <p:cNvSpPr txBox="1"/>
          <p:nvPr/>
        </p:nvSpPr>
        <p:spPr>
          <a:xfrm>
            <a:off x="924232" y="2231923"/>
            <a:ext cx="29890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  <a:t>When the magnitude of activations is small, the gradients are vanishingly small, and the neurons do not learn anything!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8833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C830-DF39-7AA8-2BC7-FB1CB088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89803"/>
            <a:ext cx="7848600" cy="671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 i="0" dirty="0">
                <a:effectLst/>
              </a:rPr>
              <a:t>Initializing the Weights to Large Random Values</a:t>
            </a:r>
            <a:br>
              <a:rPr lang="en-US" sz="1900" b="0" i="0" dirty="0">
                <a:effectLst/>
              </a:rPr>
            </a:br>
            <a:endParaRPr lang="en-US" sz="19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6E1E3-D726-F5E5-1F98-FD4D773CF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2374" y="589803"/>
            <a:ext cx="5869858" cy="3136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D9117-C97C-9323-26DE-9DD2A575E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06" y="3845603"/>
            <a:ext cx="10800973" cy="2043919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E34AB8-1DCB-C03F-06F6-B0C547EABCC2}"/>
              </a:ext>
            </a:extLst>
          </p:cNvPr>
          <p:cNvSpPr txBox="1"/>
          <p:nvPr/>
        </p:nvSpPr>
        <p:spPr>
          <a:xfrm>
            <a:off x="762000" y="1027238"/>
            <a:ext cx="4646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  <a:t>When the weights have a large magnitude, the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__Inter_36bd41"/>
              </a:rPr>
              <a:t>sigmoid and tanh activation </a:t>
            </a:r>
            <a: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  <a:t>functions take on values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__Inter_36bd41"/>
              </a:rPr>
              <a:t>very close to saturation</a:t>
            </a:r>
            <a: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  <a:t>When the activations become saturated, the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__Inter_36bd41"/>
              </a:rPr>
              <a:t>gradients move close to zero </a:t>
            </a:r>
            <a: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  <a:t>during backpropagation. (vanishing Gradient)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__Inter_36bd41"/>
              </a:rPr>
              <a:t>In case of </a:t>
            </a:r>
            <a:r>
              <a:rPr lang="en-US" dirty="0" err="1">
                <a:solidFill>
                  <a:srgbClr val="000000"/>
                </a:solidFill>
                <a:highlight>
                  <a:srgbClr val="00FFFF"/>
                </a:highlight>
                <a:latin typeface="__Inter_36bd41"/>
              </a:rPr>
              <a:t>Relu</a:t>
            </a:r>
            <a:r>
              <a:rPr lang="en-US" dirty="0">
                <a:solidFill>
                  <a:srgbClr val="000000"/>
                </a:solidFill>
                <a:latin typeface="__Inter_36bd41"/>
              </a:rPr>
              <a:t>, </a:t>
            </a:r>
            <a:r>
              <a:rPr lang="en-US" b="1" i="0" dirty="0">
                <a:solidFill>
                  <a:srgbClr val="000000"/>
                </a:solidFill>
                <a:effectLst/>
                <a:latin typeface="Assistant" pitchFamily="2" charset="-79"/>
                <a:cs typeface="Assistant" pitchFamily="2" charset="-79"/>
              </a:rPr>
              <a:t> </a:t>
            </a:r>
            <a:r>
              <a:rPr lang="en-US" i="0" dirty="0">
                <a:solidFill>
                  <a:srgbClr val="000000"/>
                </a:solidFill>
                <a:effectLst/>
                <a:latin typeface="Assistant" pitchFamily="2" charset="-79"/>
                <a:cs typeface="Assistant" pitchFamily="2" charset="-79"/>
              </a:rPr>
              <a:t>A too-large initialization leads to </a:t>
            </a:r>
            <a:r>
              <a:rPr lang="en-US" i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Assistant" pitchFamily="2" charset="-79"/>
                <a:cs typeface="Assistant" pitchFamily="2" charset="-79"/>
              </a:rPr>
              <a:t>exploding gradients.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Assistant" pitchFamily="2" charset="-79"/>
                <a:cs typeface="Assistant" pitchFamily="2" charset="-79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Assistant" pitchFamily="2" charset="-79"/>
                <a:cs typeface="Assistant" pitchFamily="2" charset="-79"/>
              </a:rPr>
              <a:t>This leads the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ssistant" pitchFamily="2" charset="-79"/>
                <a:cs typeface="Assistant" pitchFamily="2" charset="-79"/>
              </a:rPr>
              <a:t>cost to oscillate around its minimum value</a:t>
            </a:r>
            <a:r>
              <a:rPr lang="en-US" b="0" i="0" dirty="0">
                <a:solidFill>
                  <a:srgbClr val="000000"/>
                </a:solidFill>
                <a:effectLst/>
                <a:latin typeface="Assistant" pitchFamily="2" charset="-79"/>
                <a:cs typeface="Assistant" pitchFamily="2" charset="-79"/>
              </a:rPr>
              <a:t>.</a:t>
            </a:r>
            <a:endParaRPr lang="en-US" i="0" dirty="0">
              <a:solidFill>
                <a:srgbClr val="000000"/>
              </a:solidFill>
              <a:effectLst/>
              <a:latin typeface="Assistant" pitchFamily="2" charset="-79"/>
              <a:cs typeface="Assistant" pitchFamily="2" charset="-79"/>
            </a:endParaRP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__Inter_36bd41"/>
            </a:endParaRP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__Inter_36bd41"/>
            </a:endParaRPr>
          </a:p>
          <a:p>
            <a:br>
              <a:rPr lang="en-US" b="0" i="0" dirty="0">
                <a:solidFill>
                  <a:srgbClr val="000000"/>
                </a:solidFill>
                <a:effectLst/>
                <a:latin typeface="__Inter_36bd41"/>
              </a:rPr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973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6FC48-3130-F49E-6E99-F282623E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SG" dirty="0"/>
              <a:t>Summary of random weights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26EAD5F-F6E7-21BB-3931-910E613CA2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390313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5299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D33B3-2410-7F2D-69A4-896FF60F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US" sz="4100" b="1" i="0">
                <a:solidFill>
                  <a:srgbClr val="FFFFFF"/>
                </a:solidFill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</a:br>
            <a:r>
              <a:rPr lang="en-US" sz="4100" b="1" i="0">
                <a:solidFill>
                  <a:srgbClr val="FFFFFF"/>
                </a:solidFill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How to find appropriate initialization values</a:t>
            </a:r>
            <a:endParaRPr lang="en-SG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3A48D-5FFB-B51C-0D6A-5C74B308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To prevent the gradients of the network’s activations from vanishing or exploding, we will stick to the following rules of thumb: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The </a:t>
            </a:r>
            <a:r>
              <a:rPr lang="en-US" b="0" i="1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mean</a:t>
            </a:r>
            <a:r>
              <a:rPr lang="en-US" b="0" i="0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 of the activations should be zero.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The </a:t>
            </a:r>
            <a:r>
              <a:rPr lang="en-US" b="0" i="1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variance</a:t>
            </a:r>
            <a:r>
              <a:rPr lang="en-US" b="0" i="0" dirty="0">
                <a:effectLst/>
                <a:latin typeface="Assistant" panose="020F0502020204030204" pitchFamily="2" charset="-79"/>
                <a:cs typeface="Assistant" panose="020F0502020204030204" pitchFamily="2" charset="-79"/>
              </a:rPr>
              <a:t> of the activations should stay the same across every layer.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9667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3651D-1C0F-9BFD-DA11-AE15FC77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4100" b="0" i="0">
                <a:solidFill>
                  <a:srgbClr val="FFFFFF"/>
                </a:solidFill>
                <a:effectLst/>
                <a:latin typeface="__Inter_36bd41"/>
              </a:rPr>
              <a:t>A Better Weight Initialization Strategy</a:t>
            </a:r>
            <a:endParaRPr lang="en-SG" sz="4100">
              <a:solidFill>
                <a:srgbClr val="FFFFFF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42EB1-AECB-BA72-3668-A782ACC5F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01956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1261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62D8B-A037-F226-6B36-8C9DAB78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4200" i="0">
                <a:effectLst/>
                <a:latin typeface="Nunito" pitchFamily="2" charset="0"/>
              </a:rPr>
              <a:t>Terminology or Notations</a:t>
            </a:r>
            <a:endParaRPr lang="en-SG" sz="4200"/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0905-6E20-4ABE-56BF-C4ABDFEE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fontAlgn="base"/>
            <a:r>
              <a:rPr lang="en-US" sz="2200" b="1" i="1">
                <a:effectLst/>
                <a:latin typeface="Nunito" pitchFamily="2" charset="0"/>
              </a:rPr>
              <a:t>fan_in = </a:t>
            </a:r>
            <a:r>
              <a:rPr lang="en-US" sz="2200" b="0" i="1">
                <a:effectLst/>
                <a:latin typeface="Nunito" pitchFamily="2" charset="0"/>
              </a:rPr>
              <a:t>Number of input paths towards the neuron</a:t>
            </a:r>
          </a:p>
          <a:p>
            <a:pPr fontAlgn="base"/>
            <a:r>
              <a:rPr lang="en-US" sz="2200" b="1" i="1">
                <a:effectLst/>
                <a:latin typeface="Nunito" pitchFamily="2" charset="0"/>
              </a:rPr>
              <a:t>fan_out =</a:t>
            </a:r>
            <a:r>
              <a:rPr lang="en-US" sz="2200" b="0" i="1">
                <a:effectLst/>
                <a:latin typeface="Nunito" pitchFamily="2" charset="0"/>
              </a:rPr>
              <a:t> Number of output paths towards the neuron</a:t>
            </a:r>
          </a:p>
          <a:p>
            <a:endParaRPr lang="en-SG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D66320-78AE-9CB8-5442-16457D29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696" y="640080"/>
            <a:ext cx="654292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82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B35C8-AEAA-B13C-50E7-901F7D9C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br>
              <a:rPr lang="en-US" sz="21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1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1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Xavier or Glorot Initialization</a:t>
            </a:r>
            <a:br>
              <a:rPr lang="en-US" sz="2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E69DA-C583-337C-1681-AE1857129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396204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Best work on Tanh and Sigmoid Activation Function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39032-686C-E8B1-7E45-21627000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3067050"/>
            <a:ext cx="10392697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27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35766B-B943-5495-9B8F-91273F25E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555" y="709753"/>
            <a:ext cx="10314039" cy="16079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2ADAD-B8B5-EBCE-5668-2DB768934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55" y="2423739"/>
            <a:ext cx="10392697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8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29EF5-4D37-9CEB-973C-209B86C8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 Initialization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FF2AC-699F-CD75-347A-717492832C6B}"/>
              </a:ext>
            </a:extLst>
          </p:cNvPr>
          <p:cNvSpPr txBox="1"/>
          <p:nvPr/>
        </p:nvSpPr>
        <p:spPr>
          <a:xfrm>
            <a:off x="2895601" y="1900826"/>
            <a:ext cx="6396204" cy="662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Best work on Relu Activation function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612E8-3C36-21AE-36F8-081DAC587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177" y="3109621"/>
            <a:ext cx="10118598" cy="293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82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36972-496C-B853-6198-D58E0C8A1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SG" sz="4800">
                <a:solidFill>
                  <a:srgbClr val="FFFFFF"/>
                </a:solidFill>
              </a:rPr>
              <a:t>Lecun Initialization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C072-91F4-AEBE-E852-11DCD7F31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2200">
                <a:solidFill>
                  <a:srgbClr val="FFFFFF"/>
                </a:solidFill>
              </a:rPr>
              <a:t>Best work on </a:t>
            </a:r>
            <a:r>
              <a:rPr lang="en-SG" sz="2200" b="0" i="0">
                <a:solidFill>
                  <a:srgbClr val="FFFFFF"/>
                </a:solidFill>
                <a:effectLst/>
                <a:latin typeface="-apple-system"/>
              </a:rPr>
              <a:t>hyperbolic tangent Activation Function.</a:t>
            </a:r>
          </a:p>
          <a:p>
            <a:pPr marL="0" indent="0">
              <a:buNone/>
            </a:pPr>
            <a:endParaRPr lang="en-SG" sz="22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A0AF6-C627-FEBE-0B57-78A5B6FB8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" y="3259879"/>
            <a:ext cx="10626999" cy="141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70A068-C8F8-494D-4B08-D391B16F9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2" y="4855341"/>
            <a:ext cx="10917936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07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7E9BE-49B6-67A6-18EA-21F45918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Orthogonal Initialization</a:t>
            </a:r>
          </a:p>
        </p:txBody>
      </p:sp>
      <p:sp>
        <p:nvSpPr>
          <p:cNvPr id="206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8C58E63C-7E6F-8FC7-84E1-A820DA42048D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It initializes the weight matrix with an orthogonal matrix.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This method helps to avoid the vanishing and exploding gradients problem that can occur in deep neural networks.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Orthogonal initialization can improve the stability and convergence of the network, especially for recurrent neural networks (RNNs) that have feedback loops and long-term dependencies.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However, orthogonal initialization may not be feasible for layers that have more outputs than inputs, or vice versa, as it requires the weight matrix to be square</a:t>
            </a:r>
            <a:endParaRPr lang="en-US" sz="1500"/>
          </a:p>
        </p:txBody>
      </p:sp>
      <p:pic>
        <p:nvPicPr>
          <p:cNvPr id="2050" name="Picture 2" descr="Orthogonal Matrix: Definition, Properties, and Examples">
            <a:extLst>
              <a:ext uri="{FF2B5EF4-FFF2-40B4-BE49-F238E27FC236}">
                <a16:creationId xmlns:a16="http://schemas.microsoft.com/office/drawing/2014/main" id="{3309EABB-B55E-6847-C664-BE44E71247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2146143"/>
            <a:ext cx="5458968" cy="256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629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7" name="Rectangle 1076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38076B-A144-EB41-05F0-5CBB5CC9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/>
              <a:t>Codes</a:t>
            </a:r>
          </a:p>
        </p:txBody>
      </p:sp>
      <p:pic>
        <p:nvPicPr>
          <p:cNvPr id="1032" name="Picture 8" descr="No alt text provided for this image">
            <a:extLst>
              <a:ext uri="{FF2B5EF4-FFF2-40B4-BE49-F238E27FC236}">
                <a16:creationId xmlns:a16="http://schemas.microsoft.com/office/drawing/2014/main" id="{106D3386-E71B-A90E-1122-F2B1918C0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1" r="1" b="14641"/>
          <a:stretch/>
        </p:blipFill>
        <p:spPr bwMode="auto">
          <a:xfrm>
            <a:off x="452541" y="1887793"/>
            <a:ext cx="3689045" cy="2332174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o alt text provided for this image">
            <a:extLst>
              <a:ext uri="{FF2B5EF4-FFF2-40B4-BE49-F238E27FC236}">
                <a16:creationId xmlns:a16="http://schemas.microsoft.com/office/drawing/2014/main" id="{36BD2DF1-1FCA-A3DA-EDD8-3129B48EC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8" r="-1" b="6530"/>
          <a:stretch/>
        </p:blipFill>
        <p:spPr bwMode="auto">
          <a:xfrm>
            <a:off x="4251477" y="2828987"/>
            <a:ext cx="3689045" cy="245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alt text provided for this image">
            <a:extLst>
              <a:ext uri="{FF2B5EF4-FFF2-40B4-BE49-F238E27FC236}">
                <a16:creationId xmlns:a16="http://schemas.microsoft.com/office/drawing/2014/main" id="{4716A117-9693-EA9F-2A22-09C2E5476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191"/>
          <a:stretch/>
        </p:blipFill>
        <p:spPr bwMode="auto">
          <a:xfrm>
            <a:off x="8288595" y="1042080"/>
            <a:ext cx="3528344" cy="2221981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o alt text provided for this image">
            <a:extLst>
              <a:ext uri="{FF2B5EF4-FFF2-40B4-BE49-F238E27FC236}">
                <a16:creationId xmlns:a16="http://schemas.microsoft.com/office/drawing/2014/main" id="{E425629E-A5AD-B742-8530-75BCF4D93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2" r="5" b="126"/>
          <a:stretch/>
        </p:blipFill>
        <p:spPr bwMode="auto">
          <a:xfrm>
            <a:off x="8288594" y="3593940"/>
            <a:ext cx="3528344" cy="2580718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092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0FA145-05CE-1F2F-4D29-262F76BBC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22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38E7-9C06-5C16-4B8F-7A7D9F71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5B4A5-63C2-40DA-C0E4-DDEE6C796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>
                <a:hlinkClick r:id="rId2"/>
              </a:rPr>
              <a:t>https://www.pinecone.io/learn/weight-initialization/</a:t>
            </a:r>
            <a:endParaRPr lang="en-SG" dirty="0"/>
          </a:p>
          <a:p>
            <a:r>
              <a:rPr lang="en-SG" dirty="0">
                <a:hlinkClick r:id="rId3"/>
              </a:rPr>
              <a:t>https://www.analyticsvidhya.com/blog/2021/05/how-to-initialize-weights-in-neural-networks/</a:t>
            </a:r>
            <a:endParaRPr lang="en-SG" dirty="0"/>
          </a:p>
          <a:p>
            <a:r>
              <a:rPr lang="en-SG" dirty="0">
                <a:hlinkClick r:id="rId4"/>
              </a:rPr>
              <a:t>https://medium.com/guidona-softpedia/weight-initialization-methods-in-neural-networks-a3e7a793cee5</a:t>
            </a:r>
            <a:endParaRPr lang="en-SG" dirty="0"/>
          </a:p>
          <a:p>
            <a:r>
              <a:rPr lang="en-SG" dirty="0">
                <a:hlinkClick r:id="rId5"/>
              </a:rPr>
              <a:t>https://www.geeksforgeeks.org/weight-initialization-techniques-for-deep-neural-networks/</a:t>
            </a:r>
            <a:endParaRPr lang="en-SG" dirty="0"/>
          </a:p>
          <a:p>
            <a:r>
              <a:rPr lang="en-SG" dirty="0">
                <a:hlinkClick r:id="rId6"/>
              </a:rPr>
              <a:t>https://www.deeplearning.ai/ai-notes/initialization/index.html</a:t>
            </a:r>
            <a:endParaRPr lang="en-SG" dirty="0"/>
          </a:p>
          <a:p>
            <a:r>
              <a:rPr lang="en-SG" dirty="0">
                <a:hlinkClick r:id="rId7"/>
              </a:rPr>
              <a:t>https://wandb.ai/sauravmaheshkar/initialization/reports/A-Gentle-Introduction-To-Weight-Initialization-for-Neural-Networks--Vmlldzo2ODExMTg</a:t>
            </a:r>
            <a:endParaRPr lang="en-SG" dirty="0"/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9498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2468</TotalTime>
  <Words>787</Words>
  <Application>Microsoft Office PowerPoint</Application>
  <PresentationFormat>Widescreen</PresentationFormat>
  <Paragraphs>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__Inter_36bd41</vt:lpstr>
      <vt:lpstr>-apple-system</vt:lpstr>
      <vt:lpstr>Aptos</vt:lpstr>
      <vt:lpstr>Aptos Display</vt:lpstr>
      <vt:lpstr>Arial</vt:lpstr>
      <vt:lpstr>Assistant</vt:lpstr>
      <vt:lpstr>Calibri</vt:lpstr>
      <vt:lpstr>Nunito</vt:lpstr>
      <vt:lpstr>source-serif-pro</vt:lpstr>
      <vt:lpstr>Office Theme</vt:lpstr>
      <vt:lpstr>Deep Learning</vt:lpstr>
      <vt:lpstr>ANN</vt:lpstr>
      <vt:lpstr>PowerPoint Presentation</vt:lpstr>
      <vt:lpstr>Why weight Initialization is Important?</vt:lpstr>
      <vt:lpstr>Zero Initialization</vt:lpstr>
      <vt:lpstr>PowerPoint Presentation</vt:lpstr>
      <vt:lpstr>constant Initialization</vt:lpstr>
      <vt:lpstr>Random Initialization</vt:lpstr>
      <vt:lpstr>  Initializing the Weights to Small Random Values </vt:lpstr>
      <vt:lpstr>PowerPoint Presentation</vt:lpstr>
      <vt:lpstr>Initializing the Weights to Large Random Values </vt:lpstr>
      <vt:lpstr>Summary of random weights</vt:lpstr>
      <vt:lpstr> How to find appropriate initialization values</vt:lpstr>
      <vt:lpstr>A Better Weight Initialization Strategy</vt:lpstr>
      <vt:lpstr>Terminology or Notations</vt:lpstr>
      <vt:lpstr>  Xavier or Glorot Initialization </vt:lpstr>
      <vt:lpstr>PowerPoint Presentation</vt:lpstr>
      <vt:lpstr>He Initialization</vt:lpstr>
      <vt:lpstr>Lecun Initialization</vt:lpstr>
      <vt:lpstr>Orthogonal Initialization</vt:lpstr>
      <vt:lpstr>Codes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Summaid Umer Khan</dc:creator>
  <cp:lastModifiedBy>Summaid Umer Khan</cp:lastModifiedBy>
  <cp:revision>9</cp:revision>
  <dcterms:created xsi:type="dcterms:W3CDTF">2024-08-31T13:17:28Z</dcterms:created>
  <dcterms:modified xsi:type="dcterms:W3CDTF">2024-09-02T11:01:22Z</dcterms:modified>
</cp:coreProperties>
</file>