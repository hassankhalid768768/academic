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40BD9-A6C5-4B83-B89C-CD900603BE1B}" type="datetimeFigureOut">
              <a:rPr lang="en-US" smtClean="0"/>
              <a:t>5/17/2012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407CDD-8AC9-4E40-8417-D27F28373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74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Daniel Galin, Software Quality Assurance - From Theory to Implementation, Pearson Education, 2004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Daniel Galin, Software Quality Assurance - From Theory to Implementation, Pearson Education, 2004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Daniel Galin, Software Quality Assurance - From Theory to Implementation, Pearson Education, 2004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Daniel Galin, Software Quality Assurance - From Theory to Implementation, Pearson Education, 2004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Daniel Galin, Software Quality Assurance - From Theory to Implementation, Pearson Education, 2004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Daniel Galin, Software Quality Assurance - From Theory to Implementation, Pearson Education, 2004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Daniel Galin, Software Quality Assurance - From Theory to Implementation, Pearson Education, 2004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Daniel Galin, Software Quality Assurance - From Theory to Implementation, Pearson Education, 2004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Daniel Galin, Software Quality Assurance - From Theory to Implementation, Pearson Education, 2004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Daniel Galin, Software Quality Assurance - From Theory to Implementation, Pearson Education, 2004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Daniel Galin, Software Quality Assurance - From Theory to Implementation, Pearson Education, 2004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19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Daniel Galin, Software Quality Assurance - From Theory to Implementation, Pearson Education, 2004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2130425"/>
            <a:ext cx="8991600" cy="1470025"/>
          </a:xfrm>
        </p:spPr>
        <p:txBody>
          <a:bodyPr>
            <a:noAutofit/>
          </a:bodyPr>
          <a:lstStyle/>
          <a:p>
            <a:r>
              <a:rPr lang="en-US" dirty="0" smtClean="0"/>
              <a:t>The Golden Splash Swimming Center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" y="3886200"/>
            <a:ext cx="8991600" cy="1752600"/>
          </a:xfrm>
        </p:spPr>
        <p:txBody>
          <a:bodyPr>
            <a:normAutofit/>
          </a:bodyPr>
          <a:lstStyle/>
          <a:p>
            <a:r>
              <a:rPr lang="en-US" sz="2400" dirty="0"/>
              <a:t>Daniel </a:t>
            </a:r>
            <a:r>
              <a:rPr lang="en-US" sz="2400" dirty="0" smtClean="0"/>
              <a:t>Galin</a:t>
            </a:r>
          </a:p>
          <a:p>
            <a:r>
              <a:rPr lang="en-US" sz="2400" dirty="0" smtClean="0"/>
              <a:t>Software </a:t>
            </a:r>
            <a:r>
              <a:rPr lang="en-US" sz="2400" dirty="0"/>
              <a:t>Quality Assurance - From Theory to </a:t>
            </a:r>
            <a:r>
              <a:rPr lang="en-US" sz="2400" dirty="0" smtClean="0"/>
              <a:t>Implementation</a:t>
            </a:r>
          </a:p>
          <a:p>
            <a:r>
              <a:rPr lang="en-US" sz="2400" dirty="0" smtClean="0"/>
              <a:t>Pearson </a:t>
            </a:r>
            <a:r>
              <a:rPr lang="en-US" sz="2400" dirty="0"/>
              <a:t>Education, 2004</a:t>
            </a:r>
          </a:p>
        </p:txBody>
      </p:sp>
    </p:spTree>
    <p:extLst>
      <p:ext uri="{BB962C8B-B14F-4D97-AF65-F5344CB8AC3E}">
        <p14:creationId xmlns:p14="http://schemas.microsoft.com/office/powerpoint/2010/main" val="2778672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92" t="21980" r="24677" b="40790"/>
          <a:stretch>
            <a:fillRect/>
          </a:stretch>
        </p:blipFill>
        <p:spPr bwMode="auto">
          <a:xfrm>
            <a:off x="828675" y="1544638"/>
            <a:ext cx="7559675" cy="402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587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78" t="37230" r="22575" b="13654"/>
          <a:stretch>
            <a:fillRect/>
          </a:stretch>
        </p:blipFill>
        <p:spPr bwMode="auto">
          <a:xfrm>
            <a:off x="981075" y="1228725"/>
            <a:ext cx="7119938" cy="504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8858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78" t="28035" r="22737" b="18138"/>
          <a:stretch>
            <a:fillRect/>
          </a:stretch>
        </p:blipFill>
        <p:spPr bwMode="auto">
          <a:xfrm>
            <a:off x="1236663" y="1257300"/>
            <a:ext cx="6503987" cy="506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3352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</Words>
  <Application>Microsoft Office PowerPoint</Application>
  <PresentationFormat>On-screen Show (4:3)</PresentationFormat>
  <Paragraphs>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The Golden Splash Swimming Center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drali</cp:lastModifiedBy>
  <cp:revision>4</cp:revision>
  <dcterms:created xsi:type="dcterms:W3CDTF">2006-08-16T00:00:00Z</dcterms:created>
  <dcterms:modified xsi:type="dcterms:W3CDTF">2012-05-17T07:52:29Z</dcterms:modified>
</cp:coreProperties>
</file>