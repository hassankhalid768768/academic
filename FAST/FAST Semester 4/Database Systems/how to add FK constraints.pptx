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F423241-9C09-4484-903D-0A02F7A9EAD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Untitled Section" id="{D8704E88-FDE8-46FD-9B32-3B7D035065CB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74" d="100"/>
          <a:sy n="74" d="100"/>
        </p:scale>
        <p:origin x="4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86AC0-76DC-4DAE-8068-CC4417CFDA3D}" type="datetimeFigureOut">
              <a:rPr lang="en-US" smtClean="0"/>
              <a:t>2/6/2016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2A985-95E7-450E-BE95-3EDA9E1BC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960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86AC0-76DC-4DAE-8068-CC4417CFDA3D}" type="datetimeFigureOut">
              <a:rPr lang="en-US" smtClean="0"/>
              <a:t>2/6/2016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2A985-95E7-450E-BE95-3EDA9E1BC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308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86AC0-76DC-4DAE-8068-CC4417CFDA3D}" type="datetimeFigureOut">
              <a:rPr lang="en-US" smtClean="0"/>
              <a:t>2/6/2016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2A985-95E7-450E-BE95-3EDA9E1BC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458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86AC0-76DC-4DAE-8068-CC4417CFDA3D}" type="datetimeFigureOut">
              <a:rPr lang="en-US" smtClean="0"/>
              <a:t>2/6/2016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2A985-95E7-450E-BE95-3EDA9E1BC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93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86AC0-76DC-4DAE-8068-CC4417CFDA3D}" type="datetimeFigureOut">
              <a:rPr lang="en-US" smtClean="0"/>
              <a:t>2/6/2016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2A985-95E7-450E-BE95-3EDA9E1BC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879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86AC0-76DC-4DAE-8068-CC4417CFDA3D}" type="datetimeFigureOut">
              <a:rPr lang="en-US" smtClean="0"/>
              <a:t>2/6/2016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2A985-95E7-450E-BE95-3EDA9E1BC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286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86AC0-76DC-4DAE-8068-CC4417CFDA3D}" type="datetimeFigureOut">
              <a:rPr lang="en-US" smtClean="0"/>
              <a:t>2/6/2016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2A985-95E7-450E-BE95-3EDA9E1BC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815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86AC0-76DC-4DAE-8068-CC4417CFDA3D}" type="datetimeFigureOut">
              <a:rPr lang="en-US" smtClean="0"/>
              <a:t>2/6/2016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2A985-95E7-450E-BE95-3EDA9E1BC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156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86AC0-76DC-4DAE-8068-CC4417CFDA3D}" type="datetimeFigureOut">
              <a:rPr lang="en-US" smtClean="0"/>
              <a:t>2/6/2016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2A985-95E7-450E-BE95-3EDA9E1BC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918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86AC0-76DC-4DAE-8068-CC4417CFDA3D}" type="datetimeFigureOut">
              <a:rPr lang="en-US" smtClean="0"/>
              <a:t>2/6/2016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2A985-95E7-450E-BE95-3EDA9E1BC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312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86AC0-76DC-4DAE-8068-CC4417CFDA3D}" type="datetimeFigureOut">
              <a:rPr lang="en-US" smtClean="0"/>
              <a:t>2/6/2016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2A985-95E7-450E-BE95-3EDA9E1BC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306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286AC0-76DC-4DAE-8068-CC4417CFDA3D}" type="datetimeFigureOut">
              <a:rPr lang="en-US" smtClean="0"/>
              <a:t>2/6/2016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92A985-95E7-450E-BE95-3EDA9E1BC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989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350931"/>
            <a:ext cx="9144000" cy="202319"/>
          </a:xfrm>
        </p:spPr>
        <p:txBody>
          <a:bodyPr>
            <a:normAutofit fontScale="90000"/>
          </a:bodyPr>
          <a:lstStyle/>
          <a:p>
            <a:r>
              <a:rPr lang="en-US" sz="4400" b="1" dirty="0" smtClean="0"/>
              <a:t/>
            </a:r>
            <a:br>
              <a:rPr lang="en-US" sz="4400" b="1" dirty="0" smtClean="0"/>
            </a:br>
            <a:r>
              <a:rPr lang="en-US" sz="4400" b="1" dirty="0"/>
              <a:t/>
            </a:r>
            <a:br>
              <a:rPr lang="en-US" sz="4400" b="1" dirty="0"/>
            </a:br>
            <a:r>
              <a:rPr lang="en-US" sz="4400" b="1" dirty="0" smtClean="0"/>
              <a:t/>
            </a:r>
            <a:br>
              <a:rPr lang="en-US" sz="4400" b="1" dirty="0" smtClean="0"/>
            </a:br>
            <a:r>
              <a:rPr lang="en-US" sz="4400" b="1" dirty="0"/>
              <a:t/>
            </a:r>
            <a:br>
              <a:rPr lang="en-US" sz="4400" b="1" dirty="0"/>
            </a:br>
            <a:r>
              <a:rPr lang="en-US" sz="4400" b="1" dirty="0" smtClean="0"/>
              <a:t/>
            </a:r>
            <a:br>
              <a:rPr lang="en-US" sz="4400" b="1" dirty="0" smtClean="0"/>
            </a:br>
            <a:r>
              <a:rPr lang="en-US" sz="4400" b="1" dirty="0"/>
              <a:t/>
            </a:r>
            <a:br>
              <a:rPr lang="en-US" sz="4400" b="1" dirty="0"/>
            </a:br>
            <a:r>
              <a:rPr lang="en-US" sz="4400" b="1" dirty="0" smtClean="0"/>
              <a:t/>
            </a:r>
            <a:br>
              <a:rPr lang="en-US" sz="4400" b="1" dirty="0" smtClean="0"/>
            </a:br>
            <a:r>
              <a:rPr lang="en-US" sz="4400" b="1" dirty="0"/>
              <a:t/>
            </a:r>
            <a:br>
              <a:rPr lang="en-US" sz="4400" b="1" dirty="0"/>
            </a:br>
            <a:r>
              <a:rPr lang="en-US" sz="4400" b="1" dirty="0" smtClean="0"/>
              <a:t/>
            </a:r>
            <a:br>
              <a:rPr lang="en-US" sz="4400" b="1" dirty="0" smtClean="0"/>
            </a:br>
            <a:r>
              <a:rPr lang="en-US" sz="4400" b="1" dirty="0"/>
              <a:t/>
            </a:r>
            <a:br>
              <a:rPr lang="en-US" sz="4400" b="1" dirty="0"/>
            </a:br>
            <a:r>
              <a:rPr lang="en-US" sz="4400" b="1" dirty="0" smtClean="0"/>
              <a:t/>
            </a:r>
            <a:br>
              <a:rPr lang="en-US" sz="4400" b="1" dirty="0" smtClean="0"/>
            </a:br>
            <a:r>
              <a:rPr lang="en-US" sz="4400" b="1" dirty="0"/>
              <a:t/>
            </a:r>
            <a:br>
              <a:rPr lang="en-US" sz="4400" b="1" dirty="0"/>
            </a:br>
            <a:r>
              <a:rPr lang="en-US" sz="4400" b="1" dirty="0" smtClean="0"/>
              <a:t/>
            </a:r>
            <a:br>
              <a:rPr lang="en-US" sz="4400" b="1" dirty="0" smtClean="0"/>
            </a:br>
            <a:r>
              <a:rPr lang="en-US" sz="4400" b="1" dirty="0"/>
              <a:t/>
            </a:r>
            <a:br>
              <a:rPr lang="en-US" sz="4400" b="1" dirty="0"/>
            </a:br>
            <a:r>
              <a:rPr lang="en-US" sz="4400" b="1" dirty="0" smtClean="0"/>
              <a:t/>
            </a:r>
            <a:br>
              <a:rPr lang="en-US" sz="4400" b="1" dirty="0" smtClean="0"/>
            </a:br>
            <a:r>
              <a:rPr lang="en-US" sz="4400" b="1" dirty="0"/>
              <a:t/>
            </a:r>
            <a:br>
              <a:rPr lang="en-US" sz="4400" b="1" dirty="0"/>
            </a:br>
            <a:r>
              <a:rPr lang="en-US" sz="4400" b="1" dirty="0" smtClean="0"/>
              <a:t/>
            </a:r>
            <a:br>
              <a:rPr lang="en-US" sz="4400" b="1" dirty="0" smtClean="0"/>
            </a:br>
            <a:r>
              <a:rPr lang="en-US" sz="4400" b="1" dirty="0"/>
              <a:t/>
            </a:r>
            <a:br>
              <a:rPr lang="en-US" sz="4400" b="1" dirty="0"/>
            </a:br>
            <a:r>
              <a:rPr lang="en-US" sz="4400" b="1" dirty="0" smtClean="0"/>
              <a:t/>
            </a:r>
            <a:br>
              <a:rPr lang="en-US" sz="4400" b="1" dirty="0" smtClean="0"/>
            </a:br>
            <a:r>
              <a:rPr lang="en-US" sz="4400" b="1" dirty="0"/>
              <a:t/>
            </a:r>
            <a:br>
              <a:rPr lang="en-US" sz="4400" b="1" dirty="0"/>
            </a:br>
            <a:r>
              <a:rPr lang="en-US" sz="4400" b="1" dirty="0" smtClean="0"/>
              <a:t/>
            </a:r>
            <a:br>
              <a:rPr lang="en-US" sz="4400" b="1" dirty="0" smtClean="0"/>
            </a:br>
            <a:r>
              <a:rPr lang="en-US" sz="4400" b="1" dirty="0"/>
              <a:t/>
            </a:r>
            <a:br>
              <a:rPr lang="en-US" sz="4400" b="1" dirty="0"/>
            </a:br>
            <a:r>
              <a:rPr lang="en-US" sz="4400" b="1" dirty="0" smtClean="0"/>
              <a:t/>
            </a:r>
            <a:br>
              <a:rPr lang="en-US" sz="4400" b="1" dirty="0" smtClean="0"/>
            </a:br>
            <a:r>
              <a:rPr lang="en-US" sz="4400" b="1" dirty="0"/>
              <a:t/>
            </a:r>
            <a:br>
              <a:rPr lang="en-US" sz="4400" b="1" dirty="0"/>
            </a:br>
            <a:r>
              <a:rPr lang="en-US" sz="4400" b="1" dirty="0" smtClean="0"/>
              <a:t/>
            </a:r>
            <a:br>
              <a:rPr lang="en-US" sz="4400" b="1" dirty="0" smtClean="0"/>
            </a:br>
            <a:r>
              <a:rPr lang="en-US" sz="4400" b="1" dirty="0"/>
              <a:t/>
            </a:r>
            <a:br>
              <a:rPr lang="en-US" sz="4400" b="1" dirty="0"/>
            </a:br>
            <a:r>
              <a:rPr lang="en-US" sz="4400" b="1" dirty="0" smtClean="0"/>
              <a:t/>
            </a:r>
            <a:br>
              <a:rPr lang="en-US" sz="4400" b="1" dirty="0" smtClean="0"/>
            </a:br>
            <a:r>
              <a:rPr lang="en-US" sz="4400" b="1" dirty="0"/>
              <a:t/>
            </a:r>
            <a:br>
              <a:rPr lang="en-US" sz="4400" b="1" dirty="0"/>
            </a:br>
            <a:r>
              <a:rPr lang="en-US" sz="4400" b="1" dirty="0" smtClean="0"/>
              <a:t/>
            </a:r>
            <a:br>
              <a:rPr lang="en-US" sz="4400" b="1" dirty="0" smtClean="0"/>
            </a:br>
            <a:r>
              <a:rPr lang="en-US" sz="4400" b="1" dirty="0"/>
              <a:t/>
            </a:r>
            <a:br>
              <a:rPr lang="en-US" sz="4400" b="1" dirty="0"/>
            </a:br>
            <a:r>
              <a:rPr lang="en-US" sz="4400" b="1" dirty="0" smtClean="0"/>
              <a:t/>
            </a:r>
            <a:br>
              <a:rPr lang="en-US" sz="4400" b="1" dirty="0" smtClean="0"/>
            </a:br>
            <a:r>
              <a:rPr lang="en-US" sz="4400" b="1" dirty="0"/>
              <a:t/>
            </a:r>
            <a:br>
              <a:rPr lang="en-US" sz="4400" b="1" dirty="0"/>
            </a:br>
            <a:r>
              <a:rPr lang="en-US" sz="4400" b="1" dirty="0" smtClean="0"/>
              <a:t/>
            </a:r>
            <a:br>
              <a:rPr lang="en-US" sz="4400" b="1" dirty="0" smtClean="0"/>
            </a:br>
            <a:r>
              <a:rPr lang="en-US" sz="4400" b="1" dirty="0" smtClean="0"/>
              <a:t>HOW </a:t>
            </a:r>
            <a:r>
              <a:rPr lang="en-US" sz="4400" b="1" dirty="0"/>
              <a:t>TO ADD FOREIGN KEY CONSTRAINS ON TABLES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 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sz="2000" dirty="0" smtClean="0"/>
          </a:p>
          <a:p>
            <a:r>
              <a:rPr lang="en-US" sz="2000" dirty="0" smtClean="0"/>
              <a:t>Step by </a:t>
            </a:r>
            <a:r>
              <a:rPr lang="en-US" sz="2000" smtClean="0"/>
              <a:t>Step </a:t>
            </a:r>
            <a:r>
              <a:rPr lang="en-US" sz="2000" smtClean="0"/>
              <a:t>Guide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466757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600" y="71931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These slide will show how to create Foreign Key relationship between tables , using design view and scripts as well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2400" dirty="0" smtClean="0"/>
              <a:t>Example used in these slides is as shown in figure.</a:t>
            </a:r>
          </a:p>
          <a:p>
            <a:pPr marL="0" indent="0">
              <a:buNone/>
            </a:pPr>
            <a:r>
              <a:rPr lang="en-US" sz="2400" dirty="0" smtClean="0"/>
              <a:t>Here Staff is table to be referred by table School , and the reference column is StaffID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332" y="3313994"/>
            <a:ext cx="8228323" cy="2422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530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1004711" y="368289"/>
            <a:ext cx="4331314" cy="1078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791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sng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altLang="en-US" b="0" i="0" u="sng" strike="noStrike" cap="none" normalizeH="0" baseline="3000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</a:t>
            </a:r>
            <a:r>
              <a:rPr kumimoji="0" lang="en-US" altLang="en-US" b="0" i="0" u="sng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Designer View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 smtClean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Follow the steps to create FK using design view</a:t>
            </a:r>
            <a:endParaRPr kumimoji="0" lang="en-US" altLang="en-US" sz="1600" b="0" i="0" u="sng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60" name="Picture 3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710" y="1213556"/>
            <a:ext cx="7992533" cy="5712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0" y="47053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altLang="en-US" sz="1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6766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185386" y="580883"/>
            <a:ext cx="9821227" cy="603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868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0" y="47053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altLang="en-US" sz="1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1485477" y="735399"/>
            <a:ext cx="9521190" cy="5744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852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0" y="47053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altLang="en-US" sz="1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1705433" y="571323"/>
            <a:ext cx="9357678" cy="564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088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0" y="47053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altLang="en-US" sz="1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272485" y="125588"/>
            <a:ext cx="11422803" cy="6732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276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0" y="47053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altLang="en-US" sz="1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161289" y="159772"/>
            <a:ext cx="11105021" cy="6511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757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0" y="47053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altLang="en-US" sz="1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272873" y="221156"/>
            <a:ext cx="10857971" cy="663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688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0" y="47053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altLang="en-US" sz="1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828745" y="423862"/>
            <a:ext cx="10121477" cy="605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156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0" y="47053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altLang="en-US" sz="1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150036" y="242570"/>
            <a:ext cx="11127564" cy="620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744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0" y="47053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altLang="en-US" sz="1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06399" y="180621"/>
            <a:ext cx="862471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2</a:t>
            </a:r>
            <a:r>
              <a:rPr lang="en-US" sz="2800" b="1" u="sng" baseline="30000" dirty="0" smtClean="0"/>
              <a:t>nd</a:t>
            </a:r>
            <a:r>
              <a:rPr lang="en-US" sz="2800" b="1" u="sng" dirty="0" smtClean="0"/>
              <a:t> Creating FK relation using Query:</a:t>
            </a:r>
          </a:p>
          <a:p>
            <a:r>
              <a:rPr lang="en-US" sz="2400" dirty="0"/>
              <a:t>You can also create FK with Scripts as given below</a:t>
            </a:r>
          </a:p>
          <a:p>
            <a:endParaRPr lang="en-US" sz="2800" b="1" dirty="0"/>
          </a:p>
          <a:p>
            <a:endParaRPr lang="en-US" sz="2800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543490" y="933096"/>
            <a:ext cx="10711532" cy="592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728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0" y="47053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altLang="en-US" sz="1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187254" y="104174"/>
            <a:ext cx="11214523" cy="662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472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0" y="47053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altLang="en-US" sz="1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316336" y="596054"/>
            <a:ext cx="10746775" cy="5985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863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Words>105</Words>
  <Application>Microsoft Office PowerPoint</Application>
  <PresentationFormat>Widescreen</PresentationFormat>
  <Paragraphs>34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                                 HOW TO ADD FOREIGN KEY CONSTRAINS ON TABLES  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ADD FOREIGN KEY CONSTRAINS ON TABLES</dc:title>
  <dc:creator>Admin</dc:creator>
  <cp:lastModifiedBy>Muhammad Ibrahim Khan Lodhi</cp:lastModifiedBy>
  <cp:revision>4</cp:revision>
  <dcterms:created xsi:type="dcterms:W3CDTF">2014-09-19T20:25:26Z</dcterms:created>
  <dcterms:modified xsi:type="dcterms:W3CDTF">2016-02-06T04:44:30Z</dcterms:modified>
</cp:coreProperties>
</file>