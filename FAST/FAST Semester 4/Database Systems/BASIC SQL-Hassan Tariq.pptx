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64" r:id="rId2"/>
  </p:sldMasterIdLst>
  <p:notesMasterIdLst>
    <p:notesMasterId r:id="rId30"/>
  </p:notesMasterIdLst>
  <p:handoutMasterIdLst>
    <p:handoutMasterId r:id="rId31"/>
  </p:handoutMasterIdLst>
  <p:sldIdLst>
    <p:sldId id="256" r:id="rId3"/>
    <p:sldId id="271" r:id="rId4"/>
    <p:sldId id="270" r:id="rId5"/>
    <p:sldId id="257" r:id="rId6"/>
    <p:sldId id="274" r:id="rId7"/>
    <p:sldId id="272" r:id="rId8"/>
    <p:sldId id="275" r:id="rId9"/>
    <p:sldId id="276" r:id="rId10"/>
    <p:sldId id="278" r:id="rId11"/>
    <p:sldId id="279" r:id="rId12"/>
    <p:sldId id="280" r:id="rId13"/>
    <p:sldId id="284" r:id="rId14"/>
    <p:sldId id="285" r:id="rId15"/>
    <p:sldId id="281" r:id="rId16"/>
    <p:sldId id="294" r:id="rId17"/>
    <p:sldId id="295" r:id="rId18"/>
    <p:sldId id="282" r:id="rId19"/>
    <p:sldId id="283" r:id="rId20"/>
    <p:sldId id="286" r:id="rId21"/>
    <p:sldId id="287" r:id="rId22"/>
    <p:sldId id="288" r:id="rId23"/>
    <p:sldId id="289" r:id="rId24"/>
    <p:sldId id="290" r:id="rId25"/>
    <p:sldId id="291" r:id="rId26"/>
    <p:sldId id="292" r:id="rId27"/>
    <p:sldId id="293" r:id="rId28"/>
    <p:sldId id="266" r:id="rId29"/>
  </p:sldIdLst>
  <p:sldSz cx="9144000" cy="6858000" type="screen4x3"/>
  <p:notesSz cx="6858000" cy="9144000"/>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DA7A"/>
    <a:srgbClr val="FDF1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B301B821-A1FF-4177-AEE7-76D212191A09}"/>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1044" y="-96"/>
      </p:cViewPr>
      <p:guideLst>
        <p:guide orient="horz" pos="2160"/>
        <p:guide pos="2880"/>
      </p:guideLst>
    </p:cSldViewPr>
  </p:slideViewPr>
  <p:outlineViewPr>
    <p:cViewPr>
      <p:scale>
        <a:sx n="1" d="1"/>
        <a:sy n="1" d="1"/>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B0C062-C57F-4773-AD0D-F38255E3D28B}" type="doc">
      <dgm:prSet loTypeId="urn:microsoft.com/office/officeart/2005/8/layout/arrow2#1" loCatId="process" qsTypeId="urn:microsoft.com/office/officeart/2005/8/quickstyle/simple2#3" qsCatId="simple" csTypeId="urn:microsoft.com/office/officeart/2005/8/colors/accent3_2" csCatId="accent3" phldr="1"/>
      <dgm:spPr/>
    </dgm:pt>
    <dgm:pt modelId="{96C57C87-EB3B-4EC2-9A41-07DDB6E1CD5F}">
      <dgm:prSet phldrT="[Text]"/>
      <dgm:spPr/>
      <dgm:t>
        <a:bodyPr/>
        <a:lstStyle/>
        <a:p>
          <a:r>
            <a:rPr lang="en-US" dirty="0" smtClean="0">
              <a:effectLst>
                <a:outerShdw blurRad="50800" dist="50800" dir="2700000" algn="tl" rotWithShape="0">
                  <a:srgbClr val="000000">
                    <a:alpha val="43137"/>
                  </a:srgbClr>
                </a:outerShdw>
              </a:effectLst>
            </a:rPr>
            <a:t>Data Definition Language</a:t>
          </a:r>
          <a:br>
            <a:rPr lang="en-US" dirty="0" smtClean="0">
              <a:effectLst>
                <a:outerShdw blurRad="50800" dist="50800" dir="2700000" algn="tl" rotWithShape="0">
                  <a:srgbClr val="000000">
                    <a:alpha val="43137"/>
                  </a:srgbClr>
                </a:outerShdw>
              </a:effectLst>
            </a:rPr>
          </a:br>
          <a:r>
            <a:rPr lang="en-US" dirty="0" smtClean="0"/>
            <a:t>Create/alter/drop</a:t>
          </a:r>
          <a:endParaRPr lang="en-US" dirty="0">
            <a:effectLst>
              <a:outerShdw blurRad="50800" dist="50800" dir="2700000" algn="tl" rotWithShape="0">
                <a:srgbClr val="000000">
                  <a:alpha val="43137"/>
                </a:srgbClr>
              </a:outerShdw>
            </a:effectLst>
          </a:endParaRPr>
        </a:p>
      </dgm:t>
    </dgm:pt>
    <dgm:pt modelId="{5D1DC240-AF47-483E-BDD5-25D164AF9AD2}" type="parTrans" cxnId="{925307BB-5B35-431F-9DA1-13475E6C4B77}">
      <dgm:prSet/>
      <dgm:spPr/>
      <dgm:t>
        <a:bodyPr/>
        <a:lstStyle/>
        <a:p>
          <a:endParaRPr lang="en-US"/>
        </a:p>
      </dgm:t>
    </dgm:pt>
    <dgm:pt modelId="{22F632CD-20B4-4C6C-851D-A0DA6FD61C5D}" type="sibTrans" cxnId="{925307BB-5B35-431F-9DA1-13475E6C4B77}">
      <dgm:prSet/>
      <dgm:spPr/>
      <dgm:t>
        <a:bodyPr/>
        <a:lstStyle/>
        <a:p>
          <a:endParaRPr lang="en-US"/>
        </a:p>
      </dgm:t>
    </dgm:pt>
    <dgm:pt modelId="{47E7A2FA-4BD5-4DEC-9F96-BCA4BBA47DCF}">
      <dgm:prSet phldrT="[Text]"/>
      <dgm:spPr/>
      <dgm:t>
        <a:bodyPr/>
        <a:lstStyle/>
        <a:p>
          <a:r>
            <a:rPr lang="en-US" dirty="0" smtClean="0">
              <a:effectLst>
                <a:outerShdw blurRad="50800" dist="50800" dir="2700000" algn="tl" rotWithShape="0">
                  <a:srgbClr val="000000">
                    <a:alpha val="43137"/>
                  </a:srgbClr>
                </a:outerShdw>
              </a:effectLst>
            </a:rPr>
            <a:t>Data Manipulation Language </a:t>
          </a:r>
          <a:br>
            <a:rPr lang="en-US" dirty="0" smtClean="0">
              <a:effectLst>
                <a:outerShdw blurRad="50800" dist="50800" dir="2700000" algn="tl" rotWithShape="0">
                  <a:srgbClr val="000000">
                    <a:alpha val="43137"/>
                  </a:srgbClr>
                </a:outerShdw>
              </a:effectLst>
            </a:rPr>
          </a:br>
          <a:r>
            <a:rPr lang="en-US" dirty="0" smtClean="0"/>
            <a:t>Insert/delete/update</a:t>
          </a:r>
          <a:endParaRPr lang="en-US" dirty="0">
            <a:effectLst>
              <a:outerShdw blurRad="50800" dist="50800" dir="2700000" algn="tl" rotWithShape="0">
                <a:srgbClr val="000000">
                  <a:alpha val="43137"/>
                </a:srgbClr>
              </a:outerShdw>
            </a:effectLst>
          </a:endParaRPr>
        </a:p>
      </dgm:t>
    </dgm:pt>
    <dgm:pt modelId="{8B3FB3DE-869F-44EA-939A-EB85E6D38D01}" type="parTrans" cxnId="{34AAA809-0B3A-4EEC-AF99-BC937D6DC898}">
      <dgm:prSet/>
      <dgm:spPr/>
      <dgm:t>
        <a:bodyPr/>
        <a:lstStyle/>
        <a:p>
          <a:endParaRPr lang="en-US"/>
        </a:p>
      </dgm:t>
    </dgm:pt>
    <dgm:pt modelId="{996E13EC-AFA1-4AAC-A0C4-087C617FF2D9}" type="sibTrans" cxnId="{34AAA809-0B3A-4EEC-AF99-BC937D6DC898}">
      <dgm:prSet/>
      <dgm:spPr/>
      <dgm:t>
        <a:bodyPr/>
        <a:lstStyle/>
        <a:p>
          <a:endParaRPr lang="en-US"/>
        </a:p>
      </dgm:t>
    </dgm:pt>
    <dgm:pt modelId="{A12E24BB-B2D1-46CB-A03A-16612625C6D9}">
      <dgm:prSet phldrT="[Text]"/>
      <dgm:spPr/>
      <dgm:t>
        <a:bodyPr/>
        <a:lstStyle/>
        <a:p>
          <a:r>
            <a:rPr lang="en-US" dirty="0" smtClean="0">
              <a:effectLst>
                <a:outerShdw blurRad="50800" dist="50800" dir="2700000" algn="tl" rotWithShape="0">
                  <a:srgbClr val="000000">
                    <a:alpha val="43137"/>
                  </a:srgbClr>
                </a:outerShdw>
              </a:effectLst>
            </a:rPr>
            <a:t>Transact-SQL</a:t>
          </a:r>
          <a:br>
            <a:rPr lang="en-US" dirty="0" smtClean="0">
              <a:effectLst>
                <a:outerShdw blurRad="50800" dist="50800" dir="2700000" algn="tl" rotWithShape="0">
                  <a:srgbClr val="000000">
                    <a:alpha val="43137"/>
                  </a:srgbClr>
                </a:outerShdw>
              </a:effectLst>
            </a:rPr>
          </a:br>
          <a:r>
            <a:rPr lang="en-US" dirty="0" smtClean="0"/>
            <a:t>a sequence of SQL statements</a:t>
          </a:r>
          <a:endParaRPr lang="en-US" dirty="0">
            <a:effectLst>
              <a:outerShdw blurRad="50800" dist="50800" dir="2700000" algn="tl" rotWithShape="0">
                <a:srgbClr val="000000">
                  <a:alpha val="43137"/>
                </a:srgbClr>
              </a:outerShdw>
            </a:effectLst>
          </a:endParaRPr>
        </a:p>
      </dgm:t>
    </dgm:pt>
    <dgm:pt modelId="{7B556FFC-7709-44C1-B4BC-586D0EBBD1C9}" type="parTrans" cxnId="{94D561A6-8F1D-4D66-A563-4B89F9A5BBB1}">
      <dgm:prSet/>
      <dgm:spPr/>
      <dgm:t>
        <a:bodyPr/>
        <a:lstStyle/>
        <a:p>
          <a:endParaRPr lang="en-US"/>
        </a:p>
      </dgm:t>
    </dgm:pt>
    <dgm:pt modelId="{9A6810F2-A473-4C4E-91CC-7ED8BF0F5902}" type="sibTrans" cxnId="{94D561A6-8F1D-4D66-A563-4B89F9A5BBB1}">
      <dgm:prSet/>
      <dgm:spPr/>
      <dgm:t>
        <a:bodyPr/>
        <a:lstStyle/>
        <a:p>
          <a:endParaRPr lang="en-US"/>
        </a:p>
      </dgm:t>
    </dgm:pt>
    <dgm:pt modelId="{7702F23C-8B74-4E81-878F-FC4D4E811F20}" type="pres">
      <dgm:prSet presAssocID="{C6B0C062-C57F-4773-AD0D-F38255E3D28B}" presName="arrowDiagram" presStyleCnt="0">
        <dgm:presLayoutVars>
          <dgm:chMax val="5"/>
        </dgm:presLayoutVars>
      </dgm:prSet>
      <dgm:spPr/>
    </dgm:pt>
    <dgm:pt modelId="{8D8196B2-8690-410B-88DD-58E36C1508F0}" type="pres">
      <dgm:prSet presAssocID="{C6B0C062-C57F-4773-AD0D-F38255E3D28B}" presName="arrow" presStyleLbl="bgShp" presStyleIdx="0" presStyleCnt="1"/>
      <dgm:spPr>
        <a:solidFill>
          <a:schemeClr val="accent3">
            <a:tint val="60000"/>
          </a:schemeClr>
        </a:solidFill>
      </dgm:spPr>
    </dgm:pt>
    <dgm:pt modelId="{925DF700-175B-486E-8CDB-3F5523B469B9}" type="pres">
      <dgm:prSet presAssocID="{C6B0C062-C57F-4773-AD0D-F38255E3D28B}" presName="arrowDiagram3" presStyleCnt="0"/>
      <dgm:spPr/>
    </dgm:pt>
    <dgm:pt modelId="{77EE22B3-CA06-42EE-A4F0-16D4F2D463EA}" type="pres">
      <dgm:prSet presAssocID="{96C57C87-EB3B-4EC2-9A41-07DDB6E1CD5F}" presName="textBox3a" presStyleLbl="revTx" presStyleIdx="0" presStyleCnt="3">
        <dgm:presLayoutVars>
          <dgm:bulletEnabled val="1"/>
        </dgm:presLayoutVars>
      </dgm:prSet>
      <dgm:spPr/>
      <dgm:t>
        <a:bodyPr/>
        <a:lstStyle/>
        <a:p>
          <a:endParaRPr lang="en-US"/>
        </a:p>
      </dgm:t>
    </dgm:pt>
    <dgm:pt modelId="{FD9448E3-A923-4562-82EE-2D6547A66745}" type="pres">
      <dgm:prSet presAssocID="{96C57C87-EB3B-4EC2-9A41-07DDB6E1CD5F}" presName="bullet3a" presStyleLbl="node1" presStyleIdx="0" presStyleCnt="3"/>
      <dgm:spPr/>
    </dgm:pt>
    <dgm:pt modelId="{927F647F-96BC-4E61-884C-3053C7634AF5}" type="pres">
      <dgm:prSet presAssocID="{47E7A2FA-4BD5-4DEC-9F96-BCA4BBA47DCF}" presName="textBox3b" presStyleLbl="revTx" presStyleIdx="1" presStyleCnt="3">
        <dgm:presLayoutVars>
          <dgm:bulletEnabled val="1"/>
        </dgm:presLayoutVars>
      </dgm:prSet>
      <dgm:spPr/>
      <dgm:t>
        <a:bodyPr/>
        <a:lstStyle/>
        <a:p>
          <a:endParaRPr lang="en-US"/>
        </a:p>
      </dgm:t>
    </dgm:pt>
    <dgm:pt modelId="{FE51A7F7-D190-40A1-8F89-9DF82761F331}" type="pres">
      <dgm:prSet presAssocID="{47E7A2FA-4BD5-4DEC-9F96-BCA4BBA47DCF}" presName="bullet3b" presStyleLbl="node1" presStyleIdx="1" presStyleCnt="3"/>
      <dgm:spPr/>
    </dgm:pt>
    <dgm:pt modelId="{912F4A56-954F-4116-820A-78B7D54C1BDB}" type="pres">
      <dgm:prSet presAssocID="{A12E24BB-B2D1-46CB-A03A-16612625C6D9}" presName="textBox3c" presStyleLbl="revTx" presStyleIdx="2" presStyleCnt="3">
        <dgm:presLayoutVars>
          <dgm:bulletEnabled val="1"/>
        </dgm:presLayoutVars>
      </dgm:prSet>
      <dgm:spPr/>
      <dgm:t>
        <a:bodyPr/>
        <a:lstStyle/>
        <a:p>
          <a:endParaRPr lang="en-US"/>
        </a:p>
      </dgm:t>
    </dgm:pt>
    <dgm:pt modelId="{87971A12-A6B6-4197-A0E8-04E68C73C293}" type="pres">
      <dgm:prSet presAssocID="{A12E24BB-B2D1-46CB-A03A-16612625C6D9}" presName="bullet3c" presStyleLbl="node1" presStyleIdx="2" presStyleCnt="3"/>
      <dgm:spPr/>
    </dgm:pt>
  </dgm:ptLst>
  <dgm:cxnLst>
    <dgm:cxn modelId="{708D0B3F-A19F-4461-BDCB-82287E637C5A}" type="presOf" srcId="{96C57C87-EB3B-4EC2-9A41-07DDB6E1CD5F}" destId="{77EE22B3-CA06-42EE-A4F0-16D4F2D463EA}" srcOrd="0" destOrd="0" presId="urn:microsoft.com/office/officeart/2005/8/layout/arrow2#1"/>
    <dgm:cxn modelId="{5179CCF0-DB48-4F0A-B077-DD1082017108}" type="presOf" srcId="{A12E24BB-B2D1-46CB-A03A-16612625C6D9}" destId="{912F4A56-954F-4116-820A-78B7D54C1BDB}" srcOrd="0" destOrd="0" presId="urn:microsoft.com/office/officeart/2005/8/layout/arrow2#1"/>
    <dgm:cxn modelId="{D26E1FCC-B4F5-4EEF-B255-EFDC8A4F5B8A}" type="presOf" srcId="{47E7A2FA-4BD5-4DEC-9F96-BCA4BBA47DCF}" destId="{927F647F-96BC-4E61-884C-3053C7634AF5}" srcOrd="0" destOrd="0" presId="urn:microsoft.com/office/officeart/2005/8/layout/arrow2#1"/>
    <dgm:cxn modelId="{925307BB-5B35-431F-9DA1-13475E6C4B77}" srcId="{C6B0C062-C57F-4773-AD0D-F38255E3D28B}" destId="{96C57C87-EB3B-4EC2-9A41-07DDB6E1CD5F}" srcOrd="0" destOrd="0" parTransId="{5D1DC240-AF47-483E-BDD5-25D164AF9AD2}" sibTransId="{22F632CD-20B4-4C6C-851D-A0DA6FD61C5D}"/>
    <dgm:cxn modelId="{09D818D4-DC36-458F-BAFC-9CA110970CE1}" type="presOf" srcId="{C6B0C062-C57F-4773-AD0D-F38255E3D28B}" destId="{7702F23C-8B74-4E81-878F-FC4D4E811F20}" srcOrd="0" destOrd="0" presId="urn:microsoft.com/office/officeart/2005/8/layout/arrow2#1"/>
    <dgm:cxn modelId="{94D561A6-8F1D-4D66-A563-4B89F9A5BBB1}" srcId="{C6B0C062-C57F-4773-AD0D-F38255E3D28B}" destId="{A12E24BB-B2D1-46CB-A03A-16612625C6D9}" srcOrd="2" destOrd="0" parTransId="{7B556FFC-7709-44C1-B4BC-586D0EBBD1C9}" sibTransId="{9A6810F2-A473-4C4E-91CC-7ED8BF0F5902}"/>
    <dgm:cxn modelId="{34AAA809-0B3A-4EEC-AF99-BC937D6DC898}" srcId="{C6B0C062-C57F-4773-AD0D-F38255E3D28B}" destId="{47E7A2FA-4BD5-4DEC-9F96-BCA4BBA47DCF}" srcOrd="1" destOrd="0" parTransId="{8B3FB3DE-869F-44EA-939A-EB85E6D38D01}" sibTransId="{996E13EC-AFA1-4AAC-A0C4-087C617FF2D9}"/>
    <dgm:cxn modelId="{1CAD6577-1F02-414F-A840-82C81E289594}" type="presParOf" srcId="{7702F23C-8B74-4E81-878F-FC4D4E811F20}" destId="{8D8196B2-8690-410B-88DD-58E36C1508F0}" srcOrd="0" destOrd="0" presId="urn:microsoft.com/office/officeart/2005/8/layout/arrow2#1"/>
    <dgm:cxn modelId="{23CDD85D-AF8D-4178-9F83-705F058E83DE}" type="presParOf" srcId="{7702F23C-8B74-4E81-878F-FC4D4E811F20}" destId="{925DF700-175B-486E-8CDB-3F5523B469B9}" srcOrd="1" destOrd="0" presId="urn:microsoft.com/office/officeart/2005/8/layout/arrow2#1"/>
    <dgm:cxn modelId="{1526A148-677B-4E5E-8F50-F9EAE66602D2}" type="presParOf" srcId="{925DF700-175B-486E-8CDB-3F5523B469B9}" destId="{77EE22B3-CA06-42EE-A4F0-16D4F2D463EA}" srcOrd="0" destOrd="0" presId="urn:microsoft.com/office/officeart/2005/8/layout/arrow2#1"/>
    <dgm:cxn modelId="{F4EC1CB2-3DF5-4D87-919B-FF8932A3059A}" type="presParOf" srcId="{925DF700-175B-486E-8CDB-3F5523B469B9}" destId="{FD9448E3-A923-4562-82EE-2D6547A66745}" srcOrd="1" destOrd="0" presId="urn:microsoft.com/office/officeart/2005/8/layout/arrow2#1"/>
    <dgm:cxn modelId="{EA43E553-F020-4584-835E-B057725BFDFA}" type="presParOf" srcId="{925DF700-175B-486E-8CDB-3F5523B469B9}" destId="{927F647F-96BC-4E61-884C-3053C7634AF5}" srcOrd="2" destOrd="0" presId="urn:microsoft.com/office/officeart/2005/8/layout/arrow2#1"/>
    <dgm:cxn modelId="{F169CC8F-05A9-4BC3-90D2-04A19FE6D558}" type="presParOf" srcId="{925DF700-175B-486E-8CDB-3F5523B469B9}" destId="{FE51A7F7-D190-40A1-8F89-9DF82761F331}" srcOrd="3" destOrd="0" presId="urn:microsoft.com/office/officeart/2005/8/layout/arrow2#1"/>
    <dgm:cxn modelId="{1B809CEA-08AA-4CCC-8784-142729096F23}" type="presParOf" srcId="{925DF700-175B-486E-8CDB-3F5523B469B9}" destId="{912F4A56-954F-4116-820A-78B7D54C1BDB}" srcOrd="4" destOrd="0" presId="urn:microsoft.com/office/officeart/2005/8/layout/arrow2#1"/>
    <dgm:cxn modelId="{64A8A7B8-35ED-4095-BE77-C8AE42043DD9}" type="presParOf" srcId="{925DF700-175B-486E-8CDB-3F5523B469B9}" destId="{87971A12-A6B6-4197-A0E8-04E68C73C293}" srcOrd="5" destOrd="0" presId="urn:microsoft.com/office/officeart/2005/8/layout/arrow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DD4474-5105-4572-B94F-B4F5E4782FD6}" type="doc">
      <dgm:prSet loTypeId="urn:microsoft.com/office/officeart/2005/8/layout/vList5" loCatId="list" qsTypeId="urn:microsoft.com/office/officeart/2005/8/quickstyle/3d1" qsCatId="3D" csTypeId="urn:microsoft.com/office/officeart/2005/8/colors/colorful1#4" csCatId="colorful" phldr="1"/>
      <dgm:spPr/>
      <dgm:t>
        <a:bodyPr/>
        <a:lstStyle/>
        <a:p>
          <a:endParaRPr lang="en-US"/>
        </a:p>
      </dgm:t>
    </dgm:pt>
    <dgm:pt modelId="{2F9F6499-8A87-4895-8D43-E581613B5309}">
      <dgm:prSet phldrT="[Text]"/>
      <dgm:spPr>
        <a:gradFill flip="none" rotWithShape="1">
          <a:gsLst>
            <a:gs pos="0">
              <a:schemeClr val="bg1"/>
            </a:gs>
            <a:gs pos="100000">
              <a:schemeClr val="bg1">
                <a:lumMod val="75000"/>
              </a:schemeClr>
            </a:gs>
          </a:gsLst>
          <a:path path="circle">
            <a:fillToRect l="50000" t="50000" r="50000" b="50000"/>
          </a:path>
          <a:tileRect/>
        </a:gradFill>
      </dgm:spPr>
      <dgm:t>
        <a:bodyPr/>
        <a:lstStyle/>
        <a:p>
          <a:r>
            <a:rPr lang="en-US" dirty="0" smtClean="0">
              <a:solidFill>
                <a:schemeClr val="bg1">
                  <a:lumMod val="50000"/>
                </a:schemeClr>
              </a:solidFill>
            </a:rPr>
            <a:t>1</a:t>
          </a:r>
          <a:endParaRPr lang="en-US" dirty="0">
            <a:solidFill>
              <a:schemeClr val="bg1">
                <a:lumMod val="50000"/>
              </a:schemeClr>
            </a:solidFill>
          </a:endParaRPr>
        </a:p>
      </dgm:t>
    </dgm:pt>
    <dgm:pt modelId="{8BE1F363-58DE-4B33-B37E-0576AF4C4787}" type="parTrans" cxnId="{56033E77-E82D-4032-A015-87996624844C}">
      <dgm:prSet/>
      <dgm:spPr/>
      <dgm:t>
        <a:bodyPr/>
        <a:lstStyle/>
        <a:p>
          <a:endParaRPr lang="en-US"/>
        </a:p>
      </dgm:t>
    </dgm:pt>
    <dgm:pt modelId="{0A8B6C8B-4565-4C5E-8A04-DECBA3F46D66}" type="sibTrans" cxnId="{56033E77-E82D-4032-A015-87996624844C}">
      <dgm:prSet/>
      <dgm:spPr/>
      <dgm:t>
        <a:bodyPr/>
        <a:lstStyle/>
        <a:p>
          <a:endParaRPr lang="en-US"/>
        </a:p>
      </dgm:t>
    </dgm:pt>
    <dgm:pt modelId="{99B877B8-CEBA-47B2-AA4F-B6ED659DFB7F}">
      <dgm:prSet phldrT="[Text]" custT="1"/>
      <dgm:spPr>
        <a:solidFill>
          <a:schemeClr val="accent2">
            <a:alpha val="90000"/>
          </a:schemeClr>
        </a:solidFill>
      </dgm:spPr>
      <dgm:t>
        <a:bodyPr/>
        <a:lstStyle/>
        <a:p>
          <a:pPr marL="914400" indent="-914400"/>
          <a:r>
            <a:rPr lang="en-US" sz="3600" dirty="0" smtClean="0">
              <a:solidFill>
                <a:schemeClr val="bg1"/>
              </a:solidFill>
            </a:rPr>
            <a:t>FROM</a:t>
          </a:r>
          <a:endParaRPr lang="en-US" sz="3600" dirty="0">
            <a:solidFill>
              <a:schemeClr val="bg1"/>
            </a:solidFill>
          </a:endParaRPr>
        </a:p>
      </dgm:t>
    </dgm:pt>
    <dgm:pt modelId="{1184EA28-87DB-4EC7-A57A-64384041F7CF}" type="parTrans" cxnId="{D1624B4E-FCEA-4785-9064-904C735ACA86}">
      <dgm:prSet/>
      <dgm:spPr/>
      <dgm:t>
        <a:bodyPr/>
        <a:lstStyle/>
        <a:p>
          <a:endParaRPr lang="en-US"/>
        </a:p>
      </dgm:t>
    </dgm:pt>
    <dgm:pt modelId="{7220D579-BC7E-48B4-ABD2-8DF515E1294B}" type="sibTrans" cxnId="{D1624B4E-FCEA-4785-9064-904C735ACA86}">
      <dgm:prSet/>
      <dgm:spPr/>
      <dgm:t>
        <a:bodyPr/>
        <a:lstStyle/>
        <a:p>
          <a:endParaRPr lang="en-US"/>
        </a:p>
      </dgm:t>
    </dgm:pt>
    <dgm:pt modelId="{0271F4F0-5F5A-47C3-B389-0A268DAC8A8F}">
      <dgm:prSet phldrT="[Text]"/>
      <dgm:spPr>
        <a:gradFill flip="none" rotWithShape="1">
          <a:gsLst>
            <a:gs pos="0">
              <a:schemeClr val="bg1"/>
            </a:gs>
            <a:gs pos="100000">
              <a:schemeClr val="bg1">
                <a:lumMod val="75000"/>
              </a:schemeClr>
            </a:gs>
          </a:gsLst>
          <a:path path="circle">
            <a:fillToRect l="50000" t="50000" r="50000" b="50000"/>
          </a:path>
          <a:tileRect/>
        </a:gradFill>
      </dgm:spPr>
      <dgm:t>
        <a:bodyPr/>
        <a:lstStyle/>
        <a:p>
          <a:r>
            <a:rPr lang="en-US" dirty="0" smtClean="0">
              <a:solidFill>
                <a:schemeClr val="bg1">
                  <a:lumMod val="50000"/>
                </a:schemeClr>
              </a:solidFill>
            </a:rPr>
            <a:t>2</a:t>
          </a:r>
          <a:endParaRPr lang="en-US" dirty="0">
            <a:solidFill>
              <a:schemeClr val="bg1">
                <a:lumMod val="50000"/>
              </a:schemeClr>
            </a:solidFill>
          </a:endParaRPr>
        </a:p>
      </dgm:t>
    </dgm:pt>
    <dgm:pt modelId="{B813AACA-9F16-49A8-9E63-661611B26DE3}" type="parTrans" cxnId="{817213B6-C95C-4C1D-A93D-DFCF721D3032}">
      <dgm:prSet/>
      <dgm:spPr/>
      <dgm:t>
        <a:bodyPr/>
        <a:lstStyle/>
        <a:p>
          <a:endParaRPr lang="en-US"/>
        </a:p>
      </dgm:t>
    </dgm:pt>
    <dgm:pt modelId="{38D60B73-0A26-40D5-B734-2D9E6C83CE35}" type="sibTrans" cxnId="{817213B6-C95C-4C1D-A93D-DFCF721D3032}">
      <dgm:prSet/>
      <dgm:spPr/>
      <dgm:t>
        <a:bodyPr/>
        <a:lstStyle/>
        <a:p>
          <a:endParaRPr lang="en-US"/>
        </a:p>
      </dgm:t>
    </dgm:pt>
    <dgm:pt modelId="{6E265761-6ED8-4B00-AFCC-DD3BC9B2A0E6}">
      <dgm:prSet phldrT="[Text]" custT="1"/>
      <dgm:spPr>
        <a:solidFill>
          <a:schemeClr val="accent3">
            <a:alpha val="90000"/>
          </a:schemeClr>
        </a:solidFill>
      </dgm:spPr>
      <dgm:t>
        <a:bodyPr/>
        <a:lstStyle/>
        <a:p>
          <a:pPr marL="914400" indent="-914400"/>
          <a:r>
            <a:rPr lang="en-US" sz="3600" dirty="0" smtClean="0">
              <a:solidFill>
                <a:schemeClr val="bg1"/>
              </a:solidFill>
            </a:rPr>
            <a:t>WHERE</a:t>
          </a:r>
          <a:endParaRPr lang="en-US" sz="3600" dirty="0">
            <a:solidFill>
              <a:schemeClr val="bg1"/>
            </a:solidFill>
          </a:endParaRPr>
        </a:p>
      </dgm:t>
    </dgm:pt>
    <dgm:pt modelId="{85680AB6-5036-43F7-B88B-07D38C7CC8FC}" type="parTrans" cxnId="{8FD5E510-8583-423C-A869-3680BD377554}">
      <dgm:prSet/>
      <dgm:spPr/>
      <dgm:t>
        <a:bodyPr/>
        <a:lstStyle/>
        <a:p>
          <a:endParaRPr lang="en-US"/>
        </a:p>
      </dgm:t>
    </dgm:pt>
    <dgm:pt modelId="{A2131EA3-16AF-46F1-B299-12B3BBD74613}" type="sibTrans" cxnId="{8FD5E510-8583-423C-A869-3680BD377554}">
      <dgm:prSet/>
      <dgm:spPr/>
      <dgm:t>
        <a:bodyPr/>
        <a:lstStyle/>
        <a:p>
          <a:endParaRPr lang="en-US"/>
        </a:p>
      </dgm:t>
    </dgm:pt>
    <dgm:pt modelId="{B44B4F92-697B-47A8-A203-7E3E66A70CA3}">
      <dgm:prSet phldrT="[Text]" custT="1"/>
      <dgm:spPr>
        <a:solidFill>
          <a:schemeClr val="accent4">
            <a:alpha val="90000"/>
          </a:schemeClr>
        </a:solidFill>
      </dgm:spPr>
      <dgm:t>
        <a:bodyPr/>
        <a:lstStyle/>
        <a:p>
          <a:pPr marL="914400" indent="-914400"/>
          <a:r>
            <a:rPr lang="en-US" sz="3600" dirty="0" smtClean="0">
              <a:solidFill>
                <a:schemeClr val="bg1"/>
              </a:solidFill>
            </a:rPr>
            <a:t>GROUP BY</a:t>
          </a:r>
          <a:endParaRPr lang="en-US" sz="3600" dirty="0">
            <a:solidFill>
              <a:schemeClr val="bg1"/>
            </a:solidFill>
          </a:endParaRPr>
        </a:p>
      </dgm:t>
    </dgm:pt>
    <dgm:pt modelId="{3C1D84FF-3019-4EEC-84EE-12F53C6F92D7}" type="parTrans" cxnId="{69A7597D-2B65-4DA2-8FC4-495C8676B465}">
      <dgm:prSet/>
      <dgm:spPr/>
      <dgm:t>
        <a:bodyPr/>
        <a:lstStyle/>
        <a:p>
          <a:endParaRPr lang="en-US"/>
        </a:p>
      </dgm:t>
    </dgm:pt>
    <dgm:pt modelId="{32C13B34-2AED-48BD-952A-01E8A856D85A}" type="sibTrans" cxnId="{69A7597D-2B65-4DA2-8FC4-495C8676B465}">
      <dgm:prSet/>
      <dgm:spPr/>
      <dgm:t>
        <a:bodyPr/>
        <a:lstStyle/>
        <a:p>
          <a:endParaRPr lang="en-US"/>
        </a:p>
      </dgm:t>
    </dgm:pt>
    <dgm:pt modelId="{48EC9D48-B447-420E-8D76-417C0F1F1CD4}">
      <dgm:prSet phldrT="[Text]"/>
      <dgm:spPr>
        <a:gradFill flip="none" rotWithShape="1">
          <a:gsLst>
            <a:gs pos="0">
              <a:schemeClr val="bg1"/>
            </a:gs>
            <a:gs pos="100000">
              <a:schemeClr val="bg1">
                <a:lumMod val="75000"/>
              </a:schemeClr>
            </a:gs>
          </a:gsLst>
          <a:path path="circle">
            <a:fillToRect l="50000" t="50000" r="50000" b="50000"/>
          </a:path>
          <a:tileRect/>
        </a:gradFill>
      </dgm:spPr>
      <dgm:t>
        <a:bodyPr/>
        <a:lstStyle/>
        <a:p>
          <a:r>
            <a:rPr lang="en-US" dirty="0" smtClean="0">
              <a:solidFill>
                <a:schemeClr val="bg1">
                  <a:lumMod val="50000"/>
                </a:schemeClr>
              </a:solidFill>
            </a:rPr>
            <a:t>3</a:t>
          </a:r>
          <a:endParaRPr lang="en-US" dirty="0">
            <a:solidFill>
              <a:schemeClr val="bg1">
                <a:lumMod val="50000"/>
              </a:schemeClr>
            </a:solidFill>
          </a:endParaRPr>
        </a:p>
      </dgm:t>
    </dgm:pt>
    <dgm:pt modelId="{320F60E1-FB82-4791-B46B-C5644EE3822A}" type="sibTrans" cxnId="{B41F2B84-7419-478C-82ED-9493339403D8}">
      <dgm:prSet/>
      <dgm:spPr/>
      <dgm:t>
        <a:bodyPr/>
        <a:lstStyle/>
        <a:p>
          <a:endParaRPr lang="en-US"/>
        </a:p>
      </dgm:t>
    </dgm:pt>
    <dgm:pt modelId="{B05FBB73-44A5-4F18-846C-7EA77CBAC763}" type="parTrans" cxnId="{B41F2B84-7419-478C-82ED-9493339403D8}">
      <dgm:prSet/>
      <dgm:spPr/>
      <dgm:t>
        <a:bodyPr/>
        <a:lstStyle/>
        <a:p>
          <a:endParaRPr lang="en-US"/>
        </a:p>
      </dgm:t>
    </dgm:pt>
    <dgm:pt modelId="{09BA1F44-AC19-4253-B684-D50C539E60F2}">
      <dgm:prSet phldrT="[Text]"/>
      <dgm:spPr>
        <a:gradFill flip="none" rotWithShape="1">
          <a:gsLst>
            <a:gs pos="0">
              <a:schemeClr val="bg1"/>
            </a:gs>
            <a:gs pos="100000">
              <a:schemeClr val="bg1">
                <a:lumMod val="75000"/>
              </a:schemeClr>
            </a:gs>
          </a:gsLst>
          <a:path path="circle">
            <a:fillToRect l="50000" t="50000" r="50000" b="50000"/>
          </a:path>
          <a:tileRect/>
        </a:gradFill>
      </dgm:spPr>
      <dgm:t>
        <a:bodyPr/>
        <a:lstStyle/>
        <a:p>
          <a:r>
            <a:rPr lang="en-US" dirty="0" smtClean="0">
              <a:solidFill>
                <a:schemeClr val="bg1">
                  <a:lumMod val="50000"/>
                </a:schemeClr>
              </a:solidFill>
            </a:rPr>
            <a:t>4</a:t>
          </a:r>
          <a:endParaRPr lang="en-US" dirty="0">
            <a:solidFill>
              <a:schemeClr val="bg1">
                <a:lumMod val="50000"/>
              </a:schemeClr>
            </a:solidFill>
          </a:endParaRPr>
        </a:p>
      </dgm:t>
    </dgm:pt>
    <dgm:pt modelId="{2A1C411B-5511-4882-BFB9-3A75776FF245}" type="sibTrans" cxnId="{4917354A-09CC-414A-8825-F6D5D08BFE55}">
      <dgm:prSet/>
      <dgm:spPr/>
      <dgm:t>
        <a:bodyPr/>
        <a:lstStyle/>
        <a:p>
          <a:endParaRPr lang="en-US"/>
        </a:p>
      </dgm:t>
    </dgm:pt>
    <dgm:pt modelId="{BFB4838E-67DF-49BD-834E-4A881DAE94C2}" type="parTrans" cxnId="{4917354A-09CC-414A-8825-F6D5D08BFE55}">
      <dgm:prSet/>
      <dgm:spPr/>
      <dgm:t>
        <a:bodyPr/>
        <a:lstStyle/>
        <a:p>
          <a:endParaRPr lang="en-US"/>
        </a:p>
      </dgm:t>
    </dgm:pt>
    <dgm:pt modelId="{0F949D85-0C1B-430B-A97C-02CE9D3DE72A}">
      <dgm:prSet phldrT="[Text]" custT="1"/>
      <dgm:spPr>
        <a:solidFill>
          <a:schemeClr val="accent6">
            <a:alpha val="90000"/>
          </a:schemeClr>
        </a:solidFill>
      </dgm:spPr>
      <dgm:t>
        <a:bodyPr/>
        <a:lstStyle/>
        <a:p>
          <a:pPr marL="914400" indent="-914400"/>
          <a:r>
            <a:rPr lang="en-US" sz="3600" dirty="0" smtClean="0">
              <a:solidFill>
                <a:schemeClr val="bg1"/>
              </a:solidFill>
            </a:rPr>
            <a:t>HAVING</a:t>
          </a:r>
          <a:endParaRPr lang="en-US" sz="3600" dirty="0">
            <a:solidFill>
              <a:schemeClr val="bg1"/>
            </a:solidFill>
          </a:endParaRPr>
        </a:p>
      </dgm:t>
    </dgm:pt>
    <dgm:pt modelId="{AB715BA5-6AEB-43F5-8643-3E3539E29A61}" type="sibTrans" cxnId="{1FB3DF05-0078-43F7-9587-D5CE3906930C}">
      <dgm:prSet/>
      <dgm:spPr/>
      <dgm:t>
        <a:bodyPr/>
        <a:lstStyle/>
        <a:p>
          <a:endParaRPr lang="en-US"/>
        </a:p>
      </dgm:t>
    </dgm:pt>
    <dgm:pt modelId="{F9336465-AA63-4BB4-9D25-9AD362C0C9FD}" type="parTrans" cxnId="{1FB3DF05-0078-43F7-9587-D5CE3906930C}">
      <dgm:prSet/>
      <dgm:spPr/>
      <dgm:t>
        <a:bodyPr/>
        <a:lstStyle/>
        <a:p>
          <a:endParaRPr lang="en-US"/>
        </a:p>
      </dgm:t>
    </dgm:pt>
    <dgm:pt modelId="{B4896357-48EB-40D5-B4C0-CB47355E07F3}">
      <dgm:prSet phldrT="[Text]" custT="1"/>
      <dgm:spPr>
        <a:gradFill flip="none" rotWithShape="1">
          <a:gsLst>
            <a:gs pos="0">
              <a:schemeClr val="bg1"/>
            </a:gs>
            <a:gs pos="100000">
              <a:schemeClr val="bg1">
                <a:lumMod val="75000"/>
              </a:schemeClr>
            </a:gs>
          </a:gsLst>
          <a:path path="circle">
            <a:fillToRect l="50000" t="50000" r="50000" b="50000"/>
          </a:path>
          <a:tileRect/>
        </a:gradFill>
      </dgm:spPr>
      <dgm:t>
        <a:bodyPr/>
        <a:lstStyle/>
        <a:p>
          <a:pPr marL="914400" indent="-914400"/>
          <a:r>
            <a:rPr lang="en-US" dirty="0" smtClean="0">
              <a:solidFill>
                <a:schemeClr val="bg1">
                  <a:lumMod val="50000"/>
                </a:schemeClr>
              </a:solidFill>
            </a:rPr>
            <a:t>5</a:t>
          </a:r>
          <a:endParaRPr lang="en-US" dirty="0">
            <a:solidFill>
              <a:schemeClr val="bg1">
                <a:lumMod val="50000"/>
              </a:schemeClr>
            </a:solidFill>
          </a:endParaRPr>
        </a:p>
      </dgm:t>
    </dgm:pt>
    <dgm:pt modelId="{228A6617-1F3C-4D7F-A169-793F9653D9B2}" type="parTrans" cxnId="{F33650C8-77DE-4E32-8550-8FBF3F0B3160}">
      <dgm:prSet/>
      <dgm:spPr/>
      <dgm:t>
        <a:bodyPr/>
        <a:lstStyle/>
        <a:p>
          <a:endParaRPr lang="en-US"/>
        </a:p>
      </dgm:t>
    </dgm:pt>
    <dgm:pt modelId="{9C9F2F5C-24C3-4FCA-8D85-DF45D9F7D179}" type="sibTrans" cxnId="{F33650C8-77DE-4E32-8550-8FBF3F0B3160}">
      <dgm:prSet/>
      <dgm:spPr/>
      <dgm:t>
        <a:bodyPr/>
        <a:lstStyle/>
        <a:p>
          <a:endParaRPr lang="en-US"/>
        </a:p>
      </dgm:t>
    </dgm:pt>
    <dgm:pt modelId="{B3028472-26B6-494E-B513-CC8183A0C977}">
      <dgm:prSet phldrT="[Text]" custT="1"/>
      <dgm:spPr>
        <a:solidFill>
          <a:schemeClr val="accent3">
            <a:alpha val="90000"/>
          </a:schemeClr>
        </a:solidFill>
      </dgm:spPr>
      <dgm:t>
        <a:bodyPr/>
        <a:lstStyle/>
        <a:p>
          <a:pPr marL="914400" indent="-914400"/>
          <a:r>
            <a:rPr lang="en-US" sz="3600" dirty="0" smtClean="0">
              <a:solidFill>
                <a:schemeClr val="bg1"/>
              </a:solidFill>
            </a:rPr>
            <a:t>SELECT</a:t>
          </a:r>
          <a:endParaRPr lang="en-US" sz="3600" dirty="0">
            <a:solidFill>
              <a:schemeClr val="bg1"/>
            </a:solidFill>
          </a:endParaRPr>
        </a:p>
      </dgm:t>
    </dgm:pt>
    <dgm:pt modelId="{07408EDF-C5F6-4B04-8381-46A33E7DED72}" type="parTrans" cxnId="{FA56311F-C04C-43B3-B443-8435D316342A}">
      <dgm:prSet/>
      <dgm:spPr/>
      <dgm:t>
        <a:bodyPr/>
        <a:lstStyle/>
        <a:p>
          <a:endParaRPr lang="en-US"/>
        </a:p>
      </dgm:t>
    </dgm:pt>
    <dgm:pt modelId="{6BDE3F8C-98D9-4F04-84FB-B33B77B787A8}" type="sibTrans" cxnId="{FA56311F-C04C-43B3-B443-8435D316342A}">
      <dgm:prSet/>
      <dgm:spPr/>
      <dgm:t>
        <a:bodyPr/>
        <a:lstStyle/>
        <a:p>
          <a:endParaRPr lang="en-US"/>
        </a:p>
      </dgm:t>
    </dgm:pt>
    <dgm:pt modelId="{38C2FF8F-4F9E-451D-A8B6-9F3A9103ED36}">
      <dgm:prSet phldrT="[Text]"/>
      <dgm:spPr>
        <a:gradFill flip="none" rotWithShape="1">
          <a:gsLst>
            <a:gs pos="0">
              <a:schemeClr val="bg1"/>
            </a:gs>
            <a:gs pos="100000">
              <a:schemeClr val="bg1">
                <a:lumMod val="75000"/>
              </a:schemeClr>
            </a:gs>
          </a:gsLst>
          <a:path path="circle">
            <a:fillToRect l="50000" t="50000" r="50000" b="50000"/>
          </a:path>
          <a:tileRect/>
        </a:gradFill>
      </dgm:spPr>
      <dgm:t>
        <a:bodyPr/>
        <a:lstStyle/>
        <a:p>
          <a:r>
            <a:rPr lang="en-US" dirty="0" smtClean="0">
              <a:solidFill>
                <a:schemeClr val="bg1">
                  <a:lumMod val="50000"/>
                </a:schemeClr>
              </a:solidFill>
            </a:rPr>
            <a:t>6</a:t>
          </a:r>
          <a:endParaRPr lang="en-US" dirty="0">
            <a:solidFill>
              <a:schemeClr val="bg1">
                <a:lumMod val="50000"/>
              </a:schemeClr>
            </a:solidFill>
          </a:endParaRPr>
        </a:p>
      </dgm:t>
    </dgm:pt>
    <dgm:pt modelId="{9CF41335-495B-49BB-B01E-6C837384D550}" type="parTrans" cxnId="{5F839335-628C-4D49-882E-C05A7413876C}">
      <dgm:prSet/>
      <dgm:spPr/>
      <dgm:t>
        <a:bodyPr/>
        <a:lstStyle/>
        <a:p>
          <a:endParaRPr lang="en-US"/>
        </a:p>
      </dgm:t>
    </dgm:pt>
    <dgm:pt modelId="{D3382FC4-041B-4559-A91E-7704C3521A87}" type="sibTrans" cxnId="{5F839335-628C-4D49-882E-C05A7413876C}">
      <dgm:prSet/>
      <dgm:spPr/>
      <dgm:t>
        <a:bodyPr/>
        <a:lstStyle/>
        <a:p>
          <a:endParaRPr lang="en-US"/>
        </a:p>
      </dgm:t>
    </dgm:pt>
    <dgm:pt modelId="{6DD2E603-7745-474C-B032-937A8C5A02D5}">
      <dgm:prSet phldrT="[Text]" custT="1"/>
      <dgm:spPr>
        <a:solidFill>
          <a:schemeClr val="accent4">
            <a:alpha val="90000"/>
          </a:schemeClr>
        </a:solidFill>
      </dgm:spPr>
      <dgm:t>
        <a:bodyPr/>
        <a:lstStyle/>
        <a:p>
          <a:pPr marL="914400" indent="-914400"/>
          <a:r>
            <a:rPr lang="en-US" sz="3600" dirty="0" smtClean="0">
              <a:solidFill>
                <a:schemeClr val="bg1"/>
              </a:solidFill>
            </a:rPr>
            <a:t>ORDER BY</a:t>
          </a:r>
          <a:endParaRPr lang="en-US" sz="3600" dirty="0">
            <a:solidFill>
              <a:schemeClr val="bg1"/>
            </a:solidFill>
          </a:endParaRPr>
        </a:p>
      </dgm:t>
    </dgm:pt>
    <dgm:pt modelId="{F471F2EB-70BE-4D05-8ED1-211AF1F10030}" type="parTrans" cxnId="{414913E9-B7DC-4063-9E17-4CE4FCEF8050}">
      <dgm:prSet/>
      <dgm:spPr/>
      <dgm:t>
        <a:bodyPr/>
        <a:lstStyle/>
        <a:p>
          <a:endParaRPr lang="en-US"/>
        </a:p>
      </dgm:t>
    </dgm:pt>
    <dgm:pt modelId="{E06CE079-DEA6-4CF5-A60F-878147250C38}" type="sibTrans" cxnId="{414913E9-B7DC-4063-9E17-4CE4FCEF8050}">
      <dgm:prSet/>
      <dgm:spPr/>
      <dgm:t>
        <a:bodyPr/>
        <a:lstStyle/>
        <a:p>
          <a:endParaRPr lang="en-US"/>
        </a:p>
      </dgm:t>
    </dgm:pt>
    <dgm:pt modelId="{65C10D57-AE46-48A6-9842-DE26D8A0E0B1}" type="pres">
      <dgm:prSet presAssocID="{EEDD4474-5105-4572-B94F-B4F5E4782FD6}" presName="Name0" presStyleCnt="0">
        <dgm:presLayoutVars>
          <dgm:dir/>
          <dgm:animLvl val="lvl"/>
          <dgm:resizeHandles val="exact"/>
        </dgm:presLayoutVars>
      </dgm:prSet>
      <dgm:spPr/>
      <dgm:t>
        <a:bodyPr/>
        <a:lstStyle/>
        <a:p>
          <a:endParaRPr lang="en-US"/>
        </a:p>
      </dgm:t>
    </dgm:pt>
    <dgm:pt modelId="{5474B167-69C0-4A98-A5AE-46F0EFFD5FF5}" type="pres">
      <dgm:prSet presAssocID="{2F9F6499-8A87-4895-8D43-E581613B5309}" presName="linNode" presStyleCnt="0"/>
      <dgm:spPr/>
    </dgm:pt>
    <dgm:pt modelId="{9E87D3F1-4C62-44C2-839D-F5FF792F807F}" type="pres">
      <dgm:prSet presAssocID="{2F9F6499-8A87-4895-8D43-E581613B5309}" presName="parentText" presStyleLbl="node1" presStyleIdx="0" presStyleCnt="6"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193D7722-BC70-46AA-A506-3DB4A98F9308}" type="pres">
      <dgm:prSet presAssocID="{2F9F6499-8A87-4895-8D43-E581613B5309}" presName="descendantText" presStyleLbl="alignAccFollowNode1" presStyleIdx="0" presStyleCnt="6" custScaleX="1428222" custScaleY="63623" custLinFactX="-45438" custLinFactNeighborX="-100000">
        <dgm:presLayoutVars>
          <dgm:bulletEnabled val="1"/>
        </dgm:presLayoutVars>
      </dgm:prSet>
      <dgm:spPr>
        <a:prstGeom prst="snip2DiagRect">
          <a:avLst/>
        </a:prstGeom>
      </dgm:spPr>
      <dgm:t>
        <a:bodyPr/>
        <a:lstStyle/>
        <a:p>
          <a:endParaRPr lang="en-US"/>
        </a:p>
      </dgm:t>
    </dgm:pt>
    <dgm:pt modelId="{0402F198-01DE-4387-8861-BED7BC71E74D}" type="pres">
      <dgm:prSet presAssocID="{0A8B6C8B-4565-4C5E-8A04-DECBA3F46D66}" presName="sp" presStyleCnt="0"/>
      <dgm:spPr/>
    </dgm:pt>
    <dgm:pt modelId="{0D507EBB-1CE4-4569-A615-7B867D686189}" type="pres">
      <dgm:prSet presAssocID="{0271F4F0-5F5A-47C3-B389-0A268DAC8A8F}" presName="linNode" presStyleCnt="0"/>
      <dgm:spPr/>
    </dgm:pt>
    <dgm:pt modelId="{A60E8B29-3A41-41E6-92ED-087DF974D6A6}" type="pres">
      <dgm:prSet presAssocID="{0271F4F0-5F5A-47C3-B389-0A268DAC8A8F}" presName="parentText" presStyleLbl="node1" presStyleIdx="1" presStyleCnt="6"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D12A3826-2E3C-4C07-A727-88547A37A6F8}" type="pres">
      <dgm:prSet presAssocID="{0271F4F0-5F5A-47C3-B389-0A268DAC8A8F}" presName="descendantText" presStyleLbl="alignAccFollowNode1" presStyleIdx="1" presStyleCnt="6" custScaleX="1428222" custScaleY="63623" custLinFactX="-45438" custLinFactNeighborX="-100000">
        <dgm:presLayoutVars>
          <dgm:bulletEnabled val="1"/>
        </dgm:presLayoutVars>
      </dgm:prSet>
      <dgm:spPr>
        <a:prstGeom prst="snip2DiagRect">
          <a:avLst/>
        </a:prstGeom>
      </dgm:spPr>
      <dgm:t>
        <a:bodyPr/>
        <a:lstStyle/>
        <a:p>
          <a:endParaRPr lang="en-US"/>
        </a:p>
      </dgm:t>
    </dgm:pt>
    <dgm:pt modelId="{C0B75B6E-1394-4A93-8E4F-271E63A6A3DE}" type="pres">
      <dgm:prSet presAssocID="{38D60B73-0A26-40D5-B734-2D9E6C83CE35}" presName="sp" presStyleCnt="0"/>
      <dgm:spPr/>
    </dgm:pt>
    <dgm:pt modelId="{2F2F68BE-C28B-4D93-AB40-F2BA188B62C6}" type="pres">
      <dgm:prSet presAssocID="{48EC9D48-B447-420E-8D76-417C0F1F1CD4}" presName="linNode" presStyleCnt="0"/>
      <dgm:spPr/>
    </dgm:pt>
    <dgm:pt modelId="{3364F820-B13F-496A-8388-7D4ADED4386F}" type="pres">
      <dgm:prSet presAssocID="{48EC9D48-B447-420E-8D76-417C0F1F1CD4}" presName="parentText" presStyleLbl="node1" presStyleIdx="2" presStyleCnt="6"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B8C87BA3-2339-4CFC-B0F3-582D7C37476C}" type="pres">
      <dgm:prSet presAssocID="{48EC9D48-B447-420E-8D76-417C0F1F1CD4}" presName="descendantText" presStyleLbl="alignAccFollowNode1" presStyleIdx="2" presStyleCnt="6" custScaleX="1428222" custScaleY="63623" custLinFactX="-45438" custLinFactNeighborX="-100000">
        <dgm:presLayoutVars>
          <dgm:bulletEnabled val="1"/>
        </dgm:presLayoutVars>
      </dgm:prSet>
      <dgm:spPr>
        <a:prstGeom prst="snip2DiagRect">
          <a:avLst/>
        </a:prstGeom>
      </dgm:spPr>
      <dgm:t>
        <a:bodyPr/>
        <a:lstStyle/>
        <a:p>
          <a:endParaRPr lang="en-US"/>
        </a:p>
      </dgm:t>
    </dgm:pt>
    <dgm:pt modelId="{6C45377D-665B-4B32-8E82-93D7AAB20CBE}" type="pres">
      <dgm:prSet presAssocID="{320F60E1-FB82-4791-B46B-C5644EE3822A}" presName="sp" presStyleCnt="0"/>
      <dgm:spPr/>
    </dgm:pt>
    <dgm:pt modelId="{7863A837-824B-4A6B-B523-4FC50ACEEF41}" type="pres">
      <dgm:prSet presAssocID="{09BA1F44-AC19-4253-B684-D50C539E60F2}" presName="linNode" presStyleCnt="0"/>
      <dgm:spPr/>
    </dgm:pt>
    <dgm:pt modelId="{D91B0B47-F3B7-4737-BE5C-BB3F0115C9EB}" type="pres">
      <dgm:prSet presAssocID="{09BA1F44-AC19-4253-B684-D50C539E60F2}" presName="parentText" presStyleLbl="node1" presStyleIdx="3" presStyleCnt="6"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F54CC983-2FE2-4D0A-B507-72F8DDB1CE8B}" type="pres">
      <dgm:prSet presAssocID="{09BA1F44-AC19-4253-B684-D50C539E60F2}" presName="descendantText" presStyleLbl="alignAccFollowNode1" presStyleIdx="3" presStyleCnt="6" custScaleX="1428222" custScaleY="63623" custLinFactX="-44792" custLinFactNeighborX="-100000" custLinFactNeighborY="-3125">
        <dgm:presLayoutVars>
          <dgm:bulletEnabled val="1"/>
        </dgm:presLayoutVars>
      </dgm:prSet>
      <dgm:spPr>
        <a:prstGeom prst="snip2DiagRect">
          <a:avLst/>
        </a:prstGeom>
      </dgm:spPr>
      <dgm:t>
        <a:bodyPr/>
        <a:lstStyle/>
        <a:p>
          <a:endParaRPr lang="en-US"/>
        </a:p>
      </dgm:t>
    </dgm:pt>
    <dgm:pt modelId="{67EC62EA-D6BE-4198-880E-28FAB9E2D3DD}" type="pres">
      <dgm:prSet presAssocID="{2A1C411B-5511-4882-BFB9-3A75776FF245}" presName="sp" presStyleCnt="0"/>
      <dgm:spPr/>
    </dgm:pt>
    <dgm:pt modelId="{7F171229-9F93-4CE1-A93B-6DD1DC9B15CD}" type="pres">
      <dgm:prSet presAssocID="{B4896357-48EB-40D5-B4C0-CB47355E07F3}" presName="linNode" presStyleCnt="0"/>
      <dgm:spPr/>
    </dgm:pt>
    <dgm:pt modelId="{D7702FE5-B7AC-48AB-B500-F277AAEB71C5}" type="pres">
      <dgm:prSet presAssocID="{B4896357-48EB-40D5-B4C0-CB47355E07F3}" presName="parentText" presStyleLbl="node1" presStyleIdx="4" presStyleCnt="6"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CD2F96CF-495E-4D2C-9198-3D476C12220F}" type="pres">
      <dgm:prSet presAssocID="{B4896357-48EB-40D5-B4C0-CB47355E07F3}" presName="descendantText" presStyleLbl="alignAccFollowNode1" presStyleIdx="4" presStyleCnt="6" custScaleX="1428222" custScaleY="63623" custLinFactX="-44792" custLinFactNeighborX="-100000" custLinFactNeighborY="-3208">
        <dgm:presLayoutVars>
          <dgm:bulletEnabled val="1"/>
        </dgm:presLayoutVars>
      </dgm:prSet>
      <dgm:spPr>
        <a:prstGeom prst="snip2DiagRect">
          <a:avLst/>
        </a:prstGeom>
      </dgm:spPr>
      <dgm:t>
        <a:bodyPr/>
        <a:lstStyle/>
        <a:p>
          <a:endParaRPr lang="en-US"/>
        </a:p>
      </dgm:t>
    </dgm:pt>
    <dgm:pt modelId="{9D8A0A2F-0AC9-43CC-A6A6-3480450BFC6B}" type="pres">
      <dgm:prSet presAssocID="{9C9F2F5C-24C3-4FCA-8D85-DF45D9F7D179}" presName="sp" presStyleCnt="0"/>
      <dgm:spPr/>
    </dgm:pt>
    <dgm:pt modelId="{4A36B194-AFCD-4490-8B7F-DFB9A736972B}" type="pres">
      <dgm:prSet presAssocID="{38C2FF8F-4F9E-451D-A8B6-9F3A9103ED36}" presName="linNode" presStyleCnt="0"/>
      <dgm:spPr/>
    </dgm:pt>
    <dgm:pt modelId="{B9CF18A1-7C32-4F25-AD34-F2FA5E7F738B}" type="pres">
      <dgm:prSet presAssocID="{38C2FF8F-4F9E-451D-A8B6-9F3A9103ED36}" presName="parentText" presStyleLbl="node1" presStyleIdx="5" presStyleCnt="6"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268E5954-9E3F-4DE2-8581-9DC62B0AEB9C}" type="pres">
      <dgm:prSet presAssocID="{38C2FF8F-4F9E-451D-A8B6-9F3A9103ED36}" presName="descendantText" presStyleLbl="alignAccFollowNode1" presStyleIdx="5" presStyleCnt="6" custScaleX="1428222" custScaleY="63623" custLinFactX="-45438" custLinFactNeighborX="-100000">
        <dgm:presLayoutVars>
          <dgm:bulletEnabled val="1"/>
        </dgm:presLayoutVars>
      </dgm:prSet>
      <dgm:spPr>
        <a:prstGeom prst="snip2DiagRect">
          <a:avLst/>
        </a:prstGeom>
      </dgm:spPr>
      <dgm:t>
        <a:bodyPr/>
        <a:lstStyle/>
        <a:p>
          <a:endParaRPr lang="en-US"/>
        </a:p>
      </dgm:t>
    </dgm:pt>
  </dgm:ptLst>
  <dgm:cxnLst>
    <dgm:cxn modelId="{1FB3DF05-0078-43F7-9587-D5CE3906930C}" srcId="{09BA1F44-AC19-4253-B684-D50C539E60F2}" destId="{0F949D85-0C1B-430B-A97C-02CE9D3DE72A}" srcOrd="0" destOrd="0" parTransId="{F9336465-AA63-4BB4-9D25-9AD362C0C9FD}" sibTransId="{AB715BA5-6AEB-43F5-8643-3E3539E29A61}"/>
    <dgm:cxn modelId="{B1CD1478-5AD2-4281-899D-434E14E59CE7}" type="presOf" srcId="{6E265761-6ED8-4B00-AFCC-DD3BC9B2A0E6}" destId="{D12A3826-2E3C-4C07-A727-88547A37A6F8}" srcOrd="0" destOrd="0" presId="urn:microsoft.com/office/officeart/2005/8/layout/vList5"/>
    <dgm:cxn modelId="{F33650C8-77DE-4E32-8550-8FBF3F0B3160}" srcId="{EEDD4474-5105-4572-B94F-B4F5E4782FD6}" destId="{B4896357-48EB-40D5-B4C0-CB47355E07F3}" srcOrd="4" destOrd="0" parTransId="{228A6617-1F3C-4D7F-A169-793F9653D9B2}" sibTransId="{9C9F2F5C-24C3-4FCA-8D85-DF45D9F7D179}"/>
    <dgm:cxn modelId="{C795AFEC-EEED-4469-A31C-99666F5CA017}" type="presOf" srcId="{48EC9D48-B447-420E-8D76-417C0F1F1CD4}" destId="{3364F820-B13F-496A-8388-7D4ADED4386F}" srcOrd="0" destOrd="0" presId="urn:microsoft.com/office/officeart/2005/8/layout/vList5"/>
    <dgm:cxn modelId="{98A97AD7-ADDC-4CB5-BFD7-96DAD76F177A}" type="presOf" srcId="{99B877B8-CEBA-47B2-AA4F-B6ED659DFB7F}" destId="{193D7722-BC70-46AA-A506-3DB4A98F9308}" srcOrd="0" destOrd="0" presId="urn:microsoft.com/office/officeart/2005/8/layout/vList5"/>
    <dgm:cxn modelId="{B41F2B84-7419-478C-82ED-9493339403D8}" srcId="{EEDD4474-5105-4572-B94F-B4F5E4782FD6}" destId="{48EC9D48-B447-420E-8D76-417C0F1F1CD4}" srcOrd="2" destOrd="0" parTransId="{B05FBB73-44A5-4F18-846C-7EA77CBAC763}" sibTransId="{320F60E1-FB82-4791-B46B-C5644EE3822A}"/>
    <dgm:cxn modelId="{817213B6-C95C-4C1D-A93D-DFCF721D3032}" srcId="{EEDD4474-5105-4572-B94F-B4F5E4782FD6}" destId="{0271F4F0-5F5A-47C3-B389-0A268DAC8A8F}" srcOrd="1" destOrd="0" parTransId="{B813AACA-9F16-49A8-9E63-661611B26DE3}" sibTransId="{38D60B73-0A26-40D5-B734-2D9E6C83CE35}"/>
    <dgm:cxn modelId="{D1624B4E-FCEA-4785-9064-904C735ACA86}" srcId="{2F9F6499-8A87-4895-8D43-E581613B5309}" destId="{99B877B8-CEBA-47B2-AA4F-B6ED659DFB7F}" srcOrd="0" destOrd="0" parTransId="{1184EA28-87DB-4EC7-A57A-64384041F7CF}" sibTransId="{7220D579-BC7E-48B4-ABD2-8DF515E1294B}"/>
    <dgm:cxn modelId="{69A7597D-2B65-4DA2-8FC4-495C8676B465}" srcId="{48EC9D48-B447-420E-8D76-417C0F1F1CD4}" destId="{B44B4F92-697B-47A8-A203-7E3E66A70CA3}" srcOrd="0" destOrd="0" parTransId="{3C1D84FF-3019-4EEC-84EE-12F53C6F92D7}" sibTransId="{32C13B34-2AED-48BD-952A-01E8A856D85A}"/>
    <dgm:cxn modelId="{ECB53C7D-71B9-43BD-9432-F3F1DD9367F4}" type="presOf" srcId="{EEDD4474-5105-4572-B94F-B4F5E4782FD6}" destId="{65C10D57-AE46-48A6-9842-DE26D8A0E0B1}" srcOrd="0" destOrd="0" presId="urn:microsoft.com/office/officeart/2005/8/layout/vList5"/>
    <dgm:cxn modelId="{35BA47F0-335F-417C-8A4E-B48E0059E99E}" type="presOf" srcId="{B3028472-26B6-494E-B513-CC8183A0C977}" destId="{CD2F96CF-495E-4D2C-9198-3D476C12220F}" srcOrd="0" destOrd="0" presId="urn:microsoft.com/office/officeart/2005/8/layout/vList5"/>
    <dgm:cxn modelId="{4FA50666-F676-4EC7-BACC-A212820D73E1}" type="presOf" srcId="{0F949D85-0C1B-430B-A97C-02CE9D3DE72A}" destId="{F54CC983-2FE2-4D0A-B507-72F8DDB1CE8B}" srcOrd="0" destOrd="0" presId="urn:microsoft.com/office/officeart/2005/8/layout/vList5"/>
    <dgm:cxn modelId="{56033E77-E82D-4032-A015-87996624844C}" srcId="{EEDD4474-5105-4572-B94F-B4F5E4782FD6}" destId="{2F9F6499-8A87-4895-8D43-E581613B5309}" srcOrd="0" destOrd="0" parTransId="{8BE1F363-58DE-4B33-B37E-0576AF4C4787}" sibTransId="{0A8B6C8B-4565-4C5E-8A04-DECBA3F46D66}"/>
    <dgm:cxn modelId="{5C0EFCA0-8FC3-4257-AE4E-02430F3C32F9}" type="presOf" srcId="{B4896357-48EB-40D5-B4C0-CB47355E07F3}" destId="{D7702FE5-B7AC-48AB-B500-F277AAEB71C5}" srcOrd="0" destOrd="0" presId="urn:microsoft.com/office/officeart/2005/8/layout/vList5"/>
    <dgm:cxn modelId="{43F2944D-8CB4-41BB-8AED-FABF3D1AB996}" type="presOf" srcId="{38C2FF8F-4F9E-451D-A8B6-9F3A9103ED36}" destId="{B9CF18A1-7C32-4F25-AD34-F2FA5E7F738B}" srcOrd="0" destOrd="0" presId="urn:microsoft.com/office/officeart/2005/8/layout/vList5"/>
    <dgm:cxn modelId="{361EF1AA-0BCB-489D-A913-DAFAD9944C33}" type="presOf" srcId="{2F9F6499-8A87-4895-8D43-E581613B5309}" destId="{9E87D3F1-4C62-44C2-839D-F5FF792F807F}" srcOrd="0" destOrd="0" presId="urn:microsoft.com/office/officeart/2005/8/layout/vList5"/>
    <dgm:cxn modelId="{8FD5E510-8583-423C-A869-3680BD377554}" srcId="{0271F4F0-5F5A-47C3-B389-0A268DAC8A8F}" destId="{6E265761-6ED8-4B00-AFCC-DD3BC9B2A0E6}" srcOrd="0" destOrd="0" parTransId="{85680AB6-5036-43F7-B88B-07D38C7CC8FC}" sibTransId="{A2131EA3-16AF-46F1-B299-12B3BBD74613}"/>
    <dgm:cxn modelId="{4917354A-09CC-414A-8825-F6D5D08BFE55}" srcId="{EEDD4474-5105-4572-B94F-B4F5E4782FD6}" destId="{09BA1F44-AC19-4253-B684-D50C539E60F2}" srcOrd="3" destOrd="0" parTransId="{BFB4838E-67DF-49BD-834E-4A881DAE94C2}" sibTransId="{2A1C411B-5511-4882-BFB9-3A75776FF245}"/>
    <dgm:cxn modelId="{80E9A212-149A-4349-9106-D8904D60BC0F}" type="presOf" srcId="{09BA1F44-AC19-4253-B684-D50C539E60F2}" destId="{D91B0B47-F3B7-4737-BE5C-BB3F0115C9EB}" srcOrd="0" destOrd="0" presId="urn:microsoft.com/office/officeart/2005/8/layout/vList5"/>
    <dgm:cxn modelId="{79727987-4E24-49E1-8D6E-FA0E75F3C6DE}" type="presOf" srcId="{6DD2E603-7745-474C-B032-937A8C5A02D5}" destId="{268E5954-9E3F-4DE2-8581-9DC62B0AEB9C}" srcOrd="0" destOrd="0" presId="urn:microsoft.com/office/officeart/2005/8/layout/vList5"/>
    <dgm:cxn modelId="{75EC121E-5AE4-437C-AAC9-3449C2320097}" type="presOf" srcId="{B44B4F92-697B-47A8-A203-7E3E66A70CA3}" destId="{B8C87BA3-2339-4CFC-B0F3-582D7C37476C}" srcOrd="0" destOrd="0" presId="urn:microsoft.com/office/officeart/2005/8/layout/vList5"/>
    <dgm:cxn modelId="{5F839335-628C-4D49-882E-C05A7413876C}" srcId="{EEDD4474-5105-4572-B94F-B4F5E4782FD6}" destId="{38C2FF8F-4F9E-451D-A8B6-9F3A9103ED36}" srcOrd="5" destOrd="0" parTransId="{9CF41335-495B-49BB-B01E-6C837384D550}" sibTransId="{D3382FC4-041B-4559-A91E-7704C3521A87}"/>
    <dgm:cxn modelId="{845642FB-8CD7-4230-BB27-45E637788844}" type="presOf" srcId="{0271F4F0-5F5A-47C3-B389-0A268DAC8A8F}" destId="{A60E8B29-3A41-41E6-92ED-087DF974D6A6}" srcOrd="0" destOrd="0" presId="urn:microsoft.com/office/officeart/2005/8/layout/vList5"/>
    <dgm:cxn modelId="{FA56311F-C04C-43B3-B443-8435D316342A}" srcId="{B4896357-48EB-40D5-B4C0-CB47355E07F3}" destId="{B3028472-26B6-494E-B513-CC8183A0C977}" srcOrd="0" destOrd="0" parTransId="{07408EDF-C5F6-4B04-8381-46A33E7DED72}" sibTransId="{6BDE3F8C-98D9-4F04-84FB-B33B77B787A8}"/>
    <dgm:cxn modelId="{414913E9-B7DC-4063-9E17-4CE4FCEF8050}" srcId="{38C2FF8F-4F9E-451D-A8B6-9F3A9103ED36}" destId="{6DD2E603-7745-474C-B032-937A8C5A02D5}" srcOrd="0" destOrd="0" parTransId="{F471F2EB-70BE-4D05-8ED1-211AF1F10030}" sibTransId="{E06CE079-DEA6-4CF5-A60F-878147250C38}"/>
    <dgm:cxn modelId="{FBDF8E0D-D34C-492F-9A55-2491A7824AB8}" type="presParOf" srcId="{65C10D57-AE46-48A6-9842-DE26D8A0E0B1}" destId="{5474B167-69C0-4A98-A5AE-46F0EFFD5FF5}" srcOrd="0" destOrd="0" presId="urn:microsoft.com/office/officeart/2005/8/layout/vList5"/>
    <dgm:cxn modelId="{12419CBC-8A07-4A0C-BC58-2985CEB440E7}" type="presParOf" srcId="{5474B167-69C0-4A98-A5AE-46F0EFFD5FF5}" destId="{9E87D3F1-4C62-44C2-839D-F5FF792F807F}" srcOrd="0" destOrd="0" presId="urn:microsoft.com/office/officeart/2005/8/layout/vList5"/>
    <dgm:cxn modelId="{4B039737-CB30-4068-B033-BED72678CB17}" type="presParOf" srcId="{5474B167-69C0-4A98-A5AE-46F0EFFD5FF5}" destId="{193D7722-BC70-46AA-A506-3DB4A98F9308}" srcOrd="1" destOrd="0" presId="urn:microsoft.com/office/officeart/2005/8/layout/vList5"/>
    <dgm:cxn modelId="{59B1C111-BC35-4964-9834-7BB26371FA62}" type="presParOf" srcId="{65C10D57-AE46-48A6-9842-DE26D8A0E0B1}" destId="{0402F198-01DE-4387-8861-BED7BC71E74D}" srcOrd="1" destOrd="0" presId="urn:microsoft.com/office/officeart/2005/8/layout/vList5"/>
    <dgm:cxn modelId="{CEC75592-1FFA-4D16-B652-4F4CB67C77A2}" type="presParOf" srcId="{65C10D57-AE46-48A6-9842-DE26D8A0E0B1}" destId="{0D507EBB-1CE4-4569-A615-7B867D686189}" srcOrd="2" destOrd="0" presId="urn:microsoft.com/office/officeart/2005/8/layout/vList5"/>
    <dgm:cxn modelId="{A2C1AB03-E6AE-4E08-B869-9D1AC6347B9E}" type="presParOf" srcId="{0D507EBB-1CE4-4569-A615-7B867D686189}" destId="{A60E8B29-3A41-41E6-92ED-087DF974D6A6}" srcOrd="0" destOrd="0" presId="urn:microsoft.com/office/officeart/2005/8/layout/vList5"/>
    <dgm:cxn modelId="{3E7CDCEF-501B-4CD0-9F09-234BE5A88EEE}" type="presParOf" srcId="{0D507EBB-1CE4-4569-A615-7B867D686189}" destId="{D12A3826-2E3C-4C07-A727-88547A37A6F8}" srcOrd="1" destOrd="0" presId="urn:microsoft.com/office/officeart/2005/8/layout/vList5"/>
    <dgm:cxn modelId="{F5B16B3A-86C9-430F-85B8-7F1005CA078E}" type="presParOf" srcId="{65C10D57-AE46-48A6-9842-DE26D8A0E0B1}" destId="{C0B75B6E-1394-4A93-8E4F-271E63A6A3DE}" srcOrd="3" destOrd="0" presId="urn:microsoft.com/office/officeart/2005/8/layout/vList5"/>
    <dgm:cxn modelId="{D29ACDE6-C12F-4867-BC11-71FEADD77A79}" type="presParOf" srcId="{65C10D57-AE46-48A6-9842-DE26D8A0E0B1}" destId="{2F2F68BE-C28B-4D93-AB40-F2BA188B62C6}" srcOrd="4" destOrd="0" presId="urn:microsoft.com/office/officeart/2005/8/layout/vList5"/>
    <dgm:cxn modelId="{21FA3992-3687-4E8C-89FE-11942EC5CCD8}" type="presParOf" srcId="{2F2F68BE-C28B-4D93-AB40-F2BA188B62C6}" destId="{3364F820-B13F-496A-8388-7D4ADED4386F}" srcOrd="0" destOrd="0" presId="urn:microsoft.com/office/officeart/2005/8/layout/vList5"/>
    <dgm:cxn modelId="{77BE8A69-DBC1-41AF-AA57-1A2487CDA657}" type="presParOf" srcId="{2F2F68BE-C28B-4D93-AB40-F2BA188B62C6}" destId="{B8C87BA3-2339-4CFC-B0F3-582D7C37476C}" srcOrd="1" destOrd="0" presId="urn:microsoft.com/office/officeart/2005/8/layout/vList5"/>
    <dgm:cxn modelId="{1B327B9A-1147-4887-91B7-08A15C2F3FF6}" type="presParOf" srcId="{65C10D57-AE46-48A6-9842-DE26D8A0E0B1}" destId="{6C45377D-665B-4B32-8E82-93D7AAB20CBE}" srcOrd="5" destOrd="0" presId="urn:microsoft.com/office/officeart/2005/8/layout/vList5"/>
    <dgm:cxn modelId="{B06A68B8-E87F-422E-A52B-7B0E2218A812}" type="presParOf" srcId="{65C10D57-AE46-48A6-9842-DE26D8A0E0B1}" destId="{7863A837-824B-4A6B-B523-4FC50ACEEF41}" srcOrd="6" destOrd="0" presId="urn:microsoft.com/office/officeart/2005/8/layout/vList5"/>
    <dgm:cxn modelId="{765C3286-C9CA-4F24-B349-6F289C354CC9}" type="presParOf" srcId="{7863A837-824B-4A6B-B523-4FC50ACEEF41}" destId="{D91B0B47-F3B7-4737-BE5C-BB3F0115C9EB}" srcOrd="0" destOrd="0" presId="urn:microsoft.com/office/officeart/2005/8/layout/vList5"/>
    <dgm:cxn modelId="{45A464E8-C951-46C2-B396-729505D6C467}" type="presParOf" srcId="{7863A837-824B-4A6B-B523-4FC50ACEEF41}" destId="{F54CC983-2FE2-4D0A-B507-72F8DDB1CE8B}" srcOrd="1" destOrd="0" presId="urn:microsoft.com/office/officeart/2005/8/layout/vList5"/>
    <dgm:cxn modelId="{60BC7944-F536-44EB-9C08-C038853D23F1}" type="presParOf" srcId="{65C10D57-AE46-48A6-9842-DE26D8A0E0B1}" destId="{67EC62EA-D6BE-4198-880E-28FAB9E2D3DD}" srcOrd="7" destOrd="0" presId="urn:microsoft.com/office/officeart/2005/8/layout/vList5"/>
    <dgm:cxn modelId="{3D429485-F565-4C4B-9DD7-CC8BC4D7C4F7}" type="presParOf" srcId="{65C10D57-AE46-48A6-9842-DE26D8A0E0B1}" destId="{7F171229-9F93-4CE1-A93B-6DD1DC9B15CD}" srcOrd="8" destOrd="0" presId="urn:microsoft.com/office/officeart/2005/8/layout/vList5"/>
    <dgm:cxn modelId="{6AC8F1B6-3A07-4351-BFAC-9B2B1698CB1B}" type="presParOf" srcId="{7F171229-9F93-4CE1-A93B-6DD1DC9B15CD}" destId="{D7702FE5-B7AC-48AB-B500-F277AAEB71C5}" srcOrd="0" destOrd="0" presId="urn:microsoft.com/office/officeart/2005/8/layout/vList5"/>
    <dgm:cxn modelId="{F325D9EA-A377-4C62-906D-0AD9390E9707}" type="presParOf" srcId="{7F171229-9F93-4CE1-A93B-6DD1DC9B15CD}" destId="{CD2F96CF-495E-4D2C-9198-3D476C12220F}" srcOrd="1" destOrd="0" presId="urn:microsoft.com/office/officeart/2005/8/layout/vList5"/>
    <dgm:cxn modelId="{CAC8E9AC-7CC0-4CC3-B61B-8B3A0908E4B9}" type="presParOf" srcId="{65C10D57-AE46-48A6-9842-DE26D8A0E0B1}" destId="{9D8A0A2F-0AC9-43CC-A6A6-3480450BFC6B}" srcOrd="9" destOrd="0" presId="urn:microsoft.com/office/officeart/2005/8/layout/vList5"/>
    <dgm:cxn modelId="{471F81C8-AEE0-4E5A-827C-953984384E22}" type="presParOf" srcId="{65C10D57-AE46-48A6-9842-DE26D8A0E0B1}" destId="{4A36B194-AFCD-4490-8B7F-DFB9A736972B}" srcOrd="10" destOrd="0" presId="urn:microsoft.com/office/officeart/2005/8/layout/vList5"/>
    <dgm:cxn modelId="{5FA0174B-1E1F-4C7D-A6AB-027F1754A2C1}" type="presParOf" srcId="{4A36B194-AFCD-4490-8B7F-DFB9A736972B}" destId="{B9CF18A1-7C32-4F25-AD34-F2FA5E7F738B}" srcOrd="0" destOrd="0" presId="urn:microsoft.com/office/officeart/2005/8/layout/vList5"/>
    <dgm:cxn modelId="{97905C6B-46A7-42B9-9969-0192AD9C5922}" type="presParOf" srcId="{4A36B194-AFCD-4490-8B7F-DFB9A736972B}" destId="{268E5954-9E3F-4DE2-8581-9DC62B0AEB9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A1CB95-30D5-4574-AD62-B43144AEB0A4}" type="doc">
      <dgm:prSet loTypeId="urn:microsoft.com/office/officeart/2005/8/layout/lProcess2#2" loCatId="process" qsTypeId="urn:microsoft.com/office/officeart/2005/8/quickstyle/simple2#15" qsCatId="simple" csTypeId="urn:microsoft.com/office/officeart/2005/8/colors/accent3_5" csCatId="accent3" phldr="1"/>
      <dgm:spPr/>
      <dgm:t>
        <a:bodyPr/>
        <a:lstStyle/>
        <a:p>
          <a:endParaRPr lang="en-US"/>
        </a:p>
      </dgm:t>
    </dgm:pt>
    <dgm:pt modelId="{B424CFC6-8548-4837-959C-D3F2DE67C0DC}">
      <dgm:prSet phldrT="[Text]"/>
      <dgm:spPr/>
      <dgm:t>
        <a:bodyPr/>
        <a:lstStyle/>
        <a:p>
          <a:r>
            <a:rPr lang="en-US" b="1" dirty="0" smtClean="0"/>
            <a:t>COUNT() Function</a:t>
          </a:r>
          <a:endParaRPr lang="en-US" dirty="0">
            <a:effectLst>
              <a:outerShdw blurRad="50800" dist="50800" dir="2700000" algn="tl" rotWithShape="0">
                <a:srgbClr val="000000">
                  <a:alpha val="43137"/>
                </a:srgbClr>
              </a:outerShdw>
            </a:effectLst>
          </a:endParaRPr>
        </a:p>
      </dgm:t>
    </dgm:pt>
    <dgm:pt modelId="{B126EEB8-8295-46EF-ADBF-58F018AAECA9}" type="parTrans" cxnId="{9142D3FF-9C47-4348-A0B4-01AA73541358}">
      <dgm:prSet/>
      <dgm:spPr/>
      <dgm:t>
        <a:bodyPr/>
        <a:lstStyle/>
        <a:p>
          <a:endParaRPr lang="en-US"/>
        </a:p>
      </dgm:t>
    </dgm:pt>
    <dgm:pt modelId="{E4CA1F21-7084-44F0-9410-1D76B8B2899A}" type="sibTrans" cxnId="{9142D3FF-9C47-4348-A0B4-01AA73541358}">
      <dgm:prSet/>
      <dgm:spPr/>
      <dgm:t>
        <a:bodyPr/>
        <a:lstStyle/>
        <a:p>
          <a:endParaRPr lang="en-US"/>
        </a:p>
      </dgm:t>
    </dgm:pt>
    <dgm:pt modelId="{671C873C-8829-43C7-B556-37198DC6D26D}">
      <dgm:prSet phldrT="[Text]"/>
      <dgm:spPr/>
      <dgm:t>
        <a:bodyPr/>
        <a:lstStyle/>
        <a:p>
          <a:r>
            <a:rPr lang="en-US" dirty="0" smtClean="0">
              <a:effectLst>
                <a:outerShdw blurRad="50800" dist="50800" dir="2700000" algn="tl" rotWithShape="0">
                  <a:srgbClr val="000000">
                    <a:alpha val="43137"/>
                  </a:srgbClr>
                </a:outerShdw>
              </a:effectLst>
            </a:rPr>
            <a:t>SELECT COUNT(</a:t>
          </a:r>
          <a:r>
            <a:rPr lang="en-US" dirty="0" err="1" smtClean="0">
              <a:effectLst>
                <a:outerShdw blurRad="50800" dist="50800" dir="2700000" algn="tl" rotWithShape="0">
                  <a:srgbClr val="000000">
                    <a:alpha val="43137"/>
                  </a:srgbClr>
                </a:outerShdw>
              </a:effectLst>
            </a:rPr>
            <a:t>column_name</a:t>
          </a:r>
          <a:r>
            <a:rPr lang="en-US" dirty="0" smtClean="0">
              <a:effectLst>
                <a:outerShdw blurRad="50800" dist="50800" dir="2700000" algn="tl" rotWithShape="0">
                  <a:srgbClr val="000000">
                    <a:alpha val="43137"/>
                  </a:srgbClr>
                </a:outerShdw>
              </a:effectLst>
            </a:rPr>
            <a:t>) FROM </a:t>
          </a:r>
          <a:r>
            <a:rPr lang="en-US" dirty="0" err="1" smtClean="0">
              <a:effectLst>
                <a:outerShdw blurRad="50800" dist="50800" dir="2700000" algn="tl" rotWithShape="0">
                  <a:srgbClr val="000000">
                    <a:alpha val="43137"/>
                  </a:srgbClr>
                </a:outerShdw>
              </a:effectLst>
            </a:rPr>
            <a:t>table_name</a:t>
          </a:r>
          <a:endParaRPr lang="en-US" dirty="0">
            <a:effectLst>
              <a:outerShdw blurRad="50800" dist="50800" dir="2700000" algn="tl" rotWithShape="0">
                <a:srgbClr val="000000">
                  <a:alpha val="43137"/>
                </a:srgbClr>
              </a:outerShdw>
            </a:effectLst>
          </a:endParaRPr>
        </a:p>
      </dgm:t>
    </dgm:pt>
    <dgm:pt modelId="{3C45B767-4BCD-4B2A-B468-7D9D6431162B}" type="parTrans" cxnId="{AA82CC9E-1125-4622-914D-41F485BC037D}">
      <dgm:prSet/>
      <dgm:spPr/>
      <dgm:t>
        <a:bodyPr/>
        <a:lstStyle/>
        <a:p>
          <a:endParaRPr lang="en-US"/>
        </a:p>
      </dgm:t>
    </dgm:pt>
    <dgm:pt modelId="{03CD444E-38E1-4BF0-AF0C-08880B75C0DE}" type="sibTrans" cxnId="{AA82CC9E-1125-4622-914D-41F485BC037D}">
      <dgm:prSet/>
      <dgm:spPr/>
      <dgm:t>
        <a:bodyPr/>
        <a:lstStyle/>
        <a:p>
          <a:endParaRPr lang="en-US"/>
        </a:p>
      </dgm:t>
    </dgm:pt>
    <dgm:pt modelId="{D7CF7264-C02F-470E-98DC-2883A3463478}">
      <dgm:prSet phldrT="[Text]"/>
      <dgm:spPr/>
      <dgm:t>
        <a:bodyPr/>
        <a:lstStyle/>
        <a:p>
          <a:r>
            <a:rPr lang="en-US" b="1" dirty="0" smtClean="0"/>
            <a:t>SUM() Function</a:t>
          </a:r>
          <a:endParaRPr lang="en-US" dirty="0">
            <a:effectLst>
              <a:outerShdw blurRad="50800" dist="50800" dir="2700000" algn="tl" rotWithShape="0">
                <a:srgbClr val="000000">
                  <a:alpha val="43137"/>
                </a:srgbClr>
              </a:outerShdw>
            </a:effectLst>
          </a:endParaRPr>
        </a:p>
      </dgm:t>
    </dgm:pt>
    <dgm:pt modelId="{02E7A376-8112-4919-B51B-723341990986}" type="parTrans" cxnId="{32D20E08-65ED-4E23-8DEB-CD9A88B01F5E}">
      <dgm:prSet/>
      <dgm:spPr/>
      <dgm:t>
        <a:bodyPr/>
        <a:lstStyle/>
        <a:p>
          <a:endParaRPr lang="en-US"/>
        </a:p>
      </dgm:t>
    </dgm:pt>
    <dgm:pt modelId="{A293DAE9-7CE1-44C5-A486-01A8FEB2B4C2}" type="sibTrans" cxnId="{32D20E08-65ED-4E23-8DEB-CD9A88B01F5E}">
      <dgm:prSet/>
      <dgm:spPr/>
      <dgm:t>
        <a:bodyPr/>
        <a:lstStyle/>
        <a:p>
          <a:endParaRPr lang="en-US"/>
        </a:p>
      </dgm:t>
    </dgm:pt>
    <dgm:pt modelId="{AAE40FED-D33E-457C-B6C2-9DFC87B2CA9F}">
      <dgm:prSet phldrT="[Text]"/>
      <dgm:spPr/>
      <dgm:t>
        <a:bodyPr/>
        <a:lstStyle/>
        <a:p>
          <a:r>
            <a:rPr lang="en-US" dirty="0" smtClean="0">
              <a:effectLst>
                <a:outerShdw blurRad="50800" dist="50800" dir="2700000" algn="tl" rotWithShape="0">
                  <a:srgbClr val="000000">
                    <a:alpha val="43137"/>
                  </a:srgbClr>
                </a:outerShdw>
              </a:effectLst>
            </a:rPr>
            <a:t>SELECT SUM(</a:t>
          </a:r>
          <a:r>
            <a:rPr lang="en-US" dirty="0" err="1" smtClean="0">
              <a:effectLst>
                <a:outerShdw blurRad="50800" dist="50800" dir="2700000" algn="tl" rotWithShape="0">
                  <a:srgbClr val="000000">
                    <a:alpha val="43137"/>
                  </a:srgbClr>
                </a:outerShdw>
              </a:effectLst>
            </a:rPr>
            <a:t>column_name</a:t>
          </a:r>
          <a:r>
            <a:rPr lang="en-US" dirty="0" smtClean="0">
              <a:effectLst>
                <a:outerShdw blurRad="50800" dist="50800" dir="2700000" algn="tl" rotWithShape="0">
                  <a:srgbClr val="000000">
                    <a:alpha val="43137"/>
                  </a:srgbClr>
                </a:outerShdw>
              </a:effectLst>
            </a:rPr>
            <a:t>) FROM </a:t>
          </a:r>
          <a:r>
            <a:rPr lang="en-US" dirty="0" err="1" smtClean="0">
              <a:effectLst>
                <a:outerShdw blurRad="50800" dist="50800" dir="2700000" algn="tl" rotWithShape="0">
                  <a:srgbClr val="000000">
                    <a:alpha val="43137"/>
                  </a:srgbClr>
                </a:outerShdw>
              </a:effectLst>
            </a:rPr>
            <a:t>table_name</a:t>
          </a:r>
          <a:endParaRPr lang="en-US" dirty="0">
            <a:effectLst>
              <a:outerShdw blurRad="50800" dist="50800" dir="2700000" algn="tl" rotWithShape="0">
                <a:srgbClr val="000000">
                  <a:alpha val="43137"/>
                </a:srgbClr>
              </a:outerShdw>
            </a:effectLst>
          </a:endParaRPr>
        </a:p>
      </dgm:t>
    </dgm:pt>
    <dgm:pt modelId="{C8BEB7D9-3422-4B64-93C8-0F36F6224429}" type="parTrans" cxnId="{C8E1C710-5245-4B73-9652-758E3082B5DC}">
      <dgm:prSet/>
      <dgm:spPr/>
      <dgm:t>
        <a:bodyPr/>
        <a:lstStyle/>
        <a:p>
          <a:endParaRPr lang="en-US"/>
        </a:p>
      </dgm:t>
    </dgm:pt>
    <dgm:pt modelId="{88CD288B-4B9E-4CF9-BD02-63937F47EA86}" type="sibTrans" cxnId="{C8E1C710-5245-4B73-9652-758E3082B5DC}">
      <dgm:prSet/>
      <dgm:spPr/>
      <dgm:t>
        <a:bodyPr/>
        <a:lstStyle/>
        <a:p>
          <a:endParaRPr lang="en-US"/>
        </a:p>
      </dgm:t>
    </dgm:pt>
    <dgm:pt modelId="{047F2365-907A-4DF9-A45D-55E367352AC3}">
      <dgm:prSet phldrT="[Text]"/>
      <dgm:spPr/>
      <dgm:t>
        <a:bodyPr/>
        <a:lstStyle/>
        <a:p>
          <a:r>
            <a:rPr lang="en-US" b="1" dirty="0" smtClean="0"/>
            <a:t>MAX() Function</a:t>
          </a:r>
          <a:endParaRPr lang="en-US" dirty="0">
            <a:effectLst>
              <a:outerShdw blurRad="50800" dist="50800" dir="2700000" algn="tl" rotWithShape="0">
                <a:srgbClr val="000000">
                  <a:alpha val="43137"/>
                </a:srgbClr>
              </a:outerShdw>
            </a:effectLst>
          </a:endParaRPr>
        </a:p>
      </dgm:t>
    </dgm:pt>
    <dgm:pt modelId="{44543A01-2AFB-46BA-9F20-7CB4C7F4C7F8}" type="parTrans" cxnId="{09A0CF88-3E57-4423-ABC8-EA2B85BBEAF8}">
      <dgm:prSet/>
      <dgm:spPr/>
      <dgm:t>
        <a:bodyPr/>
        <a:lstStyle/>
        <a:p>
          <a:endParaRPr lang="en-US"/>
        </a:p>
      </dgm:t>
    </dgm:pt>
    <dgm:pt modelId="{9A612075-4D45-4629-A09A-A60DAF8E4D53}" type="sibTrans" cxnId="{09A0CF88-3E57-4423-ABC8-EA2B85BBEAF8}">
      <dgm:prSet/>
      <dgm:spPr/>
      <dgm:t>
        <a:bodyPr/>
        <a:lstStyle/>
        <a:p>
          <a:endParaRPr lang="en-US"/>
        </a:p>
      </dgm:t>
    </dgm:pt>
    <dgm:pt modelId="{6EEC421F-3846-4E1C-8972-F5B059CE9485}">
      <dgm:prSet phldrT="[Text]"/>
      <dgm:spPr/>
      <dgm:t>
        <a:bodyPr/>
        <a:lstStyle/>
        <a:p>
          <a:r>
            <a:rPr lang="en-US" dirty="0" smtClean="0">
              <a:effectLst>
                <a:outerShdw blurRad="50800" dist="50800" dir="2700000" algn="tl" rotWithShape="0">
                  <a:srgbClr val="000000">
                    <a:alpha val="43137"/>
                  </a:srgbClr>
                </a:outerShdw>
              </a:effectLst>
            </a:rPr>
            <a:t>SELECT MAX(</a:t>
          </a:r>
          <a:r>
            <a:rPr lang="en-US" dirty="0" err="1" smtClean="0">
              <a:effectLst>
                <a:outerShdw blurRad="50800" dist="50800" dir="2700000" algn="tl" rotWithShape="0">
                  <a:srgbClr val="000000">
                    <a:alpha val="43137"/>
                  </a:srgbClr>
                </a:outerShdw>
              </a:effectLst>
            </a:rPr>
            <a:t>column_name</a:t>
          </a:r>
          <a:r>
            <a:rPr lang="en-US" dirty="0" smtClean="0">
              <a:effectLst>
                <a:outerShdw blurRad="50800" dist="50800" dir="2700000" algn="tl" rotWithShape="0">
                  <a:srgbClr val="000000">
                    <a:alpha val="43137"/>
                  </a:srgbClr>
                </a:outerShdw>
              </a:effectLst>
            </a:rPr>
            <a:t>) FROM </a:t>
          </a:r>
          <a:r>
            <a:rPr lang="en-US" dirty="0" err="1" smtClean="0">
              <a:effectLst>
                <a:outerShdw blurRad="50800" dist="50800" dir="2700000" algn="tl" rotWithShape="0">
                  <a:srgbClr val="000000">
                    <a:alpha val="43137"/>
                  </a:srgbClr>
                </a:outerShdw>
              </a:effectLst>
            </a:rPr>
            <a:t>table_name</a:t>
          </a:r>
          <a:endParaRPr lang="en-US" dirty="0">
            <a:effectLst>
              <a:outerShdw blurRad="50800" dist="50800" dir="2700000" algn="tl" rotWithShape="0">
                <a:srgbClr val="000000">
                  <a:alpha val="43137"/>
                </a:srgbClr>
              </a:outerShdw>
            </a:effectLst>
          </a:endParaRPr>
        </a:p>
      </dgm:t>
    </dgm:pt>
    <dgm:pt modelId="{3F3B5259-E7CC-47A4-823A-83502BF6F472}" type="parTrans" cxnId="{81F5768C-15FA-497D-8D9F-76710A0155E0}">
      <dgm:prSet/>
      <dgm:spPr/>
      <dgm:t>
        <a:bodyPr/>
        <a:lstStyle/>
        <a:p>
          <a:endParaRPr lang="en-US"/>
        </a:p>
      </dgm:t>
    </dgm:pt>
    <dgm:pt modelId="{FF3C7F62-6D0C-47B9-91E3-907AA68A7FE3}" type="sibTrans" cxnId="{81F5768C-15FA-497D-8D9F-76710A0155E0}">
      <dgm:prSet/>
      <dgm:spPr/>
      <dgm:t>
        <a:bodyPr/>
        <a:lstStyle/>
        <a:p>
          <a:endParaRPr lang="en-US"/>
        </a:p>
      </dgm:t>
    </dgm:pt>
    <dgm:pt modelId="{0C5E195C-0E3C-4396-ACFB-E94763B2492C}">
      <dgm:prSet phldrT="[Text]"/>
      <dgm:spPr/>
      <dgm:t>
        <a:bodyPr/>
        <a:lstStyle/>
        <a:p>
          <a:r>
            <a:rPr lang="en-US" b="1" dirty="0" smtClean="0"/>
            <a:t>MIN() Function</a:t>
          </a:r>
          <a:endParaRPr lang="en-US" dirty="0">
            <a:effectLst>
              <a:outerShdw blurRad="50800" dist="50800" dir="2700000" algn="tl" rotWithShape="0">
                <a:srgbClr val="000000">
                  <a:alpha val="43137"/>
                </a:srgbClr>
              </a:outerShdw>
            </a:effectLst>
          </a:endParaRPr>
        </a:p>
      </dgm:t>
    </dgm:pt>
    <dgm:pt modelId="{E65E3824-6042-480E-B54B-E92D4462B9B6}" type="parTrans" cxnId="{90D29DCB-39AB-47A8-9606-2F987885493F}">
      <dgm:prSet/>
      <dgm:spPr/>
      <dgm:t>
        <a:bodyPr/>
        <a:lstStyle/>
        <a:p>
          <a:endParaRPr lang="en-US"/>
        </a:p>
      </dgm:t>
    </dgm:pt>
    <dgm:pt modelId="{1D36747F-098F-48A2-B31C-A5270C58D89A}" type="sibTrans" cxnId="{90D29DCB-39AB-47A8-9606-2F987885493F}">
      <dgm:prSet/>
      <dgm:spPr/>
      <dgm:t>
        <a:bodyPr/>
        <a:lstStyle/>
        <a:p>
          <a:endParaRPr lang="en-US"/>
        </a:p>
      </dgm:t>
    </dgm:pt>
    <dgm:pt modelId="{790B909A-7C17-468C-AE73-DC88F3169620}">
      <dgm:prSet phldrT="[Text]"/>
      <dgm:spPr/>
      <dgm:t>
        <a:bodyPr/>
        <a:lstStyle/>
        <a:p>
          <a:r>
            <a:rPr lang="en-US" dirty="0" smtClean="0">
              <a:effectLst>
                <a:outerShdw blurRad="50800" dist="50800" dir="2700000" algn="tl" rotWithShape="0">
                  <a:srgbClr val="000000">
                    <a:alpha val="43137"/>
                  </a:srgbClr>
                </a:outerShdw>
              </a:effectLst>
            </a:rPr>
            <a:t>SELECT MIN(</a:t>
          </a:r>
          <a:r>
            <a:rPr lang="en-US" dirty="0" err="1" smtClean="0">
              <a:effectLst>
                <a:outerShdw blurRad="50800" dist="50800" dir="2700000" algn="tl" rotWithShape="0">
                  <a:srgbClr val="000000">
                    <a:alpha val="43137"/>
                  </a:srgbClr>
                </a:outerShdw>
              </a:effectLst>
            </a:rPr>
            <a:t>column_name</a:t>
          </a:r>
          <a:r>
            <a:rPr lang="en-US" dirty="0" smtClean="0">
              <a:effectLst>
                <a:outerShdw blurRad="50800" dist="50800" dir="2700000" algn="tl" rotWithShape="0">
                  <a:srgbClr val="000000">
                    <a:alpha val="43137"/>
                  </a:srgbClr>
                </a:outerShdw>
              </a:effectLst>
            </a:rPr>
            <a:t>) FROM </a:t>
          </a:r>
          <a:r>
            <a:rPr lang="en-US" dirty="0" err="1" smtClean="0">
              <a:effectLst>
                <a:outerShdw blurRad="50800" dist="50800" dir="2700000" algn="tl" rotWithShape="0">
                  <a:srgbClr val="000000">
                    <a:alpha val="43137"/>
                  </a:srgbClr>
                </a:outerShdw>
              </a:effectLst>
            </a:rPr>
            <a:t>table_name</a:t>
          </a:r>
          <a:endParaRPr lang="en-US" dirty="0">
            <a:effectLst>
              <a:outerShdw blurRad="50800" dist="50800" dir="2700000" algn="tl" rotWithShape="0">
                <a:srgbClr val="000000">
                  <a:alpha val="43137"/>
                </a:srgbClr>
              </a:outerShdw>
            </a:effectLst>
          </a:endParaRPr>
        </a:p>
      </dgm:t>
    </dgm:pt>
    <dgm:pt modelId="{D32B2E32-09CF-48BC-8A0F-1E12AE215206}" type="parTrans" cxnId="{86C40109-93D1-4137-89AE-935F44710CF6}">
      <dgm:prSet/>
      <dgm:spPr/>
      <dgm:t>
        <a:bodyPr/>
        <a:lstStyle/>
        <a:p>
          <a:endParaRPr lang="en-US"/>
        </a:p>
      </dgm:t>
    </dgm:pt>
    <dgm:pt modelId="{82F77D89-40A5-42E0-B85F-722CCF89B36F}" type="sibTrans" cxnId="{86C40109-93D1-4137-89AE-935F44710CF6}">
      <dgm:prSet/>
      <dgm:spPr/>
      <dgm:t>
        <a:bodyPr/>
        <a:lstStyle/>
        <a:p>
          <a:endParaRPr lang="en-US"/>
        </a:p>
      </dgm:t>
    </dgm:pt>
    <dgm:pt modelId="{4EF20251-42C3-4958-89ED-8906F15C6697}" type="pres">
      <dgm:prSet presAssocID="{C8A1CB95-30D5-4574-AD62-B43144AEB0A4}" presName="theList" presStyleCnt="0">
        <dgm:presLayoutVars>
          <dgm:dir/>
        </dgm:presLayoutVars>
      </dgm:prSet>
      <dgm:spPr/>
      <dgm:t>
        <a:bodyPr/>
        <a:lstStyle/>
        <a:p>
          <a:endParaRPr lang="en-US"/>
        </a:p>
      </dgm:t>
    </dgm:pt>
    <dgm:pt modelId="{5D8EFA68-9C6B-4C8A-BC9B-5B9C0027BA20}" type="pres">
      <dgm:prSet presAssocID="{B424CFC6-8548-4837-959C-D3F2DE67C0DC}" presName="compNode" presStyleCnt="0"/>
      <dgm:spPr/>
    </dgm:pt>
    <dgm:pt modelId="{59920A95-DCE8-433E-A72E-8BBE3B048947}" type="pres">
      <dgm:prSet presAssocID="{B424CFC6-8548-4837-959C-D3F2DE67C0DC}" presName="aNode" presStyleLbl="bgShp" presStyleIdx="0" presStyleCnt="4"/>
      <dgm:spPr/>
      <dgm:t>
        <a:bodyPr/>
        <a:lstStyle/>
        <a:p>
          <a:endParaRPr lang="en-US"/>
        </a:p>
      </dgm:t>
    </dgm:pt>
    <dgm:pt modelId="{111D7165-3D67-4A93-807D-02842CEB88DA}" type="pres">
      <dgm:prSet presAssocID="{B424CFC6-8548-4837-959C-D3F2DE67C0DC}" presName="textNode" presStyleLbl="bgShp" presStyleIdx="0" presStyleCnt="4"/>
      <dgm:spPr/>
      <dgm:t>
        <a:bodyPr/>
        <a:lstStyle/>
        <a:p>
          <a:endParaRPr lang="en-US"/>
        </a:p>
      </dgm:t>
    </dgm:pt>
    <dgm:pt modelId="{032978A4-8264-44E9-8AD6-10BFCB6EB2AD}" type="pres">
      <dgm:prSet presAssocID="{B424CFC6-8548-4837-959C-D3F2DE67C0DC}" presName="compChildNode" presStyleCnt="0"/>
      <dgm:spPr/>
    </dgm:pt>
    <dgm:pt modelId="{36BC7A50-7A8D-4BAF-B250-3F5D51327ABA}" type="pres">
      <dgm:prSet presAssocID="{B424CFC6-8548-4837-959C-D3F2DE67C0DC}" presName="theInnerList" presStyleCnt="0"/>
      <dgm:spPr/>
    </dgm:pt>
    <dgm:pt modelId="{FFB49265-5835-42EB-91AC-B179F990FCF4}" type="pres">
      <dgm:prSet presAssocID="{671C873C-8829-43C7-B556-37198DC6D26D}" presName="childNode" presStyleLbl="node2" presStyleIdx="0" presStyleCnt="4">
        <dgm:presLayoutVars>
          <dgm:bulletEnabled val="1"/>
        </dgm:presLayoutVars>
      </dgm:prSet>
      <dgm:spPr/>
      <dgm:t>
        <a:bodyPr/>
        <a:lstStyle/>
        <a:p>
          <a:endParaRPr lang="en-US"/>
        </a:p>
      </dgm:t>
    </dgm:pt>
    <dgm:pt modelId="{DE70F91D-91B4-4E48-ABB5-523AEF98D3A8}" type="pres">
      <dgm:prSet presAssocID="{B424CFC6-8548-4837-959C-D3F2DE67C0DC}" presName="aSpace" presStyleCnt="0"/>
      <dgm:spPr/>
    </dgm:pt>
    <dgm:pt modelId="{593F7293-3729-4189-B2D3-ECC639E1E3D0}" type="pres">
      <dgm:prSet presAssocID="{D7CF7264-C02F-470E-98DC-2883A3463478}" presName="compNode" presStyleCnt="0"/>
      <dgm:spPr/>
    </dgm:pt>
    <dgm:pt modelId="{B3D93258-9A3B-4771-8060-D6E28EA8979F}" type="pres">
      <dgm:prSet presAssocID="{D7CF7264-C02F-470E-98DC-2883A3463478}" presName="aNode" presStyleLbl="bgShp" presStyleIdx="1" presStyleCnt="4"/>
      <dgm:spPr/>
      <dgm:t>
        <a:bodyPr/>
        <a:lstStyle/>
        <a:p>
          <a:endParaRPr lang="en-US"/>
        </a:p>
      </dgm:t>
    </dgm:pt>
    <dgm:pt modelId="{3F76A38C-C84F-43B7-A3E5-0368AB4BF364}" type="pres">
      <dgm:prSet presAssocID="{D7CF7264-C02F-470E-98DC-2883A3463478}" presName="textNode" presStyleLbl="bgShp" presStyleIdx="1" presStyleCnt="4"/>
      <dgm:spPr/>
      <dgm:t>
        <a:bodyPr/>
        <a:lstStyle/>
        <a:p>
          <a:endParaRPr lang="en-US"/>
        </a:p>
      </dgm:t>
    </dgm:pt>
    <dgm:pt modelId="{D511F405-E6A5-4397-B81A-80E6D0DE6D7F}" type="pres">
      <dgm:prSet presAssocID="{D7CF7264-C02F-470E-98DC-2883A3463478}" presName="compChildNode" presStyleCnt="0"/>
      <dgm:spPr/>
    </dgm:pt>
    <dgm:pt modelId="{2C386BC4-3990-4045-9B7A-9ACD8D676562}" type="pres">
      <dgm:prSet presAssocID="{D7CF7264-C02F-470E-98DC-2883A3463478}" presName="theInnerList" presStyleCnt="0"/>
      <dgm:spPr/>
    </dgm:pt>
    <dgm:pt modelId="{1E7A2B48-D91F-4375-B169-E0839DD0C284}" type="pres">
      <dgm:prSet presAssocID="{AAE40FED-D33E-457C-B6C2-9DFC87B2CA9F}" presName="childNode" presStyleLbl="node2" presStyleIdx="1" presStyleCnt="4">
        <dgm:presLayoutVars>
          <dgm:bulletEnabled val="1"/>
        </dgm:presLayoutVars>
      </dgm:prSet>
      <dgm:spPr/>
      <dgm:t>
        <a:bodyPr/>
        <a:lstStyle/>
        <a:p>
          <a:endParaRPr lang="en-US"/>
        </a:p>
      </dgm:t>
    </dgm:pt>
    <dgm:pt modelId="{5355DBEB-5C9C-4C58-8A6F-76D32C39902C}" type="pres">
      <dgm:prSet presAssocID="{D7CF7264-C02F-470E-98DC-2883A3463478}" presName="aSpace" presStyleCnt="0"/>
      <dgm:spPr/>
    </dgm:pt>
    <dgm:pt modelId="{E89FB49A-BA2F-44E6-892A-630FC4340FAC}" type="pres">
      <dgm:prSet presAssocID="{047F2365-907A-4DF9-A45D-55E367352AC3}" presName="compNode" presStyleCnt="0"/>
      <dgm:spPr/>
    </dgm:pt>
    <dgm:pt modelId="{84A3A8D1-DF34-48E2-A52F-5952B0308A6A}" type="pres">
      <dgm:prSet presAssocID="{047F2365-907A-4DF9-A45D-55E367352AC3}" presName="aNode" presStyleLbl="bgShp" presStyleIdx="2" presStyleCnt="4"/>
      <dgm:spPr/>
      <dgm:t>
        <a:bodyPr/>
        <a:lstStyle/>
        <a:p>
          <a:endParaRPr lang="en-US"/>
        </a:p>
      </dgm:t>
    </dgm:pt>
    <dgm:pt modelId="{202FABDE-E435-4CEE-A62F-F173A5FE04D4}" type="pres">
      <dgm:prSet presAssocID="{047F2365-907A-4DF9-A45D-55E367352AC3}" presName="textNode" presStyleLbl="bgShp" presStyleIdx="2" presStyleCnt="4"/>
      <dgm:spPr/>
      <dgm:t>
        <a:bodyPr/>
        <a:lstStyle/>
        <a:p>
          <a:endParaRPr lang="en-US"/>
        </a:p>
      </dgm:t>
    </dgm:pt>
    <dgm:pt modelId="{C3FC3447-703E-4A5B-8C3D-DA78F9D166F4}" type="pres">
      <dgm:prSet presAssocID="{047F2365-907A-4DF9-A45D-55E367352AC3}" presName="compChildNode" presStyleCnt="0"/>
      <dgm:spPr/>
    </dgm:pt>
    <dgm:pt modelId="{BC1F8A0B-5733-43D1-A789-66B823CF8C06}" type="pres">
      <dgm:prSet presAssocID="{047F2365-907A-4DF9-A45D-55E367352AC3}" presName="theInnerList" presStyleCnt="0"/>
      <dgm:spPr/>
    </dgm:pt>
    <dgm:pt modelId="{E107E1E3-2E39-482A-A814-054C9D9D97A8}" type="pres">
      <dgm:prSet presAssocID="{6EEC421F-3846-4E1C-8972-F5B059CE9485}" presName="childNode" presStyleLbl="node2" presStyleIdx="2" presStyleCnt="4">
        <dgm:presLayoutVars>
          <dgm:bulletEnabled val="1"/>
        </dgm:presLayoutVars>
      </dgm:prSet>
      <dgm:spPr/>
      <dgm:t>
        <a:bodyPr/>
        <a:lstStyle/>
        <a:p>
          <a:endParaRPr lang="en-US"/>
        </a:p>
      </dgm:t>
    </dgm:pt>
    <dgm:pt modelId="{EFBA3B6D-44E0-4EAF-B635-C82EDDCF1FC7}" type="pres">
      <dgm:prSet presAssocID="{047F2365-907A-4DF9-A45D-55E367352AC3}" presName="aSpace" presStyleCnt="0"/>
      <dgm:spPr/>
    </dgm:pt>
    <dgm:pt modelId="{CD45AD26-87E9-426A-91E7-87682EE80B3B}" type="pres">
      <dgm:prSet presAssocID="{0C5E195C-0E3C-4396-ACFB-E94763B2492C}" presName="compNode" presStyleCnt="0"/>
      <dgm:spPr/>
    </dgm:pt>
    <dgm:pt modelId="{E2940D69-66D0-478D-A860-7EA394067548}" type="pres">
      <dgm:prSet presAssocID="{0C5E195C-0E3C-4396-ACFB-E94763B2492C}" presName="aNode" presStyleLbl="bgShp" presStyleIdx="3" presStyleCnt="4"/>
      <dgm:spPr/>
      <dgm:t>
        <a:bodyPr/>
        <a:lstStyle/>
        <a:p>
          <a:endParaRPr lang="en-US"/>
        </a:p>
      </dgm:t>
    </dgm:pt>
    <dgm:pt modelId="{DC29829B-1F6A-4202-8565-E562050F9358}" type="pres">
      <dgm:prSet presAssocID="{0C5E195C-0E3C-4396-ACFB-E94763B2492C}" presName="textNode" presStyleLbl="bgShp" presStyleIdx="3" presStyleCnt="4"/>
      <dgm:spPr/>
      <dgm:t>
        <a:bodyPr/>
        <a:lstStyle/>
        <a:p>
          <a:endParaRPr lang="en-US"/>
        </a:p>
      </dgm:t>
    </dgm:pt>
    <dgm:pt modelId="{0B8CAE27-0656-47EF-ACED-11DC73399266}" type="pres">
      <dgm:prSet presAssocID="{0C5E195C-0E3C-4396-ACFB-E94763B2492C}" presName="compChildNode" presStyleCnt="0"/>
      <dgm:spPr/>
    </dgm:pt>
    <dgm:pt modelId="{6023A095-EED0-4794-BE4C-B96AAECEC8B0}" type="pres">
      <dgm:prSet presAssocID="{0C5E195C-0E3C-4396-ACFB-E94763B2492C}" presName="theInnerList" presStyleCnt="0"/>
      <dgm:spPr/>
    </dgm:pt>
    <dgm:pt modelId="{D18E6177-723D-4610-8862-90C4487AEDAE}" type="pres">
      <dgm:prSet presAssocID="{790B909A-7C17-468C-AE73-DC88F3169620}" presName="childNode" presStyleLbl="node2" presStyleIdx="3" presStyleCnt="4">
        <dgm:presLayoutVars>
          <dgm:bulletEnabled val="1"/>
        </dgm:presLayoutVars>
      </dgm:prSet>
      <dgm:spPr/>
      <dgm:t>
        <a:bodyPr/>
        <a:lstStyle/>
        <a:p>
          <a:endParaRPr lang="en-US"/>
        </a:p>
      </dgm:t>
    </dgm:pt>
  </dgm:ptLst>
  <dgm:cxnLst>
    <dgm:cxn modelId="{19A7861B-B30C-4780-84DB-D6CA2AD6BAE1}" type="presOf" srcId="{C8A1CB95-30D5-4574-AD62-B43144AEB0A4}" destId="{4EF20251-42C3-4958-89ED-8906F15C6697}" srcOrd="0" destOrd="0" presId="urn:microsoft.com/office/officeart/2005/8/layout/lProcess2#2"/>
    <dgm:cxn modelId="{1BA5ADE5-5A24-4D67-AF96-7E18DA41122F}" type="presOf" srcId="{AAE40FED-D33E-457C-B6C2-9DFC87B2CA9F}" destId="{1E7A2B48-D91F-4375-B169-E0839DD0C284}" srcOrd="0" destOrd="0" presId="urn:microsoft.com/office/officeart/2005/8/layout/lProcess2#2"/>
    <dgm:cxn modelId="{BF13D559-E670-426F-8BB9-0B364808DDE5}" type="presOf" srcId="{0C5E195C-0E3C-4396-ACFB-E94763B2492C}" destId="{E2940D69-66D0-478D-A860-7EA394067548}" srcOrd="0" destOrd="0" presId="urn:microsoft.com/office/officeart/2005/8/layout/lProcess2#2"/>
    <dgm:cxn modelId="{A6F60E2C-3219-429C-B94F-4993B4558A10}" type="presOf" srcId="{047F2365-907A-4DF9-A45D-55E367352AC3}" destId="{84A3A8D1-DF34-48E2-A52F-5952B0308A6A}" srcOrd="0" destOrd="0" presId="urn:microsoft.com/office/officeart/2005/8/layout/lProcess2#2"/>
    <dgm:cxn modelId="{AA82CC9E-1125-4622-914D-41F485BC037D}" srcId="{B424CFC6-8548-4837-959C-D3F2DE67C0DC}" destId="{671C873C-8829-43C7-B556-37198DC6D26D}" srcOrd="0" destOrd="0" parTransId="{3C45B767-4BCD-4B2A-B468-7D9D6431162B}" sibTransId="{03CD444E-38E1-4BF0-AF0C-08880B75C0DE}"/>
    <dgm:cxn modelId="{81F5768C-15FA-497D-8D9F-76710A0155E0}" srcId="{047F2365-907A-4DF9-A45D-55E367352AC3}" destId="{6EEC421F-3846-4E1C-8972-F5B059CE9485}" srcOrd="0" destOrd="0" parTransId="{3F3B5259-E7CC-47A4-823A-83502BF6F472}" sibTransId="{FF3C7F62-6D0C-47B9-91E3-907AA68A7FE3}"/>
    <dgm:cxn modelId="{5D454A70-E0DD-46B0-8E26-34FBDA640901}" type="presOf" srcId="{D7CF7264-C02F-470E-98DC-2883A3463478}" destId="{B3D93258-9A3B-4771-8060-D6E28EA8979F}" srcOrd="0" destOrd="0" presId="urn:microsoft.com/office/officeart/2005/8/layout/lProcess2#2"/>
    <dgm:cxn modelId="{C688442B-D24E-490A-8299-A9F705E92C4F}" type="presOf" srcId="{D7CF7264-C02F-470E-98DC-2883A3463478}" destId="{3F76A38C-C84F-43B7-A3E5-0368AB4BF364}" srcOrd="1" destOrd="0" presId="urn:microsoft.com/office/officeart/2005/8/layout/lProcess2#2"/>
    <dgm:cxn modelId="{32D20E08-65ED-4E23-8DEB-CD9A88B01F5E}" srcId="{C8A1CB95-30D5-4574-AD62-B43144AEB0A4}" destId="{D7CF7264-C02F-470E-98DC-2883A3463478}" srcOrd="1" destOrd="0" parTransId="{02E7A376-8112-4919-B51B-723341990986}" sibTransId="{A293DAE9-7CE1-44C5-A486-01A8FEB2B4C2}"/>
    <dgm:cxn modelId="{04F02907-FE01-4367-B7C7-A052DD09A5A9}" type="presOf" srcId="{790B909A-7C17-468C-AE73-DC88F3169620}" destId="{D18E6177-723D-4610-8862-90C4487AEDAE}" srcOrd="0" destOrd="0" presId="urn:microsoft.com/office/officeart/2005/8/layout/lProcess2#2"/>
    <dgm:cxn modelId="{09A0CF88-3E57-4423-ABC8-EA2B85BBEAF8}" srcId="{C8A1CB95-30D5-4574-AD62-B43144AEB0A4}" destId="{047F2365-907A-4DF9-A45D-55E367352AC3}" srcOrd="2" destOrd="0" parTransId="{44543A01-2AFB-46BA-9F20-7CB4C7F4C7F8}" sibTransId="{9A612075-4D45-4629-A09A-A60DAF8E4D53}"/>
    <dgm:cxn modelId="{90D29DCB-39AB-47A8-9606-2F987885493F}" srcId="{C8A1CB95-30D5-4574-AD62-B43144AEB0A4}" destId="{0C5E195C-0E3C-4396-ACFB-E94763B2492C}" srcOrd="3" destOrd="0" parTransId="{E65E3824-6042-480E-B54B-E92D4462B9B6}" sibTransId="{1D36747F-098F-48A2-B31C-A5270C58D89A}"/>
    <dgm:cxn modelId="{86C40109-93D1-4137-89AE-935F44710CF6}" srcId="{0C5E195C-0E3C-4396-ACFB-E94763B2492C}" destId="{790B909A-7C17-468C-AE73-DC88F3169620}" srcOrd="0" destOrd="0" parTransId="{D32B2E32-09CF-48BC-8A0F-1E12AE215206}" sibTransId="{82F77D89-40A5-42E0-B85F-722CCF89B36F}"/>
    <dgm:cxn modelId="{37D3512F-744C-451C-AA8D-B38363F5BFD5}" type="presOf" srcId="{B424CFC6-8548-4837-959C-D3F2DE67C0DC}" destId="{59920A95-DCE8-433E-A72E-8BBE3B048947}" srcOrd="0" destOrd="0" presId="urn:microsoft.com/office/officeart/2005/8/layout/lProcess2#2"/>
    <dgm:cxn modelId="{2B85C5FD-C9A1-4157-B0EE-D74F5910A656}" type="presOf" srcId="{B424CFC6-8548-4837-959C-D3F2DE67C0DC}" destId="{111D7165-3D67-4A93-807D-02842CEB88DA}" srcOrd="1" destOrd="0" presId="urn:microsoft.com/office/officeart/2005/8/layout/lProcess2#2"/>
    <dgm:cxn modelId="{824E7704-D9F3-42A7-B75D-E0D386ECE358}" type="presOf" srcId="{0C5E195C-0E3C-4396-ACFB-E94763B2492C}" destId="{DC29829B-1F6A-4202-8565-E562050F9358}" srcOrd="1" destOrd="0" presId="urn:microsoft.com/office/officeart/2005/8/layout/lProcess2#2"/>
    <dgm:cxn modelId="{9142D3FF-9C47-4348-A0B4-01AA73541358}" srcId="{C8A1CB95-30D5-4574-AD62-B43144AEB0A4}" destId="{B424CFC6-8548-4837-959C-D3F2DE67C0DC}" srcOrd="0" destOrd="0" parTransId="{B126EEB8-8295-46EF-ADBF-58F018AAECA9}" sibTransId="{E4CA1F21-7084-44F0-9410-1D76B8B2899A}"/>
    <dgm:cxn modelId="{C8E1C710-5245-4B73-9652-758E3082B5DC}" srcId="{D7CF7264-C02F-470E-98DC-2883A3463478}" destId="{AAE40FED-D33E-457C-B6C2-9DFC87B2CA9F}" srcOrd="0" destOrd="0" parTransId="{C8BEB7D9-3422-4B64-93C8-0F36F6224429}" sibTransId="{88CD288B-4B9E-4CF9-BD02-63937F47EA86}"/>
    <dgm:cxn modelId="{2E209F25-A770-4520-85CE-EBAD766539D7}" type="presOf" srcId="{047F2365-907A-4DF9-A45D-55E367352AC3}" destId="{202FABDE-E435-4CEE-A62F-F173A5FE04D4}" srcOrd="1" destOrd="0" presId="urn:microsoft.com/office/officeart/2005/8/layout/lProcess2#2"/>
    <dgm:cxn modelId="{9AEEF6CF-E24A-4645-AA0B-7E72095A67F4}" type="presOf" srcId="{6EEC421F-3846-4E1C-8972-F5B059CE9485}" destId="{E107E1E3-2E39-482A-A814-054C9D9D97A8}" srcOrd="0" destOrd="0" presId="urn:microsoft.com/office/officeart/2005/8/layout/lProcess2#2"/>
    <dgm:cxn modelId="{1CFB15C0-6CFA-4D51-8C0B-191BE6F82C09}" type="presOf" srcId="{671C873C-8829-43C7-B556-37198DC6D26D}" destId="{FFB49265-5835-42EB-91AC-B179F990FCF4}" srcOrd="0" destOrd="0" presId="urn:microsoft.com/office/officeart/2005/8/layout/lProcess2#2"/>
    <dgm:cxn modelId="{B20A8594-D711-4331-AC53-1059D84E239F}" type="presParOf" srcId="{4EF20251-42C3-4958-89ED-8906F15C6697}" destId="{5D8EFA68-9C6B-4C8A-BC9B-5B9C0027BA20}" srcOrd="0" destOrd="0" presId="urn:microsoft.com/office/officeart/2005/8/layout/lProcess2#2"/>
    <dgm:cxn modelId="{CB56B3A5-BF95-4CED-A57A-EB936C7DDC72}" type="presParOf" srcId="{5D8EFA68-9C6B-4C8A-BC9B-5B9C0027BA20}" destId="{59920A95-DCE8-433E-A72E-8BBE3B048947}" srcOrd="0" destOrd="0" presId="urn:microsoft.com/office/officeart/2005/8/layout/lProcess2#2"/>
    <dgm:cxn modelId="{B5B001DA-565A-4C36-BE8D-B566A301560D}" type="presParOf" srcId="{5D8EFA68-9C6B-4C8A-BC9B-5B9C0027BA20}" destId="{111D7165-3D67-4A93-807D-02842CEB88DA}" srcOrd="1" destOrd="0" presId="urn:microsoft.com/office/officeart/2005/8/layout/lProcess2#2"/>
    <dgm:cxn modelId="{74481A83-C0CC-4A1B-9981-C4FF2EA46443}" type="presParOf" srcId="{5D8EFA68-9C6B-4C8A-BC9B-5B9C0027BA20}" destId="{032978A4-8264-44E9-8AD6-10BFCB6EB2AD}" srcOrd="2" destOrd="0" presId="urn:microsoft.com/office/officeart/2005/8/layout/lProcess2#2"/>
    <dgm:cxn modelId="{260C0CF8-EFB4-4B9A-9B59-D06F3865D329}" type="presParOf" srcId="{032978A4-8264-44E9-8AD6-10BFCB6EB2AD}" destId="{36BC7A50-7A8D-4BAF-B250-3F5D51327ABA}" srcOrd="0" destOrd="0" presId="urn:microsoft.com/office/officeart/2005/8/layout/lProcess2#2"/>
    <dgm:cxn modelId="{A7CA4212-493C-48D8-90D9-7D73B65FCDC9}" type="presParOf" srcId="{36BC7A50-7A8D-4BAF-B250-3F5D51327ABA}" destId="{FFB49265-5835-42EB-91AC-B179F990FCF4}" srcOrd="0" destOrd="0" presId="urn:microsoft.com/office/officeart/2005/8/layout/lProcess2#2"/>
    <dgm:cxn modelId="{6FDFF6CC-6B42-47BC-AEB0-B1A0884B22E7}" type="presParOf" srcId="{4EF20251-42C3-4958-89ED-8906F15C6697}" destId="{DE70F91D-91B4-4E48-ABB5-523AEF98D3A8}" srcOrd="1" destOrd="0" presId="urn:microsoft.com/office/officeart/2005/8/layout/lProcess2#2"/>
    <dgm:cxn modelId="{15BF4FEE-D4A2-462D-9DCE-4940C2B78E87}" type="presParOf" srcId="{4EF20251-42C3-4958-89ED-8906F15C6697}" destId="{593F7293-3729-4189-B2D3-ECC639E1E3D0}" srcOrd="2" destOrd="0" presId="urn:microsoft.com/office/officeart/2005/8/layout/lProcess2#2"/>
    <dgm:cxn modelId="{DED67B9B-3103-457B-B491-D3EC3FCB98B5}" type="presParOf" srcId="{593F7293-3729-4189-B2D3-ECC639E1E3D0}" destId="{B3D93258-9A3B-4771-8060-D6E28EA8979F}" srcOrd="0" destOrd="0" presId="urn:microsoft.com/office/officeart/2005/8/layout/lProcess2#2"/>
    <dgm:cxn modelId="{62C49F58-FC22-42E6-A54B-3116F8E119F2}" type="presParOf" srcId="{593F7293-3729-4189-B2D3-ECC639E1E3D0}" destId="{3F76A38C-C84F-43B7-A3E5-0368AB4BF364}" srcOrd="1" destOrd="0" presId="urn:microsoft.com/office/officeart/2005/8/layout/lProcess2#2"/>
    <dgm:cxn modelId="{443BF72F-BE87-42C7-B38D-EAA5FE38F885}" type="presParOf" srcId="{593F7293-3729-4189-B2D3-ECC639E1E3D0}" destId="{D511F405-E6A5-4397-B81A-80E6D0DE6D7F}" srcOrd="2" destOrd="0" presId="urn:microsoft.com/office/officeart/2005/8/layout/lProcess2#2"/>
    <dgm:cxn modelId="{BB18AC6B-D04A-41E5-AD16-A4360CF2A8E7}" type="presParOf" srcId="{D511F405-E6A5-4397-B81A-80E6D0DE6D7F}" destId="{2C386BC4-3990-4045-9B7A-9ACD8D676562}" srcOrd="0" destOrd="0" presId="urn:microsoft.com/office/officeart/2005/8/layout/lProcess2#2"/>
    <dgm:cxn modelId="{F7F9B7F5-2E1B-4EFB-A743-05C14AC4DB7D}" type="presParOf" srcId="{2C386BC4-3990-4045-9B7A-9ACD8D676562}" destId="{1E7A2B48-D91F-4375-B169-E0839DD0C284}" srcOrd="0" destOrd="0" presId="urn:microsoft.com/office/officeart/2005/8/layout/lProcess2#2"/>
    <dgm:cxn modelId="{A45FDC93-C6A2-418D-B8AD-87B3F89C17BA}" type="presParOf" srcId="{4EF20251-42C3-4958-89ED-8906F15C6697}" destId="{5355DBEB-5C9C-4C58-8A6F-76D32C39902C}" srcOrd="3" destOrd="0" presId="urn:microsoft.com/office/officeart/2005/8/layout/lProcess2#2"/>
    <dgm:cxn modelId="{1D384CBE-0C76-4A53-A7C0-679ED9BA0146}" type="presParOf" srcId="{4EF20251-42C3-4958-89ED-8906F15C6697}" destId="{E89FB49A-BA2F-44E6-892A-630FC4340FAC}" srcOrd="4" destOrd="0" presId="urn:microsoft.com/office/officeart/2005/8/layout/lProcess2#2"/>
    <dgm:cxn modelId="{2852F936-6DDB-417C-B9A1-33D61B2183ED}" type="presParOf" srcId="{E89FB49A-BA2F-44E6-892A-630FC4340FAC}" destId="{84A3A8D1-DF34-48E2-A52F-5952B0308A6A}" srcOrd="0" destOrd="0" presId="urn:microsoft.com/office/officeart/2005/8/layout/lProcess2#2"/>
    <dgm:cxn modelId="{CFDFE310-8508-4434-906D-61091E8CF1AC}" type="presParOf" srcId="{E89FB49A-BA2F-44E6-892A-630FC4340FAC}" destId="{202FABDE-E435-4CEE-A62F-F173A5FE04D4}" srcOrd="1" destOrd="0" presId="urn:microsoft.com/office/officeart/2005/8/layout/lProcess2#2"/>
    <dgm:cxn modelId="{ECE68F95-DF95-4639-84B2-8E28D650AC37}" type="presParOf" srcId="{E89FB49A-BA2F-44E6-892A-630FC4340FAC}" destId="{C3FC3447-703E-4A5B-8C3D-DA78F9D166F4}" srcOrd="2" destOrd="0" presId="urn:microsoft.com/office/officeart/2005/8/layout/lProcess2#2"/>
    <dgm:cxn modelId="{6823C2D7-9C4E-418D-92E7-46B7FAD878FC}" type="presParOf" srcId="{C3FC3447-703E-4A5B-8C3D-DA78F9D166F4}" destId="{BC1F8A0B-5733-43D1-A789-66B823CF8C06}" srcOrd="0" destOrd="0" presId="urn:microsoft.com/office/officeart/2005/8/layout/lProcess2#2"/>
    <dgm:cxn modelId="{9CDB430F-9B28-457A-A271-7EBA3A17B184}" type="presParOf" srcId="{BC1F8A0B-5733-43D1-A789-66B823CF8C06}" destId="{E107E1E3-2E39-482A-A814-054C9D9D97A8}" srcOrd="0" destOrd="0" presId="urn:microsoft.com/office/officeart/2005/8/layout/lProcess2#2"/>
    <dgm:cxn modelId="{416E21C5-0A14-485D-A9DB-A32D1F1757E2}" type="presParOf" srcId="{4EF20251-42C3-4958-89ED-8906F15C6697}" destId="{EFBA3B6D-44E0-4EAF-B635-C82EDDCF1FC7}" srcOrd="5" destOrd="0" presId="urn:microsoft.com/office/officeart/2005/8/layout/lProcess2#2"/>
    <dgm:cxn modelId="{FE0D3491-D6F0-44C9-B21C-5C12023C9794}" type="presParOf" srcId="{4EF20251-42C3-4958-89ED-8906F15C6697}" destId="{CD45AD26-87E9-426A-91E7-87682EE80B3B}" srcOrd="6" destOrd="0" presId="urn:microsoft.com/office/officeart/2005/8/layout/lProcess2#2"/>
    <dgm:cxn modelId="{603DE14F-1F53-41D3-97BD-72FAFD6A6E15}" type="presParOf" srcId="{CD45AD26-87E9-426A-91E7-87682EE80B3B}" destId="{E2940D69-66D0-478D-A860-7EA394067548}" srcOrd="0" destOrd="0" presId="urn:microsoft.com/office/officeart/2005/8/layout/lProcess2#2"/>
    <dgm:cxn modelId="{26BFA781-D529-4E95-91F2-FC3DC8E1EF05}" type="presParOf" srcId="{CD45AD26-87E9-426A-91E7-87682EE80B3B}" destId="{DC29829B-1F6A-4202-8565-E562050F9358}" srcOrd="1" destOrd="0" presId="urn:microsoft.com/office/officeart/2005/8/layout/lProcess2#2"/>
    <dgm:cxn modelId="{C38F5ADB-2B42-4A9A-8E9A-80A867441B65}" type="presParOf" srcId="{CD45AD26-87E9-426A-91E7-87682EE80B3B}" destId="{0B8CAE27-0656-47EF-ACED-11DC73399266}" srcOrd="2" destOrd="0" presId="urn:microsoft.com/office/officeart/2005/8/layout/lProcess2#2"/>
    <dgm:cxn modelId="{5390DD77-DAAF-47BB-BF7B-44CB2E106BDE}" type="presParOf" srcId="{0B8CAE27-0656-47EF-ACED-11DC73399266}" destId="{6023A095-EED0-4794-BE4C-B96AAECEC8B0}" srcOrd="0" destOrd="0" presId="urn:microsoft.com/office/officeart/2005/8/layout/lProcess2#2"/>
    <dgm:cxn modelId="{680B819F-5DBE-4C14-8121-94E1F3493042}" type="presParOf" srcId="{6023A095-EED0-4794-BE4C-B96AAECEC8B0}" destId="{D18E6177-723D-4610-8862-90C4487AEDAE}" srcOrd="0" destOrd="0" presId="urn:microsoft.com/office/officeart/2005/8/layout/lProcess2#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A1CB95-30D5-4574-AD62-B43144AEB0A4}" type="doc">
      <dgm:prSet loTypeId="urn:microsoft.com/office/officeart/2005/8/layout/lProcess2#2" loCatId="process" qsTypeId="urn:microsoft.com/office/officeart/2005/8/quickstyle/simple2#15" qsCatId="simple" csTypeId="urn:microsoft.com/office/officeart/2005/8/colors/accent3_5" csCatId="accent3" phldr="1"/>
      <dgm:spPr/>
      <dgm:t>
        <a:bodyPr/>
        <a:lstStyle/>
        <a:p>
          <a:endParaRPr lang="en-US"/>
        </a:p>
      </dgm:t>
    </dgm:pt>
    <dgm:pt modelId="{B424CFC6-8548-4837-959C-D3F2DE67C0DC}">
      <dgm:prSet phldrT="[Text]"/>
      <dgm:spPr/>
      <dgm:t>
        <a:bodyPr/>
        <a:lstStyle/>
        <a:p>
          <a:r>
            <a:rPr lang="en-US" b="1" dirty="0" smtClean="0"/>
            <a:t>AVG() Function</a:t>
          </a:r>
          <a:endParaRPr lang="en-US" dirty="0">
            <a:effectLst>
              <a:outerShdw blurRad="50800" dist="50800" dir="2700000" algn="tl" rotWithShape="0">
                <a:srgbClr val="000000">
                  <a:alpha val="43137"/>
                </a:srgbClr>
              </a:outerShdw>
            </a:effectLst>
          </a:endParaRPr>
        </a:p>
      </dgm:t>
    </dgm:pt>
    <dgm:pt modelId="{B126EEB8-8295-46EF-ADBF-58F018AAECA9}" type="parTrans" cxnId="{9142D3FF-9C47-4348-A0B4-01AA73541358}">
      <dgm:prSet/>
      <dgm:spPr/>
      <dgm:t>
        <a:bodyPr/>
        <a:lstStyle/>
        <a:p>
          <a:endParaRPr lang="en-US"/>
        </a:p>
      </dgm:t>
    </dgm:pt>
    <dgm:pt modelId="{E4CA1F21-7084-44F0-9410-1D76B8B2899A}" type="sibTrans" cxnId="{9142D3FF-9C47-4348-A0B4-01AA73541358}">
      <dgm:prSet/>
      <dgm:spPr/>
      <dgm:t>
        <a:bodyPr/>
        <a:lstStyle/>
        <a:p>
          <a:endParaRPr lang="en-US"/>
        </a:p>
      </dgm:t>
    </dgm:pt>
    <dgm:pt modelId="{671C873C-8829-43C7-B556-37198DC6D26D}">
      <dgm:prSet phldrT="[Text]"/>
      <dgm:spPr/>
      <dgm:t>
        <a:bodyPr/>
        <a:lstStyle/>
        <a:p>
          <a:r>
            <a:rPr lang="en-US" dirty="0" smtClean="0">
              <a:effectLst>
                <a:outerShdw blurRad="50800" dist="50800" dir="2700000" algn="tl" rotWithShape="0">
                  <a:srgbClr val="000000">
                    <a:alpha val="43137"/>
                  </a:srgbClr>
                </a:outerShdw>
              </a:effectLst>
            </a:rPr>
            <a:t>SELECT AVG(</a:t>
          </a:r>
          <a:r>
            <a:rPr lang="en-US" dirty="0" err="1" smtClean="0">
              <a:effectLst>
                <a:outerShdw blurRad="50800" dist="50800" dir="2700000" algn="tl" rotWithShape="0">
                  <a:srgbClr val="000000">
                    <a:alpha val="43137"/>
                  </a:srgbClr>
                </a:outerShdw>
              </a:effectLst>
            </a:rPr>
            <a:t>column_name</a:t>
          </a:r>
          <a:r>
            <a:rPr lang="en-US" dirty="0" smtClean="0">
              <a:effectLst>
                <a:outerShdw blurRad="50800" dist="50800" dir="2700000" algn="tl" rotWithShape="0">
                  <a:srgbClr val="000000">
                    <a:alpha val="43137"/>
                  </a:srgbClr>
                </a:outerShdw>
              </a:effectLst>
            </a:rPr>
            <a:t>) FROM </a:t>
          </a:r>
          <a:r>
            <a:rPr lang="en-US" dirty="0" err="1" smtClean="0">
              <a:effectLst>
                <a:outerShdw blurRad="50800" dist="50800" dir="2700000" algn="tl" rotWithShape="0">
                  <a:srgbClr val="000000">
                    <a:alpha val="43137"/>
                  </a:srgbClr>
                </a:outerShdw>
              </a:effectLst>
            </a:rPr>
            <a:t>table_name</a:t>
          </a:r>
          <a:endParaRPr lang="en-US" dirty="0">
            <a:effectLst>
              <a:outerShdw blurRad="50800" dist="50800" dir="2700000" algn="tl" rotWithShape="0">
                <a:srgbClr val="000000">
                  <a:alpha val="43137"/>
                </a:srgbClr>
              </a:outerShdw>
            </a:effectLst>
          </a:endParaRPr>
        </a:p>
      </dgm:t>
    </dgm:pt>
    <dgm:pt modelId="{3C45B767-4BCD-4B2A-B468-7D9D6431162B}" type="parTrans" cxnId="{AA82CC9E-1125-4622-914D-41F485BC037D}">
      <dgm:prSet/>
      <dgm:spPr/>
      <dgm:t>
        <a:bodyPr/>
        <a:lstStyle/>
        <a:p>
          <a:endParaRPr lang="en-US"/>
        </a:p>
      </dgm:t>
    </dgm:pt>
    <dgm:pt modelId="{03CD444E-38E1-4BF0-AF0C-08880B75C0DE}" type="sibTrans" cxnId="{AA82CC9E-1125-4622-914D-41F485BC037D}">
      <dgm:prSet/>
      <dgm:spPr/>
      <dgm:t>
        <a:bodyPr/>
        <a:lstStyle/>
        <a:p>
          <a:endParaRPr lang="en-US"/>
        </a:p>
      </dgm:t>
    </dgm:pt>
    <dgm:pt modelId="{D7CF7264-C02F-470E-98DC-2883A3463478}">
      <dgm:prSet phldrT="[Text]"/>
      <dgm:spPr/>
      <dgm:t>
        <a:bodyPr/>
        <a:lstStyle/>
        <a:p>
          <a:r>
            <a:rPr lang="en-US" b="1" dirty="0" smtClean="0"/>
            <a:t>IS NULL Clause</a:t>
          </a:r>
          <a:endParaRPr lang="en-US" dirty="0">
            <a:effectLst>
              <a:outerShdw blurRad="50800" dist="50800" dir="2700000" algn="tl" rotWithShape="0">
                <a:srgbClr val="000000">
                  <a:alpha val="43137"/>
                </a:srgbClr>
              </a:outerShdw>
            </a:effectLst>
          </a:endParaRPr>
        </a:p>
      </dgm:t>
    </dgm:pt>
    <dgm:pt modelId="{02E7A376-8112-4919-B51B-723341990986}" type="parTrans" cxnId="{32D20E08-65ED-4E23-8DEB-CD9A88B01F5E}">
      <dgm:prSet/>
      <dgm:spPr/>
      <dgm:t>
        <a:bodyPr/>
        <a:lstStyle/>
        <a:p>
          <a:endParaRPr lang="en-US"/>
        </a:p>
      </dgm:t>
    </dgm:pt>
    <dgm:pt modelId="{A293DAE9-7CE1-44C5-A486-01A8FEB2B4C2}" type="sibTrans" cxnId="{32D20E08-65ED-4E23-8DEB-CD9A88B01F5E}">
      <dgm:prSet/>
      <dgm:spPr/>
      <dgm:t>
        <a:bodyPr/>
        <a:lstStyle/>
        <a:p>
          <a:endParaRPr lang="en-US"/>
        </a:p>
      </dgm:t>
    </dgm:pt>
    <dgm:pt modelId="{AAE40FED-D33E-457C-B6C2-9DFC87B2CA9F}">
      <dgm:prSet phldrT="[Text]"/>
      <dgm:spPr/>
      <dgm:t>
        <a:bodyPr/>
        <a:lstStyle/>
        <a:p>
          <a:r>
            <a:rPr lang="en-US" dirty="0" smtClean="0">
              <a:effectLst>
                <a:outerShdw blurRad="50800" dist="50800" dir="2700000" algn="tl" rotWithShape="0">
                  <a:srgbClr val="000000">
                    <a:alpha val="43137"/>
                  </a:srgbClr>
                </a:outerShdw>
              </a:effectLst>
            </a:rPr>
            <a:t>select * </a:t>
          </a:r>
          <a:br>
            <a:rPr lang="en-US" dirty="0" smtClean="0">
              <a:effectLst>
                <a:outerShdw blurRad="50800" dist="50800" dir="2700000" algn="tl" rotWithShape="0">
                  <a:srgbClr val="000000">
                    <a:alpha val="43137"/>
                  </a:srgbClr>
                </a:outerShdw>
              </a:effectLst>
            </a:rPr>
          </a:br>
          <a:r>
            <a:rPr lang="en-US" dirty="0" smtClean="0">
              <a:effectLst>
                <a:outerShdw blurRad="50800" dist="50800" dir="2700000" algn="tl" rotWithShape="0">
                  <a:srgbClr val="000000">
                    <a:alpha val="43137"/>
                  </a:srgbClr>
                </a:outerShdw>
              </a:effectLst>
            </a:rPr>
            <a:t>from STUDENT </a:t>
          </a:r>
          <a:br>
            <a:rPr lang="en-US" dirty="0" smtClean="0">
              <a:effectLst>
                <a:outerShdw blurRad="50800" dist="50800" dir="2700000" algn="tl" rotWithShape="0">
                  <a:srgbClr val="000000">
                    <a:alpha val="43137"/>
                  </a:srgbClr>
                </a:outerShdw>
              </a:effectLst>
            </a:rPr>
          </a:br>
          <a:r>
            <a:rPr lang="en-US" dirty="0" smtClean="0">
              <a:effectLst>
                <a:outerShdw blurRad="50800" dist="50800" dir="2700000" algn="tl" rotWithShape="0">
                  <a:srgbClr val="000000">
                    <a:alpha val="43137"/>
                  </a:srgbClr>
                </a:outerShdw>
              </a:effectLst>
            </a:rPr>
            <a:t>where </a:t>
          </a:r>
          <a:br>
            <a:rPr lang="en-US" dirty="0" smtClean="0">
              <a:effectLst>
                <a:outerShdw blurRad="50800" dist="50800" dir="2700000" algn="tl" rotWithShape="0">
                  <a:srgbClr val="000000">
                    <a:alpha val="43137"/>
                  </a:srgbClr>
                </a:outerShdw>
              </a:effectLst>
            </a:rPr>
          </a:br>
          <a:r>
            <a:rPr lang="en-US" dirty="0" smtClean="0">
              <a:effectLst>
                <a:outerShdw blurRad="50800" dist="50800" dir="2700000" algn="tl" rotWithShape="0">
                  <a:srgbClr val="000000">
                    <a:alpha val="43137"/>
                  </a:srgbClr>
                </a:outerShdw>
              </a:effectLst>
            </a:rPr>
            <a:t>name is null</a:t>
          </a:r>
          <a:endParaRPr lang="en-US" dirty="0">
            <a:effectLst>
              <a:outerShdw blurRad="50800" dist="50800" dir="2700000" algn="tl" rotWithShape="0">
                <a:srgbClr val="000000">
                  <a:alpha val="43137"/>
                </a:srgbClr>
              </a:outerShdw>
            </a:effectLst>
          </a:endParaRPr>
        </a:p>
      </dgm:t>
    </dgm:pt>
    <dgm:pt modelId="{C8BEB7D9-3422-4B64-93C8-0F36F6224429}" type="parTrans" cxnId="{C8E1C710-5245-4B73-9652-758E3082B5DC}">
      <dgm:prSet/>
      <dgm:spPr/>
      <dgm:t>
        <a:bodyPr/>
        <a:lstStyle/>
        <a:p>
          <a:endParaRPr lang="en-US"/>
        </a:p>
      </dgm:t>
    </dgm:pt>
    <dgm:pt modelId="{88CD288B-4B9E-4CF9-BD02-63937F47EA86}" type="sibTrans" cxnId="{C8E1C710-5245-4B73-9652-758E3082B5DC}">
      <dgm:prSet/>
      <dgm:spPr/>
      <dgm:t>
        <a:bodyPr/>
        <a:lstStyle/>
        <a:p>
          <a:endParaRPr lang="en-US"/>
        </a:p>
      </dgm:t>
    </dgm:pt>
    <dgm:pt modelId="{047F2365-907A-4DF9-A45D-55E367352AC3}">
      <dgm:prSet phldrT="[Text]"/>
      <dgm:spPr/>
      <dgm:t>
        <a:bodyPr/>
        <a:lstStyle/>
        <a:p>
          <a:r>
            <a:rPr lang="en-US" b="1" dirty="0" smtClean="0"/>
            <a:t>TOP Clause</a:t>
          </a:r>
          <a:endParaRPr lang="en-US" dirty="0">
            <a:effectLst>
              <a:outerShdw blurRad="50800" dist="50800" dir="2700000" algn="tl" rotWithShape="0">
                <a:srgbClr val="000000">
                  <a:alpha val="43137"/>
                </a:srgbClr>
              </a:outerShdw>
            </a:effectLst>
          </a:endParaRPr>
        </a:p>
      </dgm:t>
    </dgm:pt>
    <dgm:pt modelId="{44543A01-2AFB-46BA-9F20-7CB4C7F4C7F8}" type="parTrans" cxnId="{09A0CF88-3E57-4423-ABC8-EA2B85BBEAF8}">
      <dgm:prSet/>
      <dgm:spPr/>
      <dgm:t>
        <a:bodyPr/>
        <a:lstStyle/>
        <a:p>
          <a:endParaRPr lang="en-US"/>
        </a:p>
      </dgm:t>
    </dgm:pt>
    <dgm:pt modelId="{9A612075-4D45-4629-A09A-A60DAF8E4D53}" type="sibTrans" cxnId="{09A0CF88-3E57-4423-ABC8-EA2B85BBEAF8}">
      <dgm:prSet/>
      <dgm:spPr/>
      <dgm:t>
        <a:bodyPr/>
        <a:lstStyle/>
        <a:p>
          <a:endParaRPr lang="en-US"/>
        </a:p>
      </dgm:t>
    </dgm:pt>
    <dgm:pt modelId="{6EEC421F-3846-4E1C-8972-F5B059CE9485}">
      <dgm:prSet phldrT="[Text]"/>
      <dgm:spPr/>
      <dgm:t>
        <a:bodyPr/>
        <a:lstStyle/>
        <a:p>
          <a:r>
            <a:rPr lang="en-US" dirty="0" smtClean="0">
              <a:effectLst>
                <a:outerShdw blurRad="50800" dist="50800" dir="2700000" algn="tl" rotWithShape="0">
                  <a:srgbClr val="000000">
                    <a:alpha val="43137"/>
                  </a:srgbClr>
                </a:outerShdw>
              </a:effectLst>
            </a:rPr>
            <a:t>SELECT TOP 2 * FROM Persons</a:t>
          </a:r>
          <a:endParaRPr lang="en-US" dirty="0">
            <a:effectLst>
              <a:outerShdw blurRad="50800" dist="50800" dir="2700000" algn="tl" rotWithShape="0">
                <a:srgbClr val="000000">
                  <a:alpha val="43137"/>
                </a:srgbClr>
              </a:outerShdw>
            </a:effectLst>
          </a:endParaRPr>
        </a:p>
      </dgm:t>
    </dgm:pt>
    <dgm:pt modelId="{3F3B5259-E7CC-47A4-823A-83502BF6F472}" type="parTrans" cxnId="{81F5768C-15FA-497D-8D9F-76710A0155E0}">
      <dgm:prSet/>
      <dgm:spPr/>
      <dgm:t>
        <a:bodyPr/>
        <a:lstStyle/>
        <a:p>
          <a:endParaRPr lang="en-US"/>
        </a:p>
      </dgm:t>
    </dgm:pt>
    <dgm:pt modelId="{FF3C7F62-6D0C-47B9-91E3-907AA68A7FE3}" type="sibTrans" cxnId="{81F5768C-15FA-497D-8D9F-76710A0155E0}">
      <dgm:prSet/>
      <dgm:spPr/>
      <dgm:t>
        <a:bodyPr/>
        <a:lstStyle/>
        <a:p>
          <a:endParaRPr lang="en-US"/>
        </a:p>
      </dgm:t>
    </dgm:pt>
    <dgm:pt modelId="{4EF20251-42C3-4958-89ED-8906F15C6697}" type="pres">
      <dgm:prSet presAssocID="{C8A1CB95-30D5-4574-AD62-B43144AEB0A4}" presName="theList" presStyleCnt="0">
        <dgm:presLayoutVars>
          <dgm:dir/>
        </dgm:presLayoutVars>
      </dgm:prSet>
      <dgm:spPr/>
      <dgm:t>
        <a:bodyPr/>
        <a:lstStyle/>
        <a:p>
          <a:endParaRPr lang="en-US"/>
        </a:p>
      </dgm:t>
    </dgm:pt>
    <dgm:pt modelId="{5D8EFA68-9C6B-4C8A-BC9B-5B9C0027BA20}" type="pres">
      <dgm:prSet presAssocID="{B424CFC6-8548-4837-959C-D3F2DE67C0DC}" presName="compNode" presStyleCnt="0"/>
      <dgm:spPr/>
    </dgm:pt>
    <dgm:pt modelId="{59920A95-DCE8-433E-A72E-8BBE3B048947}" type="pres">
      <dgm:prSet presAssocID="{B424CFC6-8548-4837-959C-D3F2DE67C0DC}" presName="aNode" presStyleLbl="bgShp" presStyleIdx="0" presStyleCnt="3"/>
      <dgm:spPr/>
      <dgm:t>
        <a:bodyPr/>
        <a:lstStyle/>
        <a:p>
          <a:endParaRPr lang="en-US"/>
        </a:p>
      </dgm:t>
    </dgm:pt>
    <dgm:pt modelId="{111D7165-3D67-4A93-807D-02842CEB88DA}" type="pres">
      <dgm:prSet presAssocID="{B424CFC6-8548-4837-959C-D3F2DE67C0DC}" presName="textNode" presStyleLbl="bgShp" presStyleIdx="0" presStyleCnt="3"/>
      <dgm:spPr/>
      <dgm:t>
        <a:bodyPr/>
        <a:lstStyle/>
        <a:p>
          <a:endParaRPr lang="en-US"/>
        </a:p>
      </dgm:t>
    </dgm:pt>
    <dgm:pt modelId="{032978A4-8264-44E9-8AD6-10BFCB6EB2AD}" type="pres">
      <dgm:prSet presAssocID="{B424CFC6-8548-4837-959C-D3F2DE67C0DC}" presName="compChildNode" presStyleCnt="0"/>
      <dgm:spPr/>
    </dgm:pt>
    <dgm:pt modelId="{36BC7A50-7A8D-4BAF-B250-3F5D51327ABA}" type="pres">
      <dgm:prSet presAssocID="{B424CFC6-8548-4837-959C-D3F2DE67C0DC}" presName="theInnerList" presStyleCnt="0"/>
      <dgm:spPr/>
    </dgm:pt>
    <dgm:pt modelId="{FFB49265-5835-42EB-91AC-B179F990FCF4}" type="pres">
      <dgm:prSet presAssocID="{671C873C-8829-43C7-B556-37198DC6D26D}" presName="childNode" presStyleLbl="node2" presStyleIdx="0" presStyleCnt="3">
        <dgm:presLayoutVars>
          <dgm:bulletEnabled val="1"/>
        </dgm:presLayoutVars>
      </dgm:prSet>
      <dgm:spPr/>
      <dgm:t>
        <a:bodyPr/>
        <a:lstStyle/>
        <a:p>
          <a:endParaRPr lang="en-US"/>
        </a:p>
      </dgm:t>
    </dgm:pt>
    <dgm:pt modelId="{DE70F91D-91B4-4E48-ABB5-523AEF98D3A8}" type="pres">
      <dgm:prSet presAssocID="{B424CFC6-8548-4837-959C-D3F2DE67C0DC}" presName="aSpace" presStyleCnt="0"/>
      <dgm:spPr/>
    </dgm:pt>
    <dgm:pt modelId="{593F7293-3729-4189-B2D3-ECC639E1E3D0}" type="pres">
      <dgm:prSet presAssocID="{D7CF7264-C02F-470E-98DC-2883A3463478}" presName="compNode" presStyleCnt="0"/>
      <dgm:spPr/>
    </dgm:pt>
    <dgm:pt modelId="{B3D93258-9A3B-4771-8060-D6E28EA8979F}" type="pres">
      <dgm:prSet presAssocID="{D7CF7264-C02F-470E-98DC-2883A3463478}" presName="aNode" presStyleLbl="bgShp" presStyleIdx="1" presStyleCnt="3"/>
      <dgm:spPr/>
      <dgm:t>
        <a:bodyPr/>
        <a:lstStyle/>
        <a:p>
          <a:endParaRPr lang="en-US"/>
        </a:p>
      </dgm:t>
    </dgm:pt>
    <dgm:pt modelId="{3F76A38C-C84F-43B7-A3E5-0368AB4BF364}" type="pres">
      <dgm:prSet presAssocID="{D7CF7264-C02F-470E-98DC-2883A3463478}" presName="textNode" presStyleLbl="bgShp" presStyleIdx="1" presStyleCnt="3"/>
      <dgm:spPr/>
      <dgm:t>
        <a:bodyPr/>
        <a:lstStyle/>
        <a:p>
          <a:endParaRPr lang="en-US"/>
        </a:p>
      </dgm:t>
    </dgm:pt>
    <dgm:pt modelId="{D511F405-E6A5-4397-B81A-80E6D0DE6D7F}" type="pres">
      <dgm:prSet presAssocID="{D7CF7264-C02F-470E-98DC-2883A3463478}" presName="compChildNode" presStyleCnt="0"/>
      <dgm:spPr/>
    </dgm:pt>
    <dgm:pt modelId="{2C386BC4-3990-4045-9B7A-9ACD8D676562}" type="pres">
      <dgm:prSet presAssocID="{D7CF7264-C02F-470E-98DC-2883A3463478}" presName="theInnerList" presStyleCnt="0"/>
      <dgm:spPr/>
    </dgm:pt>
    <dgm:pt modelId="{1E7A2B48-D91F-4375-B169-E0839DD0C284}" type="pres">
      <dgm:prSet presAssocID="{AAE40FED-D33E-457C-B6C2-9DFC87B2CA9F}" presName="childNode" presStyleLbl="node2" presStyleIdx="1" presStyleCnt="3">
        <dgm:presLayoutVars>
          <dgm:bulletEnabled val="1"/>
        </dgm:presLayoutVars>
      </dgm:prSet>
      <dgm:spPr/>
      <dgm:t>
        <a:bodyPr/>
        <a:lstStyle/>
        <a:p>
          <a:endParaRPr lang="en-US"/>
        </a:p>
      </dgm:t>
    </dgm:pt>
    <dgm:pt modelId="{5355DBEB-5C9C-4C58-8A6F-76D32C39902C}" type="pres">
      <dgm:prSet presAssocID="{D7CF7264-C02F-470E-98DC-2883A3463478}" presName="aSpace" presStyleCnt="0"/>
      <dgm:spPr/>
    </dgm:pt>
    <dgm:pt modelId="{E89FB49A-BA2F-44E6-892A-630FC4340FAC}" type="pres">
      <dgm:prSet presAssocID="{047F2365-907A-4DF9-A45D-55E367352AC3}" presName="compNode" presStyleCnt="0"/>
      <dgm:spPr/>
    </dgm:pt>
    <dgm:pt modelId="{84A3A8D1-DF34-48E2-A52F-5952B0308A6A}" type="pres">
      <dgm:prSet presAssocID="{047F2365-907A-4DF9-A45D-55E367352AC3}" presName="aNode" presStyleLbl="bgShp" presStyleIdx="2" presStyleCnt="3"/>
      <dgm:spPr/>
      <dgm:t>
        <a:bodyPr/>
        <a:lstStyle/>
        <a:p>
          <a:endParaRPr lang="en-US"/>
        </a:p>
      </dgm:t>
    </dgm:pt>
    <dgm:pt modelId="{202FABDE-E435-4CEE-A62F-F173A5FE04D4}" type="pres">
      <dgm:prSet presAssocID="{047F2365-907A-4DF9-A45D-55E367352AC3}" presName="textNode" presStyleLbl="bgShp" presStyleIdx="2" presStyleCnt="3"/>
      <dgm:spPr/>
      <dgm:t>
        <a:bodyPr/>
        <a:lstStyle/>
        <a:p>
          <a:endParaRPr lang="en-US"/>
        </a:p>
      </dgm:t>
    </dgm:pt>
    <dgm:pt modelId="{C3FC3447-703E-4A5B-8C3D-DA78F9D166F4}" type="pres">
      <dgm:prSet presAssocID="{047F2365-907A-4DF9-A45D-55E367352AC3}" presName="compChildNode" presStyleCnt="0"/>
      <dgm:spPr/>
    </dgm:pt>
    <dgm:pt modelId="{BC1F8A0B-5733-43D1-A789-66B823CF8C06}" type="pres">
      <dgm:prSet presAssocID="{047F2365-907A-4DF9-A45D-55E367352AC3}" presName="theInnerList" presStyleCnt="0"/>
      <dgm:spPr/>
    </dgm:pt>
    <dgm:pt modelId="{E107E1E3-2E39-482A-A814-054C9D9D97A8}" type="pres">
      <dgm:prSet presAssocID="{6EEC421F-3846-4E1C-8972-F5B059CE9485}" presName="childNode" presStyleLbl="node2" presStyleIdx="2" presStyleCnt="3">
        <dgm:presLayoutVars>
          <dgm:bulletEnabled val="1"/>
        </dgm:presLayoutVars>
      </dgm:prSet>
      <dgm:spPr/>
      <dgm:t>
        <a:bodyPr/>
        <a:lstStyle/>
        <a:p>
          <a:endParaRPr lang="en-US"/>
        </a:p>
      </dgm:t>
    </dgm:pt>
  </dgm:ptLst>
  <dgm:cxnLst>
    <dgm:cxn modelId="{750502C0-5C75-40FF-B255-D36EE5A3CA2F}" type="presOf" srcId="{047F2365-907A-4DF9-A45D-55E367352AC3}" destId="{202FABDE-E435-4CEE-A62F-F173A5FE04D4}" srcOrd="1" destOrd="0" presId="urn:microsoft.com/office/officeart/2005/8/layout/lProcess2#2"/>
    <dgm:cxn modelId="{3AF18092-9A9B-4C0F-8431-6CAA8B3BB60C}" type="presOf" srcId="{671C873C-8829-43C7-B556-37198DC6D26D}" destId="{FFB49265-5835-42EB-91AC-B179F990FCF4}" srcOrd="0" destOrd="0" presId="urn:microsoft.com/office/officeart/2005/8/layout/lProcess2#2"/>
    <dgm:cxn modelId="{9142D3FF-9C47-4348-A0B4-01AA73541358}" srcId="{C8A1CB95-30D5-4574-AD62-B43144AEB0A4}" destId="{B424CFC6-8548-4837-959C-D3F2DE67C0DC}" srcOrd="0" destOrd="0" parTransId="{B126EEB8-8295-46EF-ADBF-58F018AAECA9}" sibTransId="{E4CA1F21-7084-44F0-9410-1D76B8B2899A}"/>
    <dgm:cxn modelId="{676BDBCA-AABB-4CC9-8437-2707ECC63092}" type="presOf" srcId="{047F2365-907A-4DF9-A45D-55E367352AC3}" destId="{84A3A8D1-DF34-48E2-A52F-5952B0308A6A}" srcOrd="0" destOrd="0" presId="urn:microsoft.com/office/officeart/2005/8/layout/lProcess2#2"/>
    <dgm:cxn modelId="{3AC2AAD8-EAB1-40FD-AF7B-6F6E32E2CB6E}" type="presOf" srcId="{C8A1CB95-30D5-4574-AD62-B43144AEB0A4}" destId="{4EF20251-42C3-4958-89ED-8906F15C6697}" srcOrd="0" destOrd="0" presId="urn:microsoft.com/office/officeart/2005/8/layout/lProcess2#2"/>
    <dgm:cxn modelId="{C6430DF5-655F-449E-B354-044FC88E2798}" type="presOf" srcId="{D7CF7264-C02F-470E-98DC-2883A3463478}" destId="{3F76A38C-C84F-43B7-A3E5-0368AB4BF364}" srcOrd="1" destOrd="0" presId="urn:microsoft.com/office/officeart/2005/8/layout/lProcess2#2"/>
    <dgm:cxn modelId="{81F5768C-15FA-497D-8D9F-76710A0155E0}" srcId="{047F2365-907A-4DF9-A45D-55E367352AC3}" destId="{6EEC421F-3846-4E1C-8972-F5B059CE9485}" srcOrd="0" destOrd="0" parTransId="{3F3B5259-E7CC-47A4-823A-83502BF6F472}" sibTransId="{FF3C7F62-6D0C-47B9-91E3-907AA68A7FE3}"/>
    <dgm:cxn modelId="{AA82CC9E-1125-4622-914D-41F485BC037D}" srcId="{B424CFC6-8548-4837-959C-D3F2DE67C0DC}" destId="{671C873C-8829-43C7-B556-37198DC6D26D}" srcOrd="0" destOrd="0" parTransId="{3C45B767-4BCD-4B2A-B468-7D9D6431162B}" sibTransId="{03CD444E-38E1-4BF0-AF0C-08880B75C0DE}"/>
    <dgm:cxn modelId="{73356A5B-D9C5-4BCD-9F49-D63D36E55269}" type="presOf" srcId="{B424CFC6-8548-4837-959C-D3F2DE67C0DC}" destId="{59920A95-DCE8-433E-A72E-8BBE3B048947}" srcOrd="0" destOrd="0" presId="urn:microsoft.com/office/officeart/2005/8/layout/lProcess2#2"/>
    <dgm:cxn modelId="{09A0CF88-3E57-4423-ABC8-EA2B85BBEAF8}" srcId="{C8A1CB95-30D5-4574-AD62-B43144AEB0A4}" destId="{047F2365-907A-4DF9-A45D-55E367352AC3}" srcOrd="2" destOrd="0" parTransId="{44543A01-2AFB-46BA-9F20-7CB4C7F4C7F8}" sibTransId="{9A612075-4D45-4629-A09A-A60DAF8E4D53}"/>
    <dgm:cxn modelId="{32D20E08-65ED-4E23-8DEB-CD9A88B01F5E}" srcId="{C8A1CB95-30D5-4574-AD62-B43144AEB0A4}" destId="{D7CF7264-C02F-470E-98DC-2883A3463478}" srcOrd="1" destOrd="0" parTransId="{02E7A376-8112-4919-B51B-723341990986}" sibTransId="{A293DAE9-7CE1-44C5-A486-01A8FEB2B4C2}"/>
    <dgm:cxn modelId="{7FEC859E-C70B-4860-AEFB-48A6F1A61D9B}" type="presOf" srcId="{D7CF7264-C02F-470E-98DC-2883A3463478}" destId="{B3D93258-9A3B-4771-8060-D6E28EA8979F}" srcOrd="0" destOrd="0" presId="urn:microsoft.com/office/officeart/2005/8/layout/lProcess2#2"/>
    <dgm:cxn modelId="{C8E1C710-5245-4B73-9652-758E3082B5DC}" srcId="{D7CF7264-C02F-470E-98DC-2883A3463478}" destId="{AAE40FED-D33E-457C-B6C2-9DFC87B2CA9F}" srcOrd="0" destOrd="0" parTransId="{C8BEB7D9-3422-4B64-93C8-0F36F6224429}" sibTransId="{88CD288B-4B9E-4CF9-BD02-63937F47EA86}"/>
    <dgm:cxn modelId="{7A53CF96-595E-4B0E-A936-C59B6DFCB5FB}" type="presOf" srcId="{AAE40FED-D33E-457C-B6C2-9DFC87B2CA9F}" destId="{1E7A2B48-D91F-4375-B169-E0839DD0C284}" srcOrd="0" destOrd="0" presId="urn:microsoft.com/office/officeart/2005/8/layout/lProcess2#2"/>
    <dgm:cxn modelId="{15EDA033-DF67-4C83-980B-B061EEB902B1}" type="presOf" srcId="{B424CFC6-8548-4837-959C-D3F2DE67C0DC}" destId="{111D7165-3D67-4A93-807D-02842CEB88DA}" srcOrd="1" destOrd="0" presId="urn:microsoft.com/office/officeart/2005/8/layout/lProcess2#2"/>
    <dgm:cxn modelId="{781CAA6C-FB9B-43B5-94FE-B91C0EFBAE5C}" type="presOf" srcId="{6EEC421F-3846-4E1C-8972-F5B059CE9485}" destId="{E107E1E3-2E39-482A-A814-054C9D9D97A8}" srcOrd="0" destOrd="0" presId="urn:microsoft.com/office/officeart/2005/8/layout/lProcess2#2"/>
    <dgm:cxn modelId="{F75B5AB5-B452-48D2-80D5-1F995A478510}" type="presParOf" srcId="{4EF20251-42C3-4958-89ED-8906F15C6697}" destId="{5D8EFA68-9C6B-4C8A-BC9B-5B9C0027BA20}" srcOrd="0" destOrd="0" presId="urn:microsoft.com/office/officeart/2005/8/layout/lProcess2#2"/>
    <dgm:cxn modelId="{59A5D66C-6A8E-429C-B91C-6881CC411DC7}" type="presParOf" srcId="{5D8EFA68-9C6B-4C8A-BC9B-5B9C0027BA20}" destId="{59920A95-DCE8-433E-A72E-8BBE3B048947}" srcOrd="0" destOrd="0" presId="urn:microsoft.com/office/officeart/2005/8/layout/lProcess2#2"/>
    <dgm:cxn modelId="{7AC9564B-14E6-4723-B119-DC81C5C9E89F}" type="presParOf" srcId="{5D8EFA68-9C6B-4C8A-BC9B-5B9C0027BA20}" destId="{111D7165-3D67-4A93-807D-02842CEB88DA}" srcOrd="1" destOrd="0" presId="urn:microsoft.com/office/officeart/2005/8/layout/lProcess2#2"/>
    <dgm:cxn modelId="{BD6D07C5-EA3C-4C1E-B507-3B276BA421EB}" type="presParOf" srcId="{5D8EFA68-9C6B-4C8A-BC9B-5B9C0027BA20}" destId="{032978A4-8264-44E9-8AD6-10BFCB6EB2AD}" srcOrd="2" destOrd="0" presId="urn:microsoft.com/office/officeart/2005/8/layout/lProcess2#2"/>
    <dgm:cxn modelId="{4ABCE3CB-2D2D-4BAE-9A33-F3FA094C469F}" type="presParOf" srcId="{032978A4-8264-44E9-8AD6-10BFCB6EB2AD}" destId="{36BC7A50-7A8D-4BAF-B250-3F5D51327ABA}" srcOrd="0" destOrd="0" presId="urn:microsoft.com/office/officeart/2005/8/layout/lProcess2#2"/>
    <dgm:cxn modelId="{44E649DA-4557-403E-8E1B-DD061DD3EEF3}" type="presParOf" srcId="{36BC7A50-7A8D-4BAF-B250-3F5D51327ABA}" destId="{FFB49265-5835-42EB-91AC-B179F990FCF4}" srcOrd="0" destOrd="0" presId="urn:microsoft.com/office/officeart/2005/8/layout/lProcess2#2"/>
    <dgm:cxn modelId="{8F0DBE51-EF8A-4E4B-9F65-F8FE313EC8FF}" type="presParOf" srcId="{4EF20251-42C3-4958-89ED-8906F15C6697}" destId="{DE70F91D-91B4-4E48-ABB5-523AEF98D3A8}" srcOrd="1" destOrd="0" presId="urn:microsoft.com/office/officeart/2005/8/layout/lProcess2#2"/>
    <dgm:cxn modelId="{95242A7F-E4DB-4844-9AB0-CA772B6DC8AE}" type="presParOf" srcId="{4EF20251-42C3-4958-89ED-8906F15C6697}" destId="{593F7293-3729-4189-B2D3-ECC639E1E3D0}" srcOrd="2" destOrd="0" presId="urn:microsoft.com/office/officeart/2005/8/layout/lProcess2#2"/>
    <dgm:cxn modelId="{9F312945-DA0F-4599-9D45-9D39D9DD9597}" type="presParOf" srcId="{593F7293-3729-4189-B2D3-ECC639E1E3D0}" destId="{B3D93258-9A3B-4771-8060-D6E28EA8979F}" srcOrd="0" destOrd="0" presId="urn:microsoft.com/office/officeart/2005/8/layout/lProcess2#2"/>
    <dgm:cxn modelId="{28D71401-1031-4DDB-A84D-9751CAE51D91}" type="presParOf" srcId="{593F7293-3729-4189-B2D3-ECC639E1E3D0}" destId="{3F76A38C-C84F-43B7-A3E5-0368AB4BF364}" srcOrd="1" destOrd="0" presId="urn:microsoft.com/office/officeart/2005/8/layout/lProcess2#2"/>
    <dgm:cxn modelId="{4840B553-E522-4025-BA21-F2CD36BCE06A}" type="presParOf" srcId="{593F7293-3729-4189-B2D3-ECC639E1E3D0}" destId="{D511F405-E6A5-4397-B81A-80E6D0DE6D7F}" srcOrd="2" destOrd="0" presId="urn:microsoft.com/office/officeart/2005/8/layout/lProcess2#2"/>
    <dgm:cxn modelId="{02572FDF-DD91-4F60-B56A-B329C1A28847}" type="presParOf" srcId="{D511F405-E6A5-4397-B81A-80E6D0DE6D7F}" destId="{2C386BC4-3990-4045-9B7A-9ACD8D676562}" srcOrd="0" destOrd="0" presId="urn:microsoft.com/office/officeart/2005/8/layout/lProcess2#2"/>
    <dgm:cxn modelId="{48947C2B-6EE8-43FA-9AAA-9F996F085490}" type="presParOf" srcId="{2C386BC4-3990-4045-9B7A-9ACD8D676562}" destId="{1E7A2B48-D91F-4375-B169-E0839DD0C284}" srcOrd="0" destOrd="0" presId="urn:microsoft.com/office/officeart/2005/8/layout/lProcess2#2"/>
    <dgm:cxn modelId="{7556917D-A6BC-452E-8C54-8C0FCEFF00C5}" type="presParOf" srcId="{4EF20251-42C3-4958-89ED-8906F15C6697}" destId="{5355DBEB-5C9C-4C58-8A6F-76D32C39902C}" srcOrd="3" destOrd="0" presId="urn:microsoft.com/office/officeart/2005/8/layout/lProcess2#2"/>
    <dgm:cxn modelId="{DEFC274B-40F7-45E2-89B1-D81F79B3FAC8}" type="presParOf" srcId="{4EF20251-42C3-4958-89ED-8906F15C6697}" destId="{E89FB49A-BA2F-44E6-892A-630FC4340FAC}" srcOrd="4" destOrd="0" presId="urn:microsoft.com/office/officeart/2005/8/layout/lProcess2#2"/>
    <dgm:cxn modelId="{C362DB16-4B8C-4AD8-9BDC-3B2CF1EA0727}" type="presParOf" srcId="{E89FB49A-BA2F-44E6-892A-630FC4340FAC}" destId="{84A3A8D1-DF34-48E2-A52F-5952B0308A6A}" srcOrd="0" destOrd="0" presId="urn:microsoft.com/office/officeart/2005/8/layout/lProcess2#2"/>
    <dgm:cxn modelId="{17B95B81-0015-48E7-9C77-16D7D8BB7928}" type="presParOf" srcId="{E89FB49A-BA2F-44E6-892A-630FC4340FAC}" destId="{202FABDE-E435-4CEE-A62F-F173A5FE04D4}" srcOrd="1" destOrd="0" presId="urn:microsoft.com/office/officeart/2005/8/layout/lProcess2#2"/>
    <dgm:cxn modelId="{AF2379CF-C745-4B84-ADFD-CEB7C113A3BC}" type="presParOf" srcId="{E89FB49A-BA2F-44E6-892A-630FC4340FAC}" destId="{C3FC3447-703E-4A5B-8C3D-DA78F9D166F4}" srcOrd="2" destOrd="0" presId="urn:microsoft.com/office/officeart/2005/8/layout/lProcess2#2"/>
    <dgm:cxn modelId="{35E064BE-A01D-412B-B310-F2A27092E570}" type="presParOf" srcId="{C3FC3447-703E-4A5B-8C3D-DA78F9D166F4}" destId="{BC1F8A0B-5733-43D1-A789-66B823CF8C06}" srcOrd="0" destOrd="0" presId="urn:microsoft.com/office/officeart/2005/8/layout/lProcess2#2"/>
    <dgm:cxn modelId="{5AB5FAE2-82D0-48F1-9F12-735A59B18D27}" type="presParOf" srcId="{BC1F8A0B-5733-43D1-A789-66B823CF8C06}" destId="{E107E1E3-2E39-482A-A814-054C9D9D97A8}" srcOrd="0" destOrd="0" presId="urn:microsoft.com/office/officeart/2005/8/layout/lProcess2#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5FD0999-986B-422B-BEC4-A6F0D5834DDE}" type="doc">
      <dgm:prSet loTypeId="urn:microsoft.com/office/officeart/2005/8/layout/arrow4#1" loCatId="relationship" qsTypeId="urn:microsoft.com/office/officeart/2005/8/quickstyle/simple2#14" qsCatId="simple" csTypeId="urn:microsoft.com/office/officeart/2005/8/colors/accent3_3" csCatId="accent3" phldr="1"/>
      <dgm:spPr/>
      <dgm:t>
        <a:bodyPr/>
        <a:lstStyle/>
        <a:p>
          <a:endParaRPr lang="en-US"/>
        </a:p>
      </dgm:t>
    </dgm:pt>
    <dgm:pt modelId="{7A9634EF-2D53-4F2D-8FD7-F5E8F2C6C259}">
      <dgm:prSet phldrT="[Text]"/>
      <dgm:spPr/>
      <dgm:t>
        <a:bodyPr/>
        <a:lstStyle/>
        <a:p>
          <a:r>
            <a:rPr lang="en-US" dirty="0" smtClean="0">
              <a:effectLst>
                <a:outerShdw blurRad="50800" dist="50800" dir="2700000" algn="tl" rotWithShape="0">
                  <a:srgbClr val="000000">
                    <a:alpha val="43137"/>
                  </a:srgbClr>
                </a:outerShdw>
              </a:effectLst>
            </a:rPr>
            <a:t>BASIC SQL</a:t>
          </a:r>
          <a:endParaRPr lang="en-US" dirty="0">
            <a:effectLst>
              <a:outerShdw blurRad="50800" dist="50800" dir="2700000" algn="tl" rotWithShape="0">
                <a:srgbClr val="000000">
                  <a:alpha val="43137"/>
                </a:srgbClr>
              </a:outerShdw>
            </a:effectLst>
          </a:endParaRPr>
        </a:p>
      </dgm:t>
    </dgm:pt>
    <dgm:pt modelId="{4C11BEBE-4027-491B-B411-2E498F3B6493}" type="parTrans" cxnId="{0ACBD365-0530-4064-9592-4150AB188C75}">
      <dgm:prSet/>
      <dgm:spPr/>
      <dgm:t>
        <a:bodyPr/>
        <a:lstStyle/>
        <a:p>
          <a:endParaRPr lang="en-US"/>
        </a:p>
      </dgm:t>
    </dgm:pt>
    <dgm:pt modelId="{DFD0E1BF-7295-45EB-BBCF-657CDA36B22A}" type="sibTrans" cxnId="{0ACBD365-0530-4064-9592-4150AB188C75}">
      <dgm:prSet/>
      <dgm:spPr/>
      <dgm:t>
        <a:bodyPr/>
        <a:lstStyle/>
        <a:p>
          <a:endParaRPr lang="en-US"/>
        </a:p>
      </dgm:t>
    </dgm:pt>
    <dgm:pt modelId="{83D47017-9546-4F12-963C-E6B5B6DC33C4}">
      <dgm:prSet phldrT="[Text]"/>
      <dgm:spPr/>
      <dgm:t>
        <a:bodyPr/>
        <a:lstStyle/>
        <a:p>
          <a:r>
            <a:rPr lang="en-US" dirty="0" smtClean="0">
              <a:effectLst>
                <a:outerShdw blurRad="50800" dist="50800" dir="2700000" algn="tl" rotWithShape="0">
                  <a:srgbClr val="000000">
                    <a:alpha val="43137"/>
                  </a:srgbClr>
                </a:outerShdw>
              </a:effectLst>
            </a:rPr>
            <a:t>ADVANCED SQL</a:t>
          </a:r>
          <a:endParaRPr lang="en-US" dirty="0">
            <a:effectLst>
              <a:outerShdw blurRad="50800" dist="50800" dir="2700000" algn="tl" rotWithShape="0">
                <a:srgbClr val="000000">
                  <a:alpha val="43137"/>
                </a:srgbClr>
              </a:outerShdw>
            </a:effectLst>
          </a:endParaRPr>
        </a:p>
      </dgm:t>
    </dgm:pt>
    <dgm:pt modelId="{19888EAE-9658-4035-AAF2-C75DD46A3622}" type="parTrans" cxnId="{213F425D-E223-43A4-89B2-21D1DB92413A}">
      <dgm:prSet/>
      <dgm:spPr/>
      <dgm:t>
        <a:bodyPr/>
        <a:lstStyle/>
        <a:p>
          <a:endParaRPr lang="en-US"/>
        </a:p>
      </dgm:t>
    </dgm:pt>
    <dgm:pt modelId="{BC007C04-FC3C-4F79-AFF5-4A79E54395DE}" type="sibTrans" cxnId="{213F425D-E223-43A4-89B2-21D1DB92413A}">
      <dgm:prSet/>
      <dgm:spPr/>
      <dgm:t>
        <a:bodyPr/>
        <a:lstStyle/>
        <a:p>
          <a:endParaRPr lang="en-US"/>
        </a:p>
      </dgm:t>
    </dgm:pt>
    <dgm:pt modelId="{54F12A6E-08DA-4870-AAAC-473B61340163}" type="pres">
      <dgm:prSet presAssocID="{55FD0999-986B-422B-BEC4-A6F0D5834DDE}" presName="compositeShape" presStyleCnt="0">
        <dgm:presLayoutVars>
          <dgm:chMax val="2"/>
          <dgm:dir/>
        </dgm:presLayoutVars>
      </dgm:prSet>
      <dgm:spPr/>
      <dgm:t>
        <a:bodyPr/>
        <a:lstStyle/>
        <a:p>
          <a:endParaRPr lang="en-US"/>
        </a:p>
      </dgm:t>
    </dgm:pt>
    <dgm:pt modelId="{5A818F38-E9E9-4731-846C-A339E3F909CE}" type="pres">
      <dgm:prSet presAssocID="{7A9634EF-2D53-4F2D-8FD7-F5E8F2C6C259}" presName="upArrow" presStyleLbl="node1" presStyleIdx="0" presStyleCnt="2"/>
      <dgm:spPr/>
    </dgm:pt>
    <dgm:pt modelId="{29A09746-3897-40B0-9DE1-1F520A35657B}" type="pres">
      <dgm:prSet presAssocID="{7A9634EF-2D53-4F2D-8FD7-F5E8F2C6C259}" presName="upArrowText" presStyleLbl="revTx" presStyleIdx="0" presStyleCnt="2">
        <dgm:presLayoutVars>
          <dgm:chMax val="0"/>
          <dgm:bulletEnabled val="1"/>
        </dgm:presLayoutVars>
      </dgm:prSet>
      <dgm:spPr/>
      <dgm:t>
        <a:bodyPr/>
        <a:lstStyle/>
        <a:p>
          <a:endParaRPr lang="en-US"/>
        </a:p>
      </dgm:t>
    </dgm:pt>
    <dgm:pt modelId="{25FCF542-93E1-4F44-9D77-BC6E02C72729}" type="pres">
      <dgm:prSet presAssocID="{83D47017-9546-4F12-963C-E6B5B6DC33C4}" presName="downArrow" presStyleLbl="node1" presStyleIdx="1" presStyleCnt="2"/>
      <dgm:spPr/>
    </dgm:pt>
    <dgm:pt modelId="{A9C86BE5-444B-4813-91C8-07985C429421}" type="pres">
      <dgm:prSet presAssocID="{83D47017-9546-4F12-963C-E6B5B6DC33C4}" presName="downArrowText" presStyleLbl="revTx" presStyleIdx="1" presStyleCnt="2">
        <dgm:presLayoutVars>
          <dgm:chMax val="0"/>
          <dgm:bulletEnabled val="1"/>
        </dgm:presLayoutVars>
      </dgm:prSet>
      <dgm:spPr/>
      <dgm:t>
        <a:bodyPr/>
        <a:lstStyle/>
        <a:p>
          <a:endParaRPr lang="en-US"/>
        </a:p>
      </dgm:t>
    </dgm:pt>
  </dgm:ptLst>
  <dgm:cxnLst>
    <dgm:cxn modelId="{E29B8A4C-1717-4990-9DE6-3D4E911B914C}" type="presOf" srcId="{83D47017-9546-4F12-963C-E6B5B6DC33C4}" destId="{A9C86BE5-444B-4813-91C8-07985C429421}" srcOrd="0" destOrd="0" presId="urn:microsoft.com/office/officeart/2005/8/layout/arrow4#1"/>
    <dgm:cxn modelId="{0ACBD365-0530-4064-9592-4150AB188C75}" srcId="{55FD0999-986B-422B-BEC4-A6F0D5834DDE}" destId="{7A9634EF-2D53-4F2D-8FD7-F5E8F2C6C259}" srcOrd="0" destOrd="0" parTransId="{4C11BEBE-4027-491B-B411-2E498F3B6493}" sibTransId="{DFD0E1BF-7295-45EB-BBCF-657CDA36B22A}"/>
    <dgm:cxn modelId="{29AFFF93-FCEA-435E-AB55-36351AFECC46}" type="presOf" srcId="{55FD0999-986B-422B-BEC4-A6F0D5834DDE}" destId="{54F12A6E-08DA-4870-AAAC-473B61340163}" srcOrd="0" destOrd="0" presId="urn:microsoft.com/office/officeart/2005/8/layout/arrow4#1"/>
    <dgm:cxn modelId="{213F425D-E223-43A4-89B2-21D1DB92413A}" srcId="{55FD0999-986B-422B-BEC4-A6F0D5834DDE}" destId="{83D47017-9546-4F12-963C-E6B5B6DC33C4}" srcOrd="1" destOrd="0" parTransId="{19888EAE-9658-4035-AAF2-C75DD46A3622}" sibTransId="{BC007C04-FC3C-4F79-AFF5-4A79E54395DE}"/>
    <dgm:cxn modelId="{7368E2AC-D351-4E72-9B9D-BDD773FF6700}" type="presOf" srcId="{7A9634EF-2D53-4F2D-8FD7-F5E8F2C6C259}" destId="{29A09746-3897-40B0-9DE1-1F520A35657B}" srcOrd="0" destOrd="0" presId="urn:microsoft.com/office/officeart/2005/8/layout/arrow4#1"/>
    <dgm:cxn modelId="{9EE28554-3589-4CD4-80D2-D73C55E287BB}" type="presParOf" srcId="{54F12A6E-08DA-4870-AAAC-473B61340163}" destId="{5A818F38-E9E9-4731-846C-A339E3F909CE}" srcOrd="0" destOrd="0" presId="urn:microsoft.com/office/officeart/2005/8/layout/arrow4#1"/>
    <dgm:cxn modelId="{B505F17A-CB61-4719-8C9B-D8BA767D5043}" type="presParOf" srcId="{54F12A6E-08DA-4870-AAAC-473B61340163}" destId="{29A09746-3897-40B0-9DE1-1F520A35657B}" srcOrd="1" destOrd="0" presId="urn:microsoft.com/office/officeart/2005/8/layout/arrow4#1"/>
    <dgm:cxn modelId="{9D584F5B-BDE9-4203-A073-07D29B75A11C}" type="presParOf" srcId="{54F12A6E-08DA-4870-AAAC-473B61340163}" destId="{25FCF542-93E1-4F44-9D77-BC6E02C72729}" srcOrd="2" destOrd="0" presId="urn:microsoft.com/office/officeart/2005/8/layout/arrow4#1"/>
    <dgm:cxn modelId="{B84DE1A5-C1EB-425E-9B99-0BAE9D8A8800}" type="presParOf" srcId="{54F12A6E-08DA-4870-AAAC-473B61340163}" destId="{A9C86BE5-444B-4813-91C8-07985C429421}" srcOrd="3" destOrd="0" presId="urn:microsoft.com/office/officeart/2005/8/layout/arrow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8196B2-8690-410B-88DD-58E36C1508F0}">
      <dsp:nvSpPr>
        <dsp:cNvPr id="0" name=""/>
        <dsp:cNvSpPr/>
      </dsp:nvSpPr>
      <dsp:spPr>
        <a:xfrm>
          <a:off x="0" y="0"/>
          <a:ext cx="8686800" cy="4525962"/>
        </a:xfrm>
        <a:prstGeom prst="swooshArrow">
          <a:avLst/>
        </a:prstGeom>
        <a:solidFill>
          <a:schemeClr val="accent3">
            <a:tint val="60000"/>
          </a:schemeClr>
        </a:solidFill>
        <a:ln>
          <a:noFill/>
        </a:ln>
        <a:effectLst/>
      </dsp:spPr>
      <dsp:style>
        <a:lnRef idx="0">
          <a:scrgbClr r="0" g="0" b="0"/>
        </a:lnRef>
        <a:fillRef idx="1">
          <a:scrgbClr r="0" g="0" b="0"/>
        </a:fillRef>
        <a:effectRef idx="0">
          <a:scrgbClr r="0" g="0" b="0"/>
        </a:effectRef>
        <a:fontRef idx="minor"/>
      </dsp:style>
    </dsp:sp>
    <dsp:sp modelId="{77EE22B3-CA06-42EE-A4F0-16D4F2D463EA}">
      <dsp:nvSpPr>
        <dsp:cNvPr id="0" name=""/>
        <dsp:cNvSpPr/>
      </dsp:nvSpPr>
      <dsp:spPr>
        <a:xfrm>
          <a:off x="1528876" y="3023342"/>
          <a:ext cx="2171700" cy="117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t" anchorCtr="0">
          <a:noAutofit/>
        </a:bodyPr>
        <a:lstStyle/>
        <a:p>
          <a:pPr lvl="0" algn="l" defTabSz="755650">
            <a:lnSpc>
              <a:spcPct val="90000"/>
            </a:lnSpc>
            <a:spcBef>
              <a:spcPct val="0"/>
            </a:spcBef>
            <a:spcAft>
              <a:spcPct val="35000"/>
            </a:spcAft>
          </a:pPr>
          <a:r>
            <a:rPr lang="en-US" sz="1700" kern="1200" dirty="0" smtClean="0">
              <a:effectLst>
                <a:outerShdw blurRad="50800" dist="50800" dir="2700000" algn="tl" rotWithShape="0">
                  <a:srgbClr val="000000">
                    <a:alpha val="43137"/>
                  </a:srgbClr>
                </a:outerShdw>
              </a:effectLst>
            </a:rPr>
            <a:t>Data Definition Language</a:t>
          </a:r>
          <a:br>
            <a:rPr lang="en-US" sz="1700" kern="1200" dirty="0" smtClean="0">
              <a:effectLst>
                <a:outerShdw blurRad="50800" dist="50800" dir="2700000" algn="tl" rotWithShape="0">
                  <a:srgbClr val="000000">
                    <a:alpha val="43137"/>
                  </a:srgbClr>
                </a:outerShdw>
              </a:effectLst>
            </a:rPr>
          </a:br>
          <a:r>
            <a:rPr lang="en-US" sz="1700" kern="1200" dirty="0" smtClean="0"/>
            <a:t>Create/alter/drop</a:t>
          </a:r>
          <a:endParaRPr lang="en-US" sz="1700" kern="1200" dirty="0">
            <a:effectLst>
              <a:outerShdw blurRad="50800" dist="50800" dir="2700000" algn="tl" rotWithShape="0">
                <a:srgbClr val="000000">
                  <a:alpha val="43137"/>
                </a:srgbClr>
              </a:outerShdw>
            </a:effectLst>
          </a:endParaRPr>
        </a:p>
      </dsp:txBody>
      <dsp:txXfrm>
        <a:off x="1528876" y="3023342"/>
        <a:ext cx="2171700" cy="1176750"/>
      </dsp:txXfrm>
    </dsp:sp>
    <dsp:sp modelId="{FD9448E3-A923-4562-82EE-2D6547A66745}">
      <dsp:nvSpPr>
        <dsp:cNvPr id="0" name=""/>
        <dsp:cNvSpPr/>
      </dsp:nvSpPr>
      <dsp:spPr>
        <a:xfrm>
          <a:off x="1442008" y="2936474"/>
          <a:ext cx="173736" cy="173736"/>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 modelId="{927F647F-96BC-4E61-884C-3053C7634AF5}">
      <dsp:nvSpPr>
        <dsp:cNvPr id="0" name=""/>
        <dsp:cNvSpPr/>
      </dsp:nvSpPr>
      <dsp:spPr>
        <a:xfrm>
          <a:off x="3780929" y="1883931"/>
          <a:ext cx="2171700" cy="117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t" anchorCtr="0">
          <a:noAutofit/>
        </a:bodyPr>
        <a:lstStyle/>
        <a:p>
          <a:pPr lvl="0" algn="l" defTabSz="755650">
            <a:lnSpc>
              <a:spcPct val="90000"/>
            </a:lnSpc>
            <a:spcBef>
              <a:spcPct val="0"/>
            </a:spcBef>
            <a:spcAft>
              <a:spcPct val="35000"/>
            </a:spcAft>
          </a:pPr>
          <a:r>
            <a:rPr lang="en-US" sz="1700" kern="1200" dirty="0" smtClean="0">
              <a:effectLst>
                <a:outerShdw blurRad="50800" dist="50800" dir="2700000" algn="tl" rotWithShape="0">
                  <a:srgbClr val="000000">
                    <a:alpha val="43137"/>
                  </a:srgbClr>
                </a:outerShdw>
              </a:effectLst>
            </a:rPr>
            <a:t>Data Manipulation Language </a:t>
          </a:r>
          <a:br>
            <a:rPr lang="en-US" sz="1700" kern="1200" dirty="0" smtClean="0">
              <a:effectLst>
                <a:outerShdw blurRad="50800" dist="50800" dir="2700000" algn="tl" rotWithShape="0">
                  <a:srgbClr val="000000">
                    <a:alpha val="43137"/>
                  </a:srgbClr>
                </a:outerShdw>
              </a:effectLst>
            </a:rPr>
          </a:br>
          <a:r>
            <a:rPr lang="en-US" sz="1700" kern="1200" dirty="0" smtClean="0"/>
            <a:t>Insert/delete/update</a:t>
          </a:r>
          <a:endParaRPr lang="en-US" sz="1700" kern="1200" dirty="0">
            <a:effectLst>
              <a:outerShdw blurRad="50800" dist="50800" dir="2700000" algn="tl" rotWithShape="0">
                <a:srgbClr val="000000">
                  <a:alpha val="43137"/>
                </a:srgbClr>
              </a:outerShdw>
            </a:effectLst>
          </a:endParaRPr>
        </a:p>
      </dsp:txBody>
      <dsp:txXfrm>
        <a:off x="3780929" y="1883931"/>
        <a:ext cx="2171700" cy="1176750"/>
      </dsp:txXfrm>
    </dsp:sp>
    <dsp:sp modelId="{FE51A7F7-D190-40A1-8F89-9DF82761F331}">
      <dsp:nvSpPr>
        <dsp:cNvPr id="0" name=""/>
        <dsp:cNvSpPr/>
      </dsp:nvSpPr>
      <dsp:spPr>
        <a:xfrm>
          <a:off x="3639769" y="1742771"/>
          <a:ext cx="282321" cy="282321"/>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 modelId="{912F4A56-954F-4116-820A-78B7D54C1BDB}">
      <dsp:nvSpPr>
        <dsp:cNvPr id="0" name=""/>
        <dsp:cNvSpPr/>
      </dsp:nvSpPr>
      <dsp:spPr>
        <a:xfrm>
          <a:off x="6399999" y="1152988"/>
          <a:ext cx="2171700" cy="117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t" anchorCtr="0">
          <a:noAutofit/>
        </a:bodyPr>
        <a:lstStyle/>
        <a:p>
          <a:pPr lvl="0" algn="l" defTabSz="755650">
            <a:lnSpc>
              <a:spcPct val="90000"/>
            </a:lnSpc>
            <a:spcBef>
              <a:spcPct val="0"/>
            </a:spcBef>
            <a:spcAft>
              <a:spcPct val="35000"/>
            </a:spcAft>
          </a:pPr>
          <a:r>
            <a:rPr lang="en-US" sz="1700" kern="1200" dirty="0" smtClean="0">
              <a:effectLst>
                <a:outerShdw blurRad="50800" dist="50800" dir="2700000" algn="tl" rotWithShape="0">
                  <a:srgbClr val="000000">
                    <a:alpha val="43137"/>
                  </a:srgbClr>
                </a:outerShdw>
              </a:effectLst>
            </a:rPr>
            <a:t>Transact-SQL</a:t>
          </a:r>
          <a:br>
            <a:rPr lang="en-US" sz="1700" kern="1200" dirty="0" smtClean="0">
              <a:effectLst>
                <a:outerShdw blurRad="50800" dist="50800" dir="2700000" algn="tl" rotWithShape="0">
                  <a:srgbClr val="000000">
                    <a:alpha val="43137"/>
                  </a:srgbClr>
                </a:outerShdw>
              </a:effectLst>
            </a:rPr>
          </a:br>
          <a:r>
            <a:rPr lang="en-US" sz="1700" kern="1200" dirty="0" smtClean="0"/>
            <a:t>a sequence of SQL statements</a:t>
          </a:r>
          <a:endParaRPr lang="en-US" sz="1700" kern="1200" dirty="0">
            <a:effectLst>
              <a:outerShdw blurRad="50800" dist="50800" dir="2700000" algn="tl" rotWithShape="0">
                <a:srgbClr val="000000">
                  <a:alpha val="43137"/>
                </a:srgbClr>
              </a:outerShdw>
            </a:effectLst>
          </a:endParaRPr>
        </a:p>
      </dsp:txBody>
      <dsp:txXfrm>
        <a:off x="6399999" y="1152988"/>
        <a:ext cx="2171700" cy="1176750"/>
      </dsp:txXfrm>
    </dsp:sp>
    <dsp:sp modelId="{87971A12-A6B6-4197-A0E8-04E68C73C293}">
      <dsp:nvSpPr>
        <dsp:cNvPr id="0" name=""/>
        <dsp:cNvSpPr/>
      </dsp:nvSpPr>
      <dsp:spPr>
        <a:xfrm>
          <a:off x="6237122" y="990111"/>
          <a:ext cx="325755" cy="325755"/>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3D7722-BC70-46AA-A506-3DB4A98F9308}">
      <dsp:nvSpPr>
        <dsp:cNvPr id="0" name=""/>
        <dsp:cNvSpPr/>
      </dsp:nvSpPr>
      <dsp:spPr>
        <a:xfrm rot="5400000">
          <a:off x="2693511" y="-2388297"/>
          <a:ext cx="625199" cy="5407516"/>
        </a:xfrm>
        <a:prstGeom prst="snip2DiagRect">
          <a:avLst/>
        </a:prstGeom>
        <a:solidFill>
          <a:schemeClr val="accent2">
            <a:alpha val="90000"/>
          </a:schemeClr>
        </a:solidFill>
        <a:ln w="10000" cap="flat" cmpd="sng" algn="ctr">
          <a:solidFill>
            <a:schemeClr val="accent2">
              <a:tint val="40000"/>
              <a:alpha val="90000"/>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600200">
            <a:lnSpc>
              <a:spcPct val="90000"/>
            </a:lnSpc>
            <a:spcBef>
              <a:spcPct val="0"/>
            </a:spcBef>
            <a:spcAft>
              <a:spcPct val="15000"/>
            </a:spcAft>
            <a:buChar char="••"/>
          </a:pPr>
          <a:r>
            <a:rPr lang="en-US" sz="3600" kern="1200" dirty="0" smtClean="0">
              <a:solidFill>
                <a:schemeClr val="bg1"/>
              </a:solidFill>
            </a:rPr>
            <a:t>FROM</a:t>
          </a:r>
          <a:endParaRPr lang="en-US" sz="3600" kern="1200" dirty="0">
            <a:solidFill>
              <a:schemeClr val="bg1"/>
            </a:solidFill>
          </a:endParaRPr>
        </a:p>
      </dsp:txBody>
      <dsp:txXfrm rot="-5400000">
        <a:off x="354454" y="54962"/>
        <a:ext cx="5303314" cy="520997"/>
      </dsp:txXfrm>
    </dsp:sp>
    <dsp:sp modelId="{9E87D3F1-4C62-44C2-839D-F5FF792F807F}">
      <dsp:nvSpPr>
        <dsp:cNvPr id="0" name=""/>
        <dsp:cNvSpPr/>
      </dsp:nvSpPr>
      <dsp:spPr>
        <a:xfrm>
          <a:off x="481112" y="82373"/>
          <a:ext cx="686241" cy="466175"/>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a:lnSpc>
              <a:spcPct val="90000"/>
            </a:lnSpc>
            <a:spcBef>
              <a:spcPct val="0"/>
            </a:spcBef>
            <a:spcAft>
              <a:spcPct val="35000"/>
            </a:spcAft>
          </a:pPr>
          <a:r>
            <a:rPr lang="en-US" sz="1900" kern="1200" dirty="0" smtClean="0">
              <a:solidFill>
                <a:schemeClr val="bg1">
                  <a:lumMod val="50000"/>
                </a:schemeClr>
              </a:solidFill>
            </a:rPr>
            <a:t>1</a:t>
          </a:r>
          <a:endParaRPr lang="en-US" sz="1900" kern="1200" dirty="0">
            <a:solidFill>
              <a:schemeClr val="bg1">
                <a:lumMod val="50000"/>
              </a:schemeClr>
            </a:solidFill>
          </a:endParaRPr>
        </a:p>
      </dsp:txBody>
      <dsp:txXfrm>
        <a:off x="581610" y="150643"/>
        <a:ext cx="485245" cy="329635"/>
      </dsp:txXfrm>
    </dsp:sp>
    <dsp:sp modelId="{D12A3826-2E3C-4C07-A727-88547A37A6F8}">
      <dsp:nvSpPr>
        <dsp:cNvPr id="0" name=""/>
        <dsp:cNvSpPr/>
      </dsp:nvSpPr>
      <dsp:spPr>
        <a:xfrm rot="5400000">
          <a:off x="2693511" y="-1701681"/>
          <a:ext cx="625199" cy="5407516"/>
        </a:xfrm>
        <a:prstGeom prst="snip2DiagRect">
          <a:avLst/>
        </a:prstGeom>
        <a:solidFill>
          <a:schemeClr val="accent3">
            <a:alpha val="90000"/>
          </a:schemeClr>
        </a:solidFill>
        <a:ln w="10000" cap="flat" cmpd="sng" algn="ctr">
          <a:solidFill>
            <a:schemeClr val="accent3">
              <a:tint val="40000"/>
              <a:alpha val="90000"/>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600200">
            <a:lnSpc>
              <a:spcPct val="90000"/>
            </a:lnSpc>
            <a:spcBef>
              <a:spcPct val="0"/>
            </a:spcBef>
            <a:spcAft>
              <a:spcPct val="15000"/>
            </a:spcAft>
            <a:buChar char="••"/>
          </a:pPr>
          <a:r>
            <a:rPr lang="en-US" sz="3600" kern="1200" dirty="0" smtClean="0">
              <a:solidFill>
                <a:schemeClr val="bg1"/>
              </a:solidFill>
            </a:rPr>
            <a:t>WHERE</a:t>
          </a:r>
          <a:endParaRPr lang="en-US" sz="3600" kern="1200" dirty="0">
            <a:solidFill>
              <a:schemeClr val="bg1"/>
            </a:solidFill>
          </a:endParaRPr>
        </a:p>
      </dsp:txBody>
      <dsp:txXfrm rot="-5400000">
        <a:off x="354454" y="741578"/>
        <a:ext cx="5303314" cy="520997"/>
      </dsp:txXfrm>
    </dsp:sp>
    <dsp:sp modelId="{A60E8B29-3A41-41E6-92ED-087DF974D6A6}">
      <dsp:nvSpPr>
        <dsp:cNvPr id="0" name=""/>
        <dsp:cNvSpPr/>
      </dsp:nvSpPr>
      <dsp:spPr>
        <a:xfrm>
          <a:off x="481112" y="768988"/>
          <a:ext cx="686241" cy="466175"/>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a:lnSpc>
              <a:spcPct val="90000"/>
            </a:lnSpc>
            <a:spcBef>
              <a:spcPct val="0"/>
            </a:spcBef>
            <a:spcAft>
              <a:spcPct val="35000"/>
            </a:spcAft>
          </a:pPr>
          <a:r>
            <a:rPr lang="en-US" sz="1900" kern="1200" dirty="0" smtClean="0">
              <a:solidFill>
                <a:schemeClr val="bg1">
                  <a:lumMod val="50000"/>
                </a:schemeClr>
              </a:solidFill>
            </a:rPr>
            <a:t>2</a:t>
          </a:r>
          <a:endParaRPr lang="en-US" sz="1900" kern="1200" dirty="0">
            <a:solidFill>
              <a:schemeClr val="bg1">
                <a:lumMod val="50000"/>
              </a:schemeClr>
            </a:solidFill>
          </a:endParaRPr>
        </a:p>
      </dsp:txBody>
      <dsp:txXfrm>
        <a:off x="581610" y="837258"/>
        <a:ext cx="485245" cy="329635"/>
      </dsp:txXfrm>
    </dsp:sp>
    <dsp:sp modelId="{B8C87BA3-2339-4CFC-B0F3-582D7C37476C}">
      <dsp:nvSpPr>
        <dsp:cNvPr id="0" name=""/>
        <dsp:cNvSpPr/>
      </dsp:nvSpPr>
      <dsp:spPr>
        <a:xfrm rot="5400000">
          <a:off x="2693511" y="-1015066"/>
          <a:ext cx="625199" cy="5407516"/>
        </a:xfrm>
        <a:prstGeom prst="snip2DiagRect">
          <a:avLst/>
        </a:prstGeom>
        <a:solidFill>
          <a:schemeClr val="accent4">
            <a:alpha val="90000"/>
          </a:schemeClr>
        </a:solidFill>
        <a:ln w="10000" cap="flat" cmpd="sng" algn="ctr">
          <a:solidFill>
            <a:schemeClr val="accent4">
              <a:tint val="40000"/>
              <a:alpha val="90000"/>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600200">
            <a:lnSpc>
              <a:spcPct val="90000"/>
            </a:lnSpc>
            <a:spcBef>
              <a:spcPct val="0"/>
            </a:spcBef>
            <a:spcAft>
              <a:spcPct val="15000"/>
            </a:spcAft>
            <a:buChar char="••"/>
          </a:pPr>
          <a:r>
            <a:rPr lang="en-US" sz="3600" kern="1200" dirty="0" smtClean="0">
              <a:solidFill>
                <a:schemeClr val="bg1"/>
              </a:solidFill>
            </a:rPr>
            <a:t>GROUP BY</a:t>
          </a:r>
          <a:endParaRPr lang="en-US" sz="3600" kern="1200" dirty="0">
            <a:solidFill>
              <a:schemeClr val="bg1"/>
            </a:solidFill>
          </a:endParaRPr>
        </a:p>
      </dsp:txBody>
      <dsp:txXfrm rot="-5400000">
        <a:off x="354454" y="1428193"/>
        <a:ext cx="5303314" cy="520997"/>
      </dsp:txXfrm>
    </dsp:sp>
    <dsp:sp modelId="{3364F820-B13F-496A-8388-7D4ADED4386F}">
      <dsp:nvSpPr>
        <dsp:cNvPr id="0" name=""/>
        <dsp:cNvSpPr/>
      </dsp:nvSpPr>
      <dsp:spPr>
        <a:xfrm>
          <a:off x="481112" y="1455604"/>
          <a:ext cx="686241" cy="466175"/>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a:lnSpc>
              <a:spcPct val="90000"/>
            </a:lnSpc>
            <a:spcBef>
              <a:spcPct val="0"/>
            </a:spcBef>
            <a:spcAft>
              <a:spcPct val="35000"/>
            </a:spcAft>
          </a:pPr>
          <a:r>
            <a:rPr lang="en-US" sz="1900" kern="1200" dirty="0" smtClean="0">
              <a:solidFill>
                <a:schemeClr val="bg1">
                  <a:lumMod val="50000"/>
                </a:schemeClr>
              </a:solidFill>
            </a:rPr>
            <a:t>3</a:t>
          </a:r>
          <a:endParaRPr lang="en-US" sz="1900" kern="1200" dirty="0">
            <a:solidFill>
              <a:schemeClr val="bg1">
                <a:lumMod val="50000"/>
              </a:schemeClr>
            </a:solidFill>
          </a:endParaRPr>
        </a:p>
      </dsp:txBody>
      <dsp:txXfrm>
        <a:off x="581610" y="1523874"/>
        <a:ext cx="485245" cy="329635"/>
      </dsp:txXfrm>
    </dsp:sp>
    <dsp:sp modelId="{F54CC983-2FE2-4D0A-B507-72F8DDB1CE8B}">
      <dsp:nvSpPr>
        <dsp:cNvPr id="0" name=""/>
        <dsp:cNvSpPr/>
      </dsp:nvSpPr>
      <dsp:spPr>
        <a:xfrm rot="5400000">
          <a:off x="2695957" y="-359158"/>
          <a:ext cx="625199" cy="5407516"/>
        </a:xfrm>
        <a:prstGeom prst="snip2DiagRect">
          <a:avLst/>
        </a:prstGeom>
        <a:solidFill>
          <a:schemeClr val="accent6">
            <a:alpha val="90000"/>
          </a:schemeClr>
        </a:solidFill>
        <a:ln w="10000" cap="flat" cmpd="sng" algn="ctr">
          <a:solidFill>
            <a:schemeClr val="accent5">
              <a:tint val="40000"/>
              <a:alpha val="90000"/>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600200">
            <a:lnSpc>
              <a:spcPct val="90000"/>
            </a:lnSpc>
            <a:spcBef>
              <a:spcPct val="0"/>
            </a:spcBef>
            <a:spcAft>
              <a:spcPct val="15000"/>
            </a:spcAft>
            <a:buChar char="••"/>
          </a:pPr>
          <a:r>
            <a:rPr lang="en-US" sz="3600" kern="1200" dirty="0" smtClean="0">
              <a:solidFill>
                <a:schemeClr val="bg1"/>
              </a:solidFill>
            </a:rPr>
            <a:t>HAVING</a:t>
          </a:r>
          <a:endParaRPr lang="en-US" sz="3600" kern="1200" dirty="0">
            <a:solidFill>
              <a:schemeClr val="bg1"/>
            </a:solidFill>
          </a:endParaRPr>
        </a:p>
      </dsp:txBody>
      <dsp:txXfrm rot="-5400000">
        <a:off x="356900" y="2084101"/>
        <a:ext cx="5303314" cy="520997"/>
      </dsp:txXfrm>
    </dsp:sp>
    <dsp:sp modelId="{D91B0B47-F3B7-4737-BE5C-BB3F0115C9EB}">
      <dsp:nvSpPr>
        <dsp:cNvPr id="0" name=""/>
        <dsp:cNvSpPr/>
      </dsp:nvSpPr>
      <dsp:spPr>
        <a:xfrm>
          <a:off x="481112" y="2142220"/>
          <a:ext cx="686241" cy="466175"/>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a:lnSpc>
              <a:spcPct val="90000"/>
            </a:lnSpc>
            <a:spcBef>
              <a:spcPct val="0"/>
            </a:spcBef>
            <a:spcAft>
              <a:spcPct val="35000"/>
            </a:spcAft>
          </a:pPr>
          <a:r>
            <a:rPr lang="en-US" sz="1900" kern="1200" dirty="0" smtClean="0">
              <a:solidFill>
                <a:schemeClr val="bg1">
                  <a:lumMod val="50000"/>
                </a:schemeClr>
              </a:solidFill>
            </a:rPr>
            <a:t>4</a:t>
          </a:r>
          <a:endParaRPr lang="en-US" sz="1900" kern="1200" dirty="0">
            <a:solidFill>
              <a:schemeClr val="bg1">
                <a:lumMod val="50000"/>
              </a:schemeClr>
            </a:solidFill>
          </a:endParaRPr>
        </a:p>
      </dsp:txBody>
      <dsp:txXfrm>
        <a:off x="581610" y="2210490"/>
        <a:ext cx="485245" cy="329635"/>
      </dsp:txXfrm>
    </dsp:sp>
    <dsp:sp modelId="{CD2F96CF-495E-4D2C-9198-3D476C12220F}">
      <dsp:nvSpPr>
        <dsp:cNvPr id="0" name=""/>
        <dsp:cNvSpPr/>
      </dsp:nvSpPr>
      <dsp:spPr>
        <a:xfrm rot="5400000">
          <a:off x="2695957" y="326641"/>
          <a:ext cx="625199" cy="5407516"/>
        </a:xfrm>
        <a:prstGeom prst="snip2DiagRect">
          <a:avLst/>
        </a:prstGeom>
        <a:solidFill>
          <a:schemeClr val="accent3">
            <a:alpha val="90000"/>
          </a:schemeClr>
        </a:solidFill>
        <a:ln w="10000" cap="flat" cmpd="sng" algn="ctr">
          <a:solidFill>
            <a:schemeClr val="accent6">
              <a:tint val="40000"/>
              <a:alpha val="90000"/>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600200">
            <a:lnSpc>
              <a:spcPct val="90000"/>
            </a:lnSpc>
            <a:spcBef>
              <a:spcPct val="0"/>
            </a:spcBef>
            <a:spcAft>
              <a:spcPct val="15000"/>
            </a:spcAft>
            <a:buChar char="••"/>
          </a:pPr>
          <a:r>
            <a:rPr lang="en-US" sz="3600" kern="1200" dirty="0" smtClean="0">
              <a:solidFill>
                <a:schemeClr val="bg1"/>
              </a:solidFill>
            </a:rPr>
            <a:t>SELECT</a:t>
          </a:r>
          <a:endParaRPr lang="en-US" sz="3600" kern="1200" dirty="0">
            <a:solidFill>
              <a:schemeClr val="bg1"/>
            </a:solidFill>
          </a:endParaRPr>
        </a:p>
      </dsp:txBody>
      <dsp:txXfrm rot="-5400000">
        <a:off x="356900" y="2769900"/>
        <a:ext cx="5303314" cy="520997"/>
      </dsp:txXfrm>
    </dsp:sp>
    <dsp:sp modelId="{D7702FE5-B7AC-48AB-B500-F277AAEB71C5}">
      <dsp:nvSpPr>
        <dsp:cNvPr id="0" name=""/>
        <dsp:cNvSpPr/>
      </dsp:nvSpPr>
      <dsp:spPr>
        <a:xfrm>
          <a:off x="481112" y="2828836"/>
          <a:ext cx="686241" cy="466175"/>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7160" tIns="68580" rIns="137160" bIns="68580" numCol="1" spcCol="1270" anchor="ctr" anchorCtr="0">
          <a:noAutofit/>
        </a:bodyPr>
        <a:lstStyle/>
        <a:p>
          <a:pPr marL="914400" lvl="0" indent="-914400" algn="ctr" defTabSz="1600200">
            <a:lnSpc>
              <a:spcPct val="90000"/>
            </a:lnSpc>
            <a:spcBef>
              <a:spcPct val="0"/>
            </a:spcBef>
            <a:spcAft>
              <a:spcPct val="35000"/>
            </a:spcAft>
          </a:pPr>
          <a:r>
            <a:rPr lang="en-US" sz="3600" kern="1200" dirty="0" smtClean="0">
              <a:solidFill>
                <a:schemeClr val="bg1">
                  <a:lumMod val="50000"/>
                </a:schemeClr>
              </a:solidFill>
            </a:rPr>
            <a:t>5</a:t>
          </a:r>
          <a:endParaRPr lang="en-US" sz="3600" kern="1200" dirty="0">
            <a:solidFill>
              <a:schemeClr val="bg1">
                <a:lumMod val="50000"/>
              </a:schemeClr>
            </a:solidFill>
          </a:endParaRPr>
        </a:p>
      </dsp:txBody>
      <dsp:txXfrm>
        <a:off x="581610" y="2897106"/>
        <a:ext cx="485245" cy="329635"/>
      </dsp:txXfrm>
    </dsp:sp>
    <dsp:sp modelId="{268E5954-9E3F-4DE2-8581-9DC62B0AEB9C}">
      <dsp:nvSpPr>
        <dsp:cNvPr id="0" name=""/>
        <dsp:cNvSpPr/>
      </dsp:nvSpPr>
      <dsp:spPr>
        <a:xfrm rot="5400000">
          <a:off x="2693511" y="1044781"/>
          <a:ext cx="625199" cy="5407516"/>
        </a:xfrm>
        <a:prstGeom prst="snip2DiagRect">
          <a:avLst/>
        </a:prstGeom>
        <a:solidFill>
          <a:schemeClr val="accent4">
            <a:alpha val="90000"/>
          </a:schemeClr>
        </a:solidFill>
        <a:ln w="10000" cap="flat" cmpd="sng" algn="ctr">
          <a:solidFill>
            <a:schemeClr val="accent2">
              <a:tint val="40000"/>
              <a:alpha val="90000"/>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600200">
            <a:lnSpc>
              <a:spcPct val="90000"/>
            </a:lnSpc>
            <a:spcBef>
              <a:spcPct val="0"/>
            </a:spcBef>
            <a:spcAft>
              <a:spcPct val="15000"/>
            </a:spcAft>
            <a:buChar char="••"/>
          </a:pPr>
          <a:r>
            <a:rPr lang="en-US" sz="3600" kern="1200" dirty="0" smtClean="0">
              <a:solidFill>
                <a:schemeClr val="bg1"/>
              </a:solidFill>
            </a:rPr>
            <a:t>ORDER BY</a:t>
          </a:r>
          <a:endParaRPr lang="en-US" sz="3600" kern="1200" dirty="0">
            <a:solidFill>
              <a:schemeClr val="bg1"/>
            </a:solidFill>
          </a:endParaRPr>
        </a:p>
      </dsp:txBody>
      <dsp:txXfrm rot="-5400000">
        <a:off x="354454" y="3488040"/>
        <a:ext cx="5303314" cy="520997"/>
      </dsp:txXfrm>
    </dsp:sp>
    <dsp:sp modelId="{B9CF18A1-7C32-4F25-AD34-F2FA5E7F738B}">
      <dsp:nvSpPr>
        <dsp:cNvPr id="0" name=""/>
        <dsp:cNvSpPr/>
      </dsp:nvSpPr>
      <dsp:spPr>
        <a:xfrm>
          <a:off x="481112" y="3515451"/>
          <a:ext cx="686241" cy="466175"/>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a:lnSpc>
              <a:spcPct val="90000"/>
            </a:lnSpc>
            <a:spcBef>
              <a:spcPct val="0"/>
            </a:spcBef>
            <a:spcAft>
              <a:spcPct val="35000"/>
            </a:spcAft>
          </a:pPr>
          <a:r>
            <a:rPr lang="en-US" sz="1900" kern="1200" dirty="0" smtClean="0">
              <a:solidFill>
                <a:schemeClr val="bg1">
                  <a:lumMod val="50000"/>
                </a:schemeClr>
              </a:solidFill>
            </a:rPr>
            <a:t>6</a:t>
          </a:r>
          <a:endParaRPr lang="en-US" sz="1900" kern="1200" dirty="0">
            <a:solidFill>
              <a:schemeClr val="bg1">
                <a:lumMod val="50000"/>
              </a:schemeClr>
            </a:solidFill>
          </a:endParaRPr>
        </a:p>
      </dsp:txBody>
      <dsp:txXfrm>
        <a:off x="581610" y="3583721"/>
        <a:ext cx="485245" cy="3296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20A95-DCE8-433E-A72E-8BBE3B048947}">
      <dsp:nvSpPr>
        <dsp:cNvPr id="0" name=""/>
        <dsp:cNvSpPr/>
      </dsp:nvSpPr>
      <dsp:spPr>
        <a:xfrm>
          <a:off x="845" y="0"/>
          <a:ext cx="2125042" cy="4525962"/>
        </a:xfrm>
        <a:prstGeom prst="roundRect">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b="1" kern="1200" dirty="0" smtClean="0"/>
            <a:t>COUNT() Function</a:t>
          </a:r>
          <a:endParaRPr lang="en-US" sz="3000" kern="1200" dirty="0">
            <a:effectLst>
              <a:outerShdw blurRad="50800" dist="50800" dir="2700000" algn="tl" rotWithShape="0">
                <a:srgbClr val="000000">
                  <a:alpha val="43137"/>
                </a:srgbClr>
              </a:outerShdw>
            </a:effectLst>
          </a:endParaRPr>
        </a:p>
      </dsp:txBody>
      <dsp:txXfrm>
        <a:off x="67127" y="66282"/>
        <a:ext cx="1992478" cy="1225224"/>
      </dsp:txXfrm>
    </dsp:sp>
    <dsp:sp modelId="{FFB49265-5835-42EB-91AC-B179F990FCF4}">
      <dsp:nvSpPr>
        <dsp:cNvPr id="0" name=""/>
        <dsp:cNvSpPr/>
      </dsp:nvSpPr>
      <dsp:spPr>
        <a:xfrm>
          <a:off x="213349" y="1357788"/>
          <a:ext cx="1700033" cy="2941875"/>
        </a:xfrm>
        <a:prstGeom prst="roundRect">
          <a:avLst/>
        </a:prstGeom>
        <a:solidFill>
          <a:schemeClr val="accent3">
            <a:alpha val="70000"/>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n-US" sz="1100" kern="1200" dirty="0" smtClean="0">
              <a:effectLst>
                <a:outerShdw blurRad="50800" dist="50800" dir="2700000" algn="tl" rotWithShape="0">
                  <a:srgbClr val="000000">
                    <a:alpha val="43137"/>
                  </a:srgbClr>
                </a:outerShdw>
              </a:effectLst>
            </a:rPr>
            <a:t>SELECT COUNT(</a:t>
          </a:r>
          <a:r>
            <a:rPr lang="en-US" sz="1100" kern="1200" dirty="0" err="1" smtClean="0">
              <a:effectLst>
                <a:outerShdw blurRad="50800" dist="50800" dir="2700000" algn="tl" rotWithShape="0">
                  <a:srgbClr val="000000">
                    <a:alpha val="43137"/>
                  </a:srgbClr>
                </a:outerShdw>
              </a:effectLst>
            </a:rPr>
            <a:t>column_name</a:t>
          </a:r>
          <a:r>
            <a:rPr lang="en-US" sz="1100" kern="1200" dirty="0" smtClean="0">
              <a:effectLst>
                <a:outerShdw blurRad="50800" dist="50800" dir="2700000" algn="tl" rotWithShape="0">
                  <a:srgbClr val="000000">
                    <a:alpha val="43137"/>
                  </a:srgbClr>
                </a:outerShdw>
              </a:effectLst>
            </a:rPr>
            <a:t>) FROM </a:t>
          </a:r>
          <a:r>
            <a:rPr lang="en-US" sz="1100" kern="1200" dirty="0" err="1" smtClean="0">
              <a:effectLst>
                <a:outerShdw blurRad="50800" dist="50800" dir="2700000" algn="tl" rotWithShape="0">
                  <a:srgbClr val="000000">
                    <a:alpha val="43137"/>
                  </a:srgbClr>
                </a:outerShdw>
              </a:effectLst>
            </a:rPr>
            <a:t>table_name</a:t>
          </a:r>
          <a:endParaRPr lang="en-US" sz="1100" kern="1200" dirty="0">
            <a:effectLst>
              <a:outerShdw blurRad="50800" dist="50800" dir="2700000" algn="tl" rotWithShape="0">
                <a:srgbClr val="000000">
                  <a:alpha val="43137"/>
                </a:srgbClr>
              </a:outerShdw>
            </a:effectLst>
          </a:endParaRPr>
        </a:p>
      </dsp:txBody>
      <dsp:txXfrm>
        <a:off x="296338" y="1440777"/>
        <a:ext cx="1534055" cy="2775897"/>
      </dsp:txXfrm>
    </dsp:sp>
    <dsp:sp modelId="{B3D93258-9A3B-4771-8060-D6E28EA8979F}">
      <dsp:nvSpPr>
        <dsp:cNvPr id="0" name=""/>
        <dsp:cNvSpPr/>
      </dsp:nvSpPr>
      <dsp:spPr>
        <a:xfrm>
          <a:off x="2187534" y="0"/>
          <a:ext cx="2125042" cy="4525962"/>
        </a:xfrm>
        <a:prstGeom prst="roundRect">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b="1" kern="1200" dirty="0" smtClean="0"/>
            <a:t>SUM() Function</a:t>
          </a:r>
          <a:endParaRPr lang="en-US" sz="3000" kern="1200" dirty="0">
            <a:effectLst>
              <a:outerShdw blurRad="50800" dist="50800" dir="2700000" algn="tl" rotWithShape="0">
                <a:srgbClr val="000000">
                  <a:alpha val="43137"/>
                </a:srgbClr>
              </a:outerShdw>
            </a:effectLst>
          </a:endParaRPr>
        </a:p>
      </dsp:txBody>
      <dsp:txXfrm>
        <a:off x="2253816" y="66282"/>
        <a:ext cx="1992478" cy="1225224"/>
      </dsp:txXfrm>
    </dsp:sp>
    <dsp:sp modelId="{1E7A2B48-D91F-4375-B169-E0839DD0C284}">
      <dsp:nvSpPr>
        <dsp:cNvPr id="0" name=""/>
        <dsp:cNvSpPr/>
      </dsp:nvSpPr>
      <dsp:spPr>
        <a:xfrm>
          <a:off x="2400038" y="1357788"/>
          <a:ext cx="1700033" cy="2941875"/>
        </a:xfrm>
        <a:prstGeom prst="roundRect">
          <a:avLst/>
        </a:prstGeom>
        <a:solidFill>
          <a:schemeClr val="accent3">
            <a:alpha val="70000"/>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n-US" sz="1100" kern="1200" dirty="0" smtClean="0">
              <a:effectLst>
                <a:outerShdw blurRad="50800" dist="50800" dir="2700000" algn="tl" rotWithShape="0">
                  <a:srgbClr val="000000">
                    <a:alpha val="43137"/>
                  </a:srgbClr>
                </a:outerShdw>
              </a:effectLst>
            </a:rPr>
            <a:t>SELECT SUM(</a:t>
          </a:r>
          <a:r>
            <a:rPr lang="en-US" sz="1100" kern="1200" dirty="0" err="1" smtClean="0">
              <a:effectLst>
                <a:outerShdw blurRad="50800" dist="50800" dir="2700000" algn="tl" rotWithShape="0">
                  <a:srgbClr val="000000">
                    <a:alpha val="43137"/>
                  </a:srgbClr>
                </a:outerShdw>
              </a:effectLst>
            </a:rPr>
            <a:t>column_name</a:t>
          </a:r>
          <a:r>
            <a:rPr lang="en-US" sz="1100" kern="1200" dirty="0" smtClean="0">
              <a:effectLst>
                <a:outerShdw blurRad="50800" dist="50800" dir="2700000" algn="tl" rotWithShape="0">
                  <a:srgbClr val="000000">
                    <a:alpha val="43137"/>
                  </a:srgbClr>
                </a:outerShdw>
              </a:effectLst>
            </a:rPr>
            <a:t>) FROM </a:t>
          </a:r>
          <a:r>
            <a:rPr lang="en-US" sz="1100" kern="1200" dirty="0" err="1" smtClean="0">
              <a:effectLst>
                <a:outerShdw blurRad="50800" dist="50800" dir="2700000" algn="tl" rotWithShape="0">
                  <a:srgbClr val="000000">
                    <a:alpha val="43137"/>
                  </a:srgbClr>
                </a:outerShdw>
              </a:effectLst>
            </a:rPr>
            <a:t>table_name</a:t>
          </a:r>
          <a:endParaRPr lang="en-US" sz="1100" kern="1200" dirty="0">
            <a:effectLst>
              <a:outerShdw blurRad="50800" dist="50800" dir="2700000" algn="tl" rotWithShape="0">
                <a:srgbClr val="000000">
                  <a:alpha val="43137"/>
                </a:srgbClr>
              </a:outerShdw>
            </a:effectLst>
          </a:endParaRPr>
        </a:p>
      </dsp:txBody>
      <dsp:txXfrm>
        <a:off x="2483027" y="1440777"/>
        <a:ext cx="1534055" cy="2775897"/>
      </dsp:txXfrm>
    </dsp:sp>
    <dsp:sp modelId="{84A3A8D1-DF34-48E2-A52F-5952B0308A6A}">
      <dsp:nvSpPr>
        <dsp:cNvPr id="0" name=""/>
        <dsp:cNvSpPr/>
      </dsp:nvSpPr>
      <dsp:spPr>
        <a:xfrm>
          <a:off x="4374223" y="0"/>
          <a:ext cx="2125042" cy="4525962"/>
        </a:xfrm>
        <a:prstGeom prst="roundRect">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b="1" kern="1200" dirty="0" smtClean="0"/>
            <a:t>MAX() Function</a:t>
          </a:r>
          <a:endParaRPr lang="en-US" sz="3000" kern="1200" dirty="0">
            <a:effectLst>
              <a:outerShdw blurRad="50800" dist="50800" dir="2700000" algn="tl" rotWithShape="0">
                <a:srgbClr val="000000">
                  <a:alpha val="43137"/>
                </a:srgbClr>
              </a:outerShdw>
            </a:effectLst>
          </a:endParaRPr>
        </a:p>
      </dsp:txBody>
      <dsp:txXfrm>
        <a:off x="4440505" y="66282"/>
        <a:ext cx="1992478" cy="1225224"/>
      </dsp:txXfrm>
    </dsp:sp>
    <dsp:sp modelId="{E107E1E3-2E39-482A-A814-054C9D9D97A8}">
      <dsp:nvSpPr>
        <dsp:cNvPr id="0" name=""/>
        <dsp:cNvSpPr/>
      </dsp:nvSpPr>
      <dsp:spPr>
        <a:xfrm>
          <a:off x="4586727" y="1357788"/>
          <a:ext cx="1700033" cy="2941875"/>
        </a:xfrm>
        <a:prstGeom prst="roundRect">
          <a:avLst/>
        </a:prstGeom>
        <a:solidFill>
          <a:schemeClr val="accent3">
            <a:alpha val="70000"/>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n-US" sz="1100" kern="1200" dirty="0" smtClean="0">
              <a:effectLst>
                <a:outerShdw blurRad="50800" dist="50800" dir="2700000" algn="tl" rotWithShape="0">
                  <a:srgbClr val="000000">
                    <a:alpha val="43137"/>
                  </a:srgbClr>
                </a:outerShdw>
              </a:effectLst>
            </a:rPr>
            <a:t>SELECT MAX(</a:t>
          </a:r>
          <a:r>
            <a:rPr lang="en-US" sz="1100" kern="1200" dirty="0" err="1" smtClean="0">
              <a:effectLst>
                <a:outerShdw blurRad="50800" dist="50800" dir="2700000" algn="tl" rotWithShape="0">
                  <a:srgbClr val="000000">
                    <a:alpha val="43137"/>
                  </a:srgbClr>
                </a:outerShdw>
              </a:effectLst>
            </a:rPr>
            <a:t>column_name</a:t>
          </a:r>
          <a:r>
            <a:rPr lang="en-US" sz="1100" kern="1200" dirty="0" smtClean="0">
              <a:effectLst>
                <a:outerShdw blurRad="50800" dist="50800" dir="2700000" algn="tl" rotWithShape="0">
                  <a:srgbClr val="000000">
                    <a:alpha val="43137"/>
                  </a:srgbClr>
                </a:outerShdw>
              </a:effectLst>
            </a:rPr>
            <a:t>) FROM </a:t>
          </a:r>
          <a:r>
            <a:rPr lang="en-US" sz="1100" kern="1200" dirty="0" err="1" smtClean="0">
              <a:effectLst>
                <a:outerShdw blurRad="50800" dist="50800" dir="2700000" algn="tl" rotWithShape="0">
                  <a:srgbClr val="000000">
                    <a:alpha val="43137"/>
                  </a:srgbClr>
                </a:outerShdw>
              </a:effectLst>
            </a:rPr>
            <a:t>table_name</a:t>
          </a:r>
          <a:endParaRPr lang="en-US" sz="1100" kern="1200" dirty="0">
            <a:effectLst>
              <a:outerShdw blurRad="50800" dist="50800" dir="2700000" algn="tl" rotWithShape="0">
                <a:srgbClr val="000000">
                  <a:alpha val="43137"/>
                </a:srgbClr>
              </a:outerShdw>
            </a:effectLst>
          </a:endParaRPr>
        </a:p>
      </dsp:txBody>
      <dsp:txXfrm>
        <a:off x="4669716" y="1440777"/>
        <a:ext cx="1534055" cy="2775897"/>
      </dsp:txXfrm>
    </dsp:sp>
    <dsp:sp modelId="{E2940D69-66D0-478D-A860-7EA394067548}">
      <dsp:nvSpPr>
        <dsp:cNvPr id="0" name=""/>
        <dsp:cNvSpPr/>
      </dsp:nvSpPr>
      <dsp:spPr>
        <a:xfrm>
          <a:off x="6560912" y="0"/>
          <a:ext cx="2125042" cy="4525962"/>
        </a:xfrm>
        <a:prstGeom prst="roundRect">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b="1" kern="1200" dirty="0" smtClean="0"/>
            <a:t>MIN() Function</a:t>
          </a:r>
          <a:endParaRPr lang="en-US" sz="3000" kern="1200" dirty="0">
            <a:effectLst>
              <a:outerShdw blurRad="50800" dist="50800" dir="2700000" algn="tl" rotWithShape="0">
                <a:srgbClr val="000000">
                  <a:alpha val="43137"/>
                </a:srgbClr>
              </a:outerShdw>
            </a:effectLst>
          </a:endParaRPr>
        </a:p>
      </dsp:txBody>
      <dsp:txXfrm>
        <a:off x="6627194" y="66282"/>
        <a:ext cx="1992478" cy="1225224"/>
      </dsp:txXfrm>
    </dsp:sp>
    <dsp:sp modelId="{D18E6177-723D-4610-8862-90C4487AEDAE}">
      <dsp:nvSpPr>
        <dsp:cNvPr id="0" name=""/>
        <dsp:cNvSpPr/>
      </dsp:nvSpPr>
      <dsp:spPr>
        <a:xfrm>
          <a:off x="6773416" y="1357788"/>
          <a:ext cx="1700033" cy="2941875"/>
        </a:xfrm>
        <a:prstGeom prst="roundRect">
          <a:avLst/>
        </a:prstGeom>
        <a:solidFill>
          <a:schemeClr val="accent3">
            <a:alpha val="70000"/>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n-US" sz="1100" kern="1200" dirty="0" smtClean="0">
              <a:effectLst>
                <a:outerShdw blurRad="50800" dist="50800" dir="2700000" algn="tl" rotWithShape="0">
                  <a:srgbClr val="000000">
                    <a:alpha val="43137"/>
                  </a:srgbClr>
                </a:outerShdw>
              </a:effectLst>
            </a:rPr>
            <a:t>SELECT MIN(</a:t>
          </a:r>
          <a:r>
            <a:rPr lang="en-US" sz="1100" kern="1200" dirty="0" err="1" smtClean="0">
              <a:effectLst>
                <a:outerShdw blurRad="50800" dist="50800" dir="2700000" algn="tl" rotWithShape="0">
                  <a:srgbClr val="000000">
                    <a:alpha val="43137"/>
                  </a:srgbClr>
                </a:outerShdw>
              </a:effectLst>
            </a:rPr>
            <a:t>column_name</a:t>
          </a:r>
          <a:r>
            <a:rPr lang="en-US" sz="1100" kern="1200" dirty="0" smtClean="0">
              <a:effectLst>
                <a:outerShdw blurRad="50800" dist="50800" dir="2700000" algn="tl" rotWithShape="0">
                  <a:srgbClr val="000000">
                    <a:alpha val="43137"/>
                  </a:srgbClr>
                </a:outerShdw>
              </a:effectLst>
            </a:rPr>
            <a:t>) FROM </a:t>
          </a:r>
          <a:r>
            <a:rPr lang="en-US" sz="1100" kern="1200" dirty="0" err="1" smtClean="0">
              <a:effectLst>
                <a:outerShdw blurRad="50800" dist="50800" dir="2700000" algn="tl" rotWithShape="0">
                  <a:srgbClr val="000000">
                    <a:alpha val="43137"/>
                  </a:srgbClr>
                </a:outerShdw>
              </a:effectLst>
            </a:rPr>
            <a:t>table_name</a:t>
          </a:r>
          <a:endParaRPr lang="en-US" sz="1100" kern="1200" dirty="0">
            <a:effectLst>
              <a:outerShdw blurRad="50800" dist="50800" dir="2700000" algn="tl" rotWithShape="0">
                <a:srgbClr val="000000">
                  <a:alpha val="43137"/>
                </a:srgbClr>
              </a:outerShdw>
            </a:effectLst>
          </a:endParaRPr>
        </a:p>
      </dsp:txBody>
      <dsp:txXfrm>
        <a:off x="6856405" y="1440777"/>
        <a:ext cx="1534055" cy="27758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20A95-DCE8-433E-A72E-8BBE3B048947}">
      <dsp:nvSpPr>
        <dsp:cNvPr id="0" name=""/>
        <dsp:cNvSpPr/>
      </dsp:nvSpPr>
      <dsp:spPr>
        <a:xfrm>
          <a:off x="4634" y="0"/>
          <a:ext cx="2837631" cy="4525962"/>
        </a:xfrm>
        <a:prstGeom prst="roundRect">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b="1" kern="1200" dirty="0" smtClean="0"/>
            <a:t>AVG() Function</a:t>
          </a:r>
          <a:endParaRPr lang="en-US" sz="3000" kern="1200" dirty="0">
            <a:effectLst>
              <a:outerShdw blurRad="50800" dist="50800" dir="2700000" algn="tl" rotWithShape="0">
                <a:srgbClr val="000000">
                  <a:alpha val="43137"/>
                </a:srgbClr>
              </a:outerShdw>
            </a:effectLst>
          </a:endParaRPr>
        </a:p>
      </dsp:txBody>
      <dsp:txXfrm>
        <a:off x="70916" y="66282"/>
        <a:ext cx="2705067" cy="1225224"/>
      </dsp:txXfrm>
    </dsp:sp>
    <dsp:sp modelId="{FFB49265-5835-42EB-91AC-B179F990FCF4}">
      <dsp:nvSpPr>
        <dsp:cNvPr id="0" name=""/>
        <dsp:cNvSpPr/>
      </dsp:nvSpPr>
      <dsp:spPr>
        <a:xfrm>
          <a:off x="288397" y="1357788"/>
          <a:ext cx="2270105" cy="2941875"/>
        </a:xfrm>
        <a:prstGeom prst="roundRect">
          <a:avLst/>
        </a:prstGeom>
        <a:solidFill>
          <a:schemeClr val="accent3">
            <a:alpha val="70000"/>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kern="1200" dirty="0" smtClean="0">
              <a:effectLst>
                <a:outerShdw blurRad="50800" dist="50800" dir="2700000" algn="tl" rotWithShape="0">
                  <a:srgbClr val="000000">
                    <a:alpha val="43137"/>
                  </a:srgbClr>
                </a:outerShdw>
              </a:effectLst>
            </a:rPr>
            <a:t>SELECT AVG(</a:t>
          </a:r>
          <a:r>
            <a:rPr lang="en-US" sz="1700" kern="1200" dirty="0" err="1" smtClean="0">
              <a:effectLst>
                <a:outerShdw blurRad="50800" dist="50800" dir="2700000" algn="tl" rotWithShape="0">
                  <a:srgbClr val="000000">
                    <a:alpha val="43137"/>
                  </a:srgbClr>
                </a:outerShdw>
              </a:effectLst>
            </a:rPr>
            <a:t>column_name</a:t>
          </a:r>
          <a:r>
            <a:rPr lang="en-US" sz="1700" kern="1200" dirty="0" smtClean="0">
              <a:effectLst>
                <a:outerShdw blurRad="50800" dist="50800" dir="2700000" algn="tl" rotWithShape="0">
                  <a:srgbClr val="000000">
                    <a:alpha val="43137"/>
                  </a:srgbClr>
                </a:outerShdw>
              </a:effectLst>
            </a:rPr>
            <a:t>) FROM </a:t>
          </a:r>
          <a:r>
            <a:rPr lang="en-US" sz="1700" kern="1200" dirty="0" err="1" smtClean="0">
              <a:effectLst>
                <a:outerShdw blurRad="50800" dist="50800" dir="2700000" algn="tl" rotWithShape="0">
                  <a:srgbClr val="000000">
                    <a:alpha val="43137"/>
                  </a:srgbClr>
                </a:outerShdw>
              </a:effectLst>
            </a:rPr>
            <a:t>table_name</a:t>
          </a:r>
          <a:endParaRPr lang="en-US" sz="1700" kern="1200" dirty="0">
            <a:effectLst>
              <a:outerShdw blurRad="50800" dist="50800" dir="2700000" algn="tl" rotWithShape="0">
                <a:srgbClr val="000000">
                  <a:alpha val="43137"/>
                </a:srgbClr>
              </a:outerShdw>
            </a:effectLst>
          </a:endParaRPr>
        </a:p>
      </dsp:txBody>
      <dsp:txXfrm>
        <a:off x="399214" y="1468605"/>
        <a:ext cx="2048471" cy="2720241"/>
      </dsp:txXfrm>
    </dsp:sp>
    <dsp:sp modelId="{B3D93258-9A3B-4771-8060-D6E28EA8979F}">
      <dsp:nvSpPr>
        <dsp:cNvPr id="0" name=""/>
        <dsp:cNvSpPr/>
      </dsp:nvSpPr>
      <dsp:spPr>
        <a:xfrm>
          <a:off x="2924584" y="0"/>
          <a:ext cx="2837631" cy="4525962"/>
        </a:xfrm>
        <a:prstGeom prst="roundRect">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b="1" kern="1200" dirty="0" smtClean="0"/>
            <a:t>IS NULL Clause</a:t>
          </a:r>
          <a:endParaRPr lang="en-US" sz="3000" kern="1200" dirty="0">
            <a:effectLst>
              <a:outerShdw blurRad="50800" dist="50800" dir="2700000" algn="tl" rotWithShape="0">
                <a:srgbClr val="000000">
                  <a:alpha val="43137"/>
                </a:srgbClr>
              </a:outerShdw>
            </a:effectLst>
          </a:endParaRPr>
        </a:p>
      </dsp:txBody>
      <dsp:txXfrm>
        <a:off x="2990866" y="66282"/>
        <a:ext cx="2705067" cy="1225224"/>
      </dsp:txXfrm>
    </dsp:sp>
    <dsp:sp modelId="{1E7A2B48-D91F-4375-B169-E0839DD0C284}">
      <dsp:nvSpPr>
        <dsp:cNvPr id="0" name=""/>
        <dsp:cNvSpPr/>
      </dsp:nvSpPr>
      <dsp:spPr>
        <a:xfrm>
          <a:off x="3208347" y="1357788"/>
          <a:ext cx="2270105" cy="2941875"/>
        </a:xfrm>
        <a:prstGeom prst="roundRect">
          <a:avLst/>
        </a:prstGeom>
        <a:solidFill>
          <a:schemeClr val="accent3">
            <a:alpha val="70000"/>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kern="1200" dirty="0" smtClean="0">
              <a:effectLst>
                <a:outerShdw blurRad="50800" dist="50800" dir="2700000" algn="tl" rotWithShape="0">
                  <a:srgbClr val="000000">
                    <a:alpha val="43137"/>
                  </a:srgbClr>
                </a:outerShdw>
              </a:effectLst>
            </a:rPr>
            <a:t>select * </a:t>
          </a:r>
          <a:br>
            <a:rPr lang="en-US" sz="1700" kern="1200" dirty="0" smtClean="0">
              <a:effectLst>
                <a:outerShdw blurRad="50800" dist="50800" dir="2700000" algn="tl" rotWithShape="0">
                  <a:srgbClr val="000000">
                    <a:alpha val="43137"/>
                  </a:srgbClr>
                </a:outerShdw>
              </a:effectLst>
            </a:rPr>
          </a:br>
          <a:r>
            <a:rPr lang="en-US" sz="1700" kern="1200" dirty="0" smtClean="0">
              <a:effectLst>
                <a:outerShdw blurRad="50800" dist="50800" dir="2700000" algn="tl" rotWithShape="0">
                  <a:srgbClr val="000000">
                    <a:alpha val="43137"/>
                  </a:srgbClr>
                </a:outerShdw>
              </a:effectLst>
            </a:rPr>
            <a:t>from STUDENT </a:t>
          </a:r>
          <a:br>
            <a:rPr lang="en-US" sz="1700" kern="1200" dirty="0" smtClean="0">
              <a:effectLst>
                <a:outerShdw blurRad="50800" dist="50800" dir="2700000" algn="tl" rotWithShape="0">
                  <a:srgbClr val="000000">
                    <a:alpha val="43137"/>
                  </a:srgbClr>
                </a:outerShdw>
              </a:effectLst>
            </a:rPr>
          </a:br>
          <a:r>
            <a:rPr lang="en-US" sz="1700" kern="1200" dirty="0" smtClean="0">
              <a:effectLst>
                <a:outerShdw blurRad="50800" dist="50800" dir="2700000" algn="tl" rotWithShape="0">
                  <a:srgbClr val="000000">
                    <a:alpha val="43137"/>
                  </a:srgbClr>
                </a:outerShdw>
              </a:effectLst>
            </a:rPr>
            <a:t>where </a:t>
          </a:r>
          <a:br>
            <a:rPr lang="en-US" sz="1700" kern="1200" dirty="0" smtClean="0">
              <a:effectLst>
                <a:outerShdw blurRad="50800" dist="50800" dir="2700000" algn="tl" rotWithShape="0">
                  <a:srgbClr val="000000">
                    <a:alpha val="43137"/>
                  </a:srgbClr>
                </a:outerShdw>
              </a:effectLst>
            </a:rPr>
          </a:br>
          <a:r>
            <a:rPr lang="en-US" sz="1700" kern="1200" dirty="0" smtClean="0">
              <a:effectLst>
                <a:outerShdw blurRad="50800" dist="50800" dir="2700000" algn="tl" rotWithShape="0">
                  <a:srgbClr val="000000">
                    <a:alpha val="43137"/>
                  </a:srgbClr>
                </a:outerShdw>
              </a:effectLst>
            </a:rPr>
            <a:t>name is null</a:t>
          </a:r>
          <a:endParaRPr lang="en-US" sz="1700" kern="1200" dirty="0">
            <a:effectLst>
              <a:outerShdw blurRad="50800" dist="50800" dir="2700000" algn="tl" rotWithShape="0">
                <a:srgbClr val="000000">
                  <a:alpha val="43137"/>
                </a:srgbClr>
              </a:outerShdw>
            </a:effectLst>
          </a:endParaRPr>
        </a:p>
      </dsp:txBody>
      <dsp:txXfrm>
        <a:off x="3319164" y="1468605"/>
        <a:ext cx="2048471" cy="2720241"/>
      </dsp:txXfrm>
    </dsp:sp>
    <dsp:sp modelId="{84A3A8D1-DF34-48E2-A52F-5952B0308A6A}">
      <dsp:nvSpPr>
        <dsp:cNvPr id="0" name=""/>
        <dsp:cNvSpPr/>
      </dsp:nvSpPr>
      <dsp:spPr>
        <a:xfrm>
          <a:off x="5844534" y="0"/>
          <a:ext cx="2837631" cy="4525962"/>
        </a:xfrm>
        <a:prstGeom prst="roundRect">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b="1" kern="1200" dirty="0" smtClean="0"/>
            <a:t>TOP Clause</a:t>
          </a:r>
          <a:endParaRPr lang="en-US" sz="3000" kern="1200" dirty="0">
            <a:effectLst>
              <a:outerShdw blurRad="50800" dist="50800" dir="2700000" algn="tl" rotWithShape="0">
                <a:srgbClr val="000000">
                  <a:alpha val="43137"/>
                </a:srgbClr>
              </a:outerShdw>
            </a:effectLst>
          </a:endParaRPr>
        </a:p>
      </dsp:txBody>
      <dsp:txXfrm>
        <a:off x="5910816" y="66282"/>
        <a:ext cx="2705067" cy="1225224"/>
      </dsp:txXfrm>
    </dsp:sp>
    <dsp:sp modelId="{E107E1E3-2E39-482A-A814-054C9D9D97A8}">
      <dsp:nvSpPr>
        <dsp:cNvPr id="0" name=""/>
        <dsp:cNvSpPr/>
      </dsp:nvSpPr>
      <dsp:spPr>
        <a:xfrm>
          <a:off x="6128297" y="1357788"/>
          <a:ext cx="2270105" cy="2941875"/>
        </a:xfrm>
        <a:prstGeom prst="roundRect">
          <a:avLst/>
        </a:prstGeom>
        <a:solidFill>
          <a:schemeClr val="accent3">
            <a:alpha val="70000"/>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kern="1200" dirty="0" smtClean="0">
              <a:effectLst>
                <a:outerShdw blurRad="50800" dist="50800" dir="2700000" algn="tl" rotWithShape="0">
                  <a:srgbClr val="000000">
                    <a:alpha val="43137"/>
                  </a:srgbClr>
                </a:outerShdw>
              </a:effectLst>
            </a:rPr>
            <a:t>SELECT TOP 2 * FROM Persons</a:t>
          </a:r>
          <a:endParaRPr lang="en-US" sz="1700" kern="1200" dirty="0">
            <a:effectLst>
              <a:outerShdw blurRad="50800" dist="50800" dir="2700000" algn="tl" rotWithShape="0">
                <a:srgbClr val="000000">
                  <a:alpha val="43137"/>
                </a:srgbClr>
              </a:outerShdw>
            </a:effectLst>
          </a:endParaRPr>
        </a:p>
      </dsp:txBody>
      <dsp:txXfrm>
        <a:off x="6239114" y="1468605"/>
        <a:ext cx="2048471" cy="27202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818F38-E9E9-4731-846C-A339E3F909CE}">
      <dsp:nvSpPr>
        <dsp:cNvPr id="0" name=""/>
        <dsp:cNvSpPr/>
      </dsp:nvSpPr>
      <dsp:spPr>
        <a:xfrm>
          <a:off x="4777" y="0"/>
          <a:ext cx="2866644" cy="2172461"/>
        </a:xfrm>
        <a:prstGeom prst="upArrow">
          <a:avLst/>
        </a:prstGeom>
        <a:solidFill>
          <a:schemeClr val="accent3">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 modelId="{29A09746-3897-40B0-9DE1-1F520A35657B}">
      <dsp:nvSpPr>
        <dsp:cNvPr id="0" name=""/>
        <dsp:cNvSpPr/>
      </dsp:nvSpPr>
      <dsp:spPr>
        <a:xfrm>
          <a:off x="2957421" y="0"/>
          <a:ext cx="4864608" cy="2172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032" tIns="0" rIns="256032" bIns="256032" numCol="1" spcCol="1270" anchor="ctr" anchorCtr="0">
          <a:noAutofit/>
        </a:bodyPr>
        <a:lstStyle/>
        <a:p>
          <a:pPr lvl="0" algn="l" defTabSz="1600200">
            <a:lnSpc>
              <a:spcPct val="90000"/>
            </a:lnSpc>
            <a:spcBef>
              <a:spcPct val="0"/>
            </a:spcBef>
            <a:spcAft>
              <a:spcPct val="35000"/>
            </a:spcAft>
          </a:pPr>
          <a:r>
            <a:rPr lang="en-US" sz="3600" kern="1200" dirty="0" smtClean="0">
              <a:effectLst>
                <a:outerShdw blurRad="50800" dist="50800" dir="2700000" algn="tl" rotWithShape="0">
                  <a:srgbClr val="000000">
                    <a:alpha val="43137"/>
                  </a:srgbClr>
                </a:outerShdw>
              </a:effectLst>
            </a:rPr>
            <a:t>BASIC SQL</a:t>
          </a:r>
          <a:endParaRPr lang="en-US" sz="3600" kern="1200" dirty="0">
            <a:effectLst>
              <a:outerShdw blurRad="50800" dist="50800" dir="2700000" algn="tl" rotWithShape="0">
                <a:srgbClr val="000000">
                  <a:alpha val="43137"/>
                </a:srgbClr>
              </a:outerShdw>
            </a:effectLst>
          </a:endParaRPr>
        </a:p>
      </dsp:txBody>
      <dsp:txXfrm>
        <a:off x="2957421" y="0"/>
        <a:ext cx="4864608" cy="2172461"/>
      </dsp:txXfrm>
    </dsp:sp>
    <dsp:sp modelId="{25FCF542-93E1-4F44-9D77-BC6E02C72729}">
      <dsp:nvSpPr>
        <dsp:cNvPr id="0" name=""/>
        <dsp:cNvSpPr/>
      </dsp:nvSpPr>
      <dsp:spPr>
        <a:xfrm>
          <a:off x="864770" y="2353500"/>
          <a:ext cx="2866644" cy="2172461"/>
        </a:xfrm>
        <a:prstGeom prst="downArrow">
          <a:avLst/>
        </a:prstGeom>
        <a:solidFill>
          <a:schemeClr val="accent3">
            <a:shade val="80000"/>
            <a:hueOff val="-530984"/>
            <a:satOff val="5406"/>
            <a:lumOff val="32441"/>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 modelId="{A9C86BE5-444B-4813-91C8-07985C429421}">
      <dsp:nvSpPr>
        <dsp:cNvPr id="0" name=""/>
        <dsp:cNvSpPr/>
      </dsp:nvSpPr>
      <dsp:spPr>
        <a:xfrm>
          <a:off x="3817414" y="2353500"/>
          <a:ext cx="4864608" cy="2172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032" tIns="0" rIns="256032" bIns="256032" numCol="1" spcCol="1270" anchor="ctr" anchorCtr="0">
          <a:noAutofit/>
        </a:bodyPr>
        <a:lstStyle/>
        <a:p>
          <a:pPr lvl="0" algn="l" defTabSz="1600200">
            <a:lnSpc>
              <a:spcPct val="90000"/>
            </a:lnSpc>
            <a:spcBef>
              <a:spcPct val="0"/>
            </a:spcBef>
            <a:spcAft>
              <a:spcPct val="35000"/>
            </a:spcAft>
          </a:pPr>
          <a:r>
            <a:rPr lang="en-US" sz="3600" kern="1200" dirty="0" smtClean="0">
              <a:effectLst>
                <a:outerShdw blurRad="50800" dist="50800" dir="2700000" algn="tl" rotWithShape="0">
                  <a:srgbClr val="000000">
                    <a:alpha val="43137"/>
                  </a:srgbClr>
                </a:outerShdw>
              </a:effectLst>
            </a:rPr>
            <a:t>ADVANCED SQL</a:t>
          </a:r>
          <a:endParaRPr lang="en-US" sz="3600" kern="1200" dirty="0">
            <a:effectLst>
              <a:outerShdw blurRad="50800" dist="50800" dir="2700000" algn="tl" rotWithShape="0">
                <a:srgbClr val="000000">
                  <a:alpha val="43137"/>
                </a:srgbClr>
              </a:outerShdw>
            </a:effectLst>
          </a:endParaRPr>
        </a:p>
      </dsp:txBody>
      <dsp:txXfrm>
        <a:off x="3817414" y="2353500"/>
        <a:ext cx="4864608" cy="2172461"/>
      </dsp:txXfrm>
    </dsp:sp>
  </dsp:spTree>
</dsp:drawing>
</file>

<file path=ppt/diagrams/layout1.xml><?xml version="1.0" encoding="utf-8"?>
<dgm:layoutDef xmlns:dgm="http://schemas.openxmlformats.org/drawingml/2006/diagram" xmlns:a="http://schemas.openxmlformats.org/drawingml/2006/main" uniqueId="urn:microsoft.com/office/officeart/2005/8/layout/arrow2#1" minVer="12.0">
  <dgm:title val=""/>
  <dgm:desc val=""/>
  <dgm:catLst>
    <dgm:cat type="process" pri="9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varLst>
    <dgm:alg type="composite">
      <dgm:param type="vertAlign" val="none"/>
      <dgm:param type="horzAlign" val="none"/>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choose name="Name0">
      <dgm:if name="Name1" axis="ch" ptType="node" func="cnt" op="gte" val="1">
        <dgm:layoutNode name="arrow" styleLbl="bgShp">
          <dgm:alg type="sp"/>
          <dgm:shape xmlns:r="http://schemas.openxmlformats.org/officeDocument/2006/relationships" type="swooshArrow" r:blip="">
            <dgm:adjLst/>
          </dgm:shape>
          <dgm:presOf/>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1" refType="w" fact="0.43525"/>
                <dgm:constr type="t" for="ch" forName="textBox1" refType="h" fact="0.41625"/>
                <dgm:constr type="w" for="ch" forName="textBox1" refType="w" fact="0.4"/>
                <dgm:constr type="h" for="ch" forName="textBox1" refType="h" fact="0.4"/>
                <dgm:constr type="ctrX" for="ch" forName="bullet1" refType="l" refFor="ch" refForName="textBox1"/>
                <dgm:constr type="ctrY" for="ch" forName="bullet1" refType="t" refFor="ch" refForName="textBox1"/>
                <dgm:constr type="w" for="ch" forName="bullet1" refType="w" fact="0.0325"/>
                <dgm:constr type="h" for="ch" forName="bullet1" refType="w" refFor="ch" refForName="bullet1"/>
                <dgm:constr type="primFontSz" for="ch" ptType="node" val="36"/>
                <dgm:constr type="primFontSz" for="ch" ptType="node" op="equ"/>
              </dgm:constrLst>
              <dgm:forEach name="Name5" axis="ch" ptType="node" cnt="1">
                <dgm:layoutNode name="textBox1"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1" styleLbl="node1">
                  <dgm:alg type="sp"/>
                  <dgm:shape xmlns:r="http://schemas.openxmlformats.org/officeDocument/2006/relationships" type="ellipse" r:blip="">
                    <dgm:adjLst/>
                  </dgm:shape>
                  <dgm:presOf/>
                  <dgm:constr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2a" refType="w" fact="0.2735"/>
                <dgm:constr type="t" for="ch" forName="textBox2a" refType="h" fact="0.5565"/>
                <dgm:constr type="w" for="ch" forName="textBox2a" refType="w" fact="0.325"/>
                <dgm:constr type="h" for="ch" forName="textBox2a" refType="h" fact="0.4"/>
                <dgm:constr type="ctrX" for="ch" forName="bullet2a" refType="l" refFor="ch" refForName="textBox2a"/>
                <dgm:constr type="ctrY" for="ch" forName="bullet2a" refType="t" refFor="ch" refForName="textBox2a"/>
                <dgm:constr type="w" for="ch" forName="bullet2a" refType="w" fact="0.025"/>
                <dgm:constr type="h" for="ch" forName="bullet2a" refType="w" refFor="ch" refForName="bullet2a"/>
                <dgm:constr type="l" for="ch" forName="textBox2b" refType="w" fact="0.6145"/>
                <dgm:constr type="t" for="ch" forName="textBox2b" refType="h" fact="0.3085"/>
                <dgm:constr type="w" for="ch" forName="textBox2b" refType="w" fact="0.325"/>
                <dgm:constr type="h" for="ch" forName="textBox2b" refType="h" fact="0.4"/>
                <dgm:constr type="ctrX" for="ch" forName="bullet2b" refType="l" refFor="ch" refForName="textBox2b"/>
                <dgm:constr type="ctrY" for="ch" forName="bullet2b" refType="t" refFor="ch" refForName="textBox2b"/>
                <dgm:constr type="w" for="ch" forName="bullet2b" refType="w" fact="0.035"/>
                <dgm:constr type="h" for="ch" forName="bullet2b" refType="w" refFor="ch" refForName="bullet2b"/>
                <dgm:constr type="primFontSz" for="ch" ptType="node" val="36"/>
                <dgm:constr type="primFontSz" for="ch" ptType="node" op="equ"/>
              </dgm:constrLst>
              <dgm:forEach name="Name7" axis="ch" ptType="node" cnt="1">
                <dgm:layoutNode name="textBox2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2a" styleLbl="node1">
                  <dgm:alg type="sp"/>
                  <dgm:shape xmlns:r="http://schemas.openxmlformats.org/officeDocument/2006/relationships" type="ellipse" r:blip="">
                    <dgm:adjLst/>
                  </dgm:shape>
                  <dgm:presOf/>
                </dgm:layoutNode>
              </dgm:forEach>
              <dgm:forEach name="Name8" axis="ch" ptType="node" st="2" cnt="1">
                <dgm:layoutNode name="textBox2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2b" styleLbl="node1">
                  <dgm:alg type="sp"/>
                  <dgm:shape xmlns:r="http://schemas.openxmlformats.org/officeDocument/2006/relationships" type="ellipse" r:blip="">
                    <dgm:adjLst/>
                  </dgm:shape>
                  <dgm:presOf/>
                </dgm:layoutNode>
              </dgm:forEach>
            </dgm:layoutNode>
          </dgm:if>
          <dgm:if name="Name9" axis="ch" ptType="node" func="cnt" op="equ" val="3">
            <dgm:layoutNode name="arrowDiagram3">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3a" refType="w" fact="0.176"/>
                <dgm:constr type="t" for="ch" forName="textBox3a" refType="h" fact="0.668"/>
                <dgm:constr type="w" for="ch" forName="textBox3a" refType="w" fact="0.25"/>
                <dgm:constr type="h" for="ch" forName="textBox3a" refType="h" fact="0.26"/>
                <dgm:constr type="ctrX" for="ch" forName="bullet3a" refType="l" refFor="ch" refForName="textBox3a"/>
                <dgm:constr type="ctrY" for="ch" forName="bullet3a" refType="t" refFor="ch" refForName="textBox3a"/>
                <dgm:constr type="w" for="ch" forName="bullet3a" refType="w" fact="0.02"/>
                <dgm:constr type="h" for="ch" forName="bullet3a" refType="w" refFor="ch" refForName="bullet3a"/>
                <dgm:constr type="l" for="ch" forName="textBox3b" refType="w" fact="0.43525"/>
                <dgm:constr type="t" for="ch" forName="textBox3b" refType="h" fact="0.41625"/>
                <dgm:constr type="w" for="ch" forName="textBox3b" refType="w" fact="0.25"/>
                <dgm:constr type="h" for="ch" forName="textBox3b" refType="h" fact="0.26"/>
                <dgm:constr type="ctrX" for="ch" forName="bullet3b" refType="l" refFor="ch" refForName="textBox3b"/>
                <dgm:constr type="ctrY" for="ch" forName="bullet3b" refType="t" refFor="ch" refForName="textBox3b"/>
                <dgm:constr type="w" for="ch" forName="bullet3b" refType="w" fact="0.0325"/>
                <dgm:constr type="h" for="ch" forName="bullet3b" refType="w" refFor="ch" refForName="bullet3b"/>
                <dgm:constr type="l" for="ch" forName="textBox3c" refType="w" fact="0.73675"/>
                <dgm:constr type="t" for="ch" forName="textBox3c" refType="h" fact="0.25475"/>
                <dgm:constr type="w" for="ch" forName="textBox3c" refType="w" fact="0.25"/>
                <dgm:constr type="h" for="ch" forName="textBox3c" refType="h" fact="0.26"/>
                <dgm:constr type="ctrX" for="ch" forName="bullet3c" refType="l" refFor="ch" refForName="textBox3c"/>
                <dgm:constr type="ctrY" for="ch" forName="bullet3c" refType="t" refFor="ch" refForName="textBox3c"/>
                <dgm:constr type="w" for="ch" forName="bullet3c" refType="w" fact="0.0375"/>
                <dgm:constr type="h" for="ch" forName="bullet3c" refType="w" refFor="ch" refForName="bullet3c"/>
                <dgm:constr type="primFontSz" for="ch" ptType="node" val="36"/>
                <dgm:constr type="primFontSz" for="ch" ptType="node" op="equ"/>
              </dgm:constrLst>
              <dgm:forEach name="Name10" axis="ch" ptType="node" cnt="1">
                <dgm:layoutNode name="textBox3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3a" styleLbl="node1">
                  <dgm:alg type="sp"/>
                  <dgm:shape xmlns:r="http://schemas.openxmlformats.org/officeDocument/2006/relationships" type="ellipse" r:blip="">
                    <dgm:adjLst/>
                  </dgm:shape>
                  <dgm:presOf/>
                </dgm:layoutNode>
              </dgm:forEach>
              <dgm:forEach name="Name11" axis="ch" ptType="node" st="2" cnt="1">
                <dgm:layoutNode name="textBox3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3b" styleLbl="node1">
                  <dgm:alg type="sp"/>
                  <dgm:shape xmlns:r="http://schemas.openxmlformats.org/officeDocument/2006/relationships" type="ellipse" r:blip="">
                    <dgm:adjLst/>
                  </dgm:shape>
                  <dgm:presOf/>
                </dgm:layoutNode>
              </dgm:forEach>
              <dgm:forEach name="Name12" axis="ch" ptType="node" st="3" cnt="1">
                <dgm:layoutNode name="textBox3c"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3c" styleLbl="node1">
                  <dgm:alg type="sp"/>
                  <dgm:shape xmlns:r="http://schemas.openxmlformats.org/officeDocument/2006/relationships" type="ellipse" r:blip="">
                    <dgm:adjLst/>
                  </dgm:shape>
                  <dgm:presOf/>
                </dgm:layoutNode>
              </dgm:forEach>
            </dgm:layoutNode>
          </dgm:if>
          <dgm:if name="Name13" axis="ch" ptType="node" func="cnt" op="equ" val="4">
            <dgm:layoutNode name="arrowDiagram4">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4a" refType="w" fact="0.139"/>
                <dgm:constr type="t" for="ch" forName="textBox4a" refType="h" fact="0.72"/>
                <dgm:constr type="w" for="ch" forName="textBox4a" refType="w" fact="0.175"/>
                <dgm:constr type="h" for="ch" forName="textBox4a" refType="h" fact="0.26"/>
                <dgm:constr type="ctrX" for="ch" forName="bullet4a" refType="l" refFor="ch" refForName="textBox4a"/>
                <dgm:constr type="ctrY" for="ch" forName="bullet4a" refType="t" refFor="ch" refForName="textBox4a"/>
                <dgm:constr type="w" for="ch" forName="bullet4a" refType="w" fact="0.02"/>
                <dgm:constr type="h" for="ch" forName="bullet4a" refType="w" refFor="ch" refForName="bullet4a"/>
                <dgm:constr type="l" for="ch" forName="textBox4b" refType="w" fact="0.33075"/>
                <dgm:constr type="t" for="ch" forName="textBox4b" refType="h" fact="0.49775"/>
                <dgm:constr type="w" for="ch" forName="textBox4b" refType="w" fact="0.175"/>
                <dgm:constr type="h" for="ch" forName="textBox4b" refType="h" fact="0.26"/>
                <dgm:constr type="ctrX" for="ch" forName="bullet4b" refType="l" refFor="ch" refForName="textBox4b"/>
                <dgm:constr type="ctrY" for="ch" forName="bullet4b" refType="t" refFor="ch" refForName="textBox4b"/>
                <dgm:constr type="w" for="ch" forName="bullet4b" refType="w" fact="0.0275"/>
                <dgm:constr type="h" for="ch" forName="bullet4b" refType="w" refFor="ch" refForName="bullet4b"/>
                <dgm:constr type="l" for="ch" forName="textBox4c" refType="w" fact="0.55925"/>
                <dgm:constr type="t" for="ch" forName="textBox4c" refType="h" fact="0.33325"/>
                <dgm:constr type="w" for="ch" forName="textBox4c" refType="w" fact="0.175"/>
                <dgm:constr type="h" for="ch" forName="textBox4c" refType="h" fact="0.26"/>
                <dgm:constr type="ctrX" for="ch" forName="bullet4c" refType="l" refFor="ch" refForName="textBox4c"/>
                <dgm:constr type="ctrY" for="ch" forName="bullet4c" refType="t" refFor="ch" refForName="textBox4c"/>
                <dgm:constr type="w" for="ch" forName="bullet4c" refType="w" fact="0.0325"/>
                <dgm:constr type="h" for="ch" forName="bullet4c" refType="w" refFor="ch" refForName="bullet4c"/>
                <dgm:constr type="l" for="ch" forName="textBox4d" refType="w" fact="0.79675"/>
                <dgm:constr type="t" for="ch" forName="textBox4d" refType="h" fact="0.23575"/>
                <dgm:constr type="w" for="ch" forName="textBox4d" refType="w" fact="0.175"/>
                <dgm:constr type="h" for="ch" forName="textBox4d" refType="h" fact="0.26"/>
                <dgm:constr type="ctrX" for="ch" forName="bullet4d" refType="l" refFor="ch" refForName="textBox4d"/>
                <dgm:constr type="ctrY" for="ch" forName="bullet4d" refType="t" refFor="ch" refForName="textBox4d"/>
                <dgm:constr type="w" for="ch" forName="bullet4d" refType="w" fact="0.0375"/>
                <dgm:constr type="h" for="ch" forName="bullet4d" refType="w" refFor="ch" refForName="bullet4d"/>
                <dgm:constr type="primFontSz" for="ch" ptType="node" val="36"/>
                <dgm:constr type="primFontSz" for="ch" ptType="node" op="equ"/>
              </dgm:constrLst>
              <dgm:forEach name="Name14" axis="ch" ptType="node" cnt="1">
                <dgm:layoutNode name="textBox4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a" styleLbl="node1">
                  <dgm:alg type="sp"/>
                  <dgm:shape xmlns:r="http://schemas.openxmlformats.org/officeDocument/2006/relationships" type="ellipse" r:blip="">
                    <dgm:adjLst/>
                  </dgm:shape>
                  <dgm:presOf/>
                </dgm:layoutNode>
              </dgm:forEach>
              <dgm:forEach name="Name15" axis="ch" ptType="node" st="2" cnt="1">
                <dgm:layoutNode name="textBox4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b" styleLbl="node1">
                  <dgm:alg type="sp"/>
                  <dgm:shape xmlns:r="http://schemas.openxmlformats.org/officeDocument/2006/relationships" type="ellipse" r:blip="">
                    <dgm:adjLst/>
                  </dgm:shape>
                  <dgm:presOf/>
                </dgm:layoutNode>
              </dgm:forEach>
              <dgm:forEach name="Name16" axis="ch" ptType="node" st="3" cnt="1">
                <dgm:layoutNode name="textBox4c"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c" styleLbl="node1">
                  <dgm:alg type="sp"/>
                  <dgm:shape xmlns:r="http://schemas.openxmlformats.org/officeDocument/2006/relationships" type="ellipse" r:blip="">
                    <dgm:adjLst/>
                  </dgm:shape>
                  <dgm:presOf/>
                </dgm:layoutNode>
              </dgm:forEach>
              <dgm:forEach name="Name17" axis="ch" ptType="node" st="4" cnt="1">
                <dgm:layoutNode name="textBox4d"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d" styleLbl="node1">
                  <dgm:alg type="sp"/>
                  <dgm:shape xmlns:r="http://schemas.openxmlformats.org/officeDocument/2006/relationships" type="ellipse" r:blip="">
                    <dgm:adjLst/>
                  </dgm:shape>
                  <dgm:presOf/>
                </dgm:layoutNode>
              </dgm:forEach>
            </dgm:layoutNode>
          </dgm:if>
          <dgm:else name="Name18">
            <dgm:layoutNode name="arrowDiagram5">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5a" refType="w" fact="0.139"/>
                <dgm:constr type="t" for="ch" forName="textBox5a" refType="h" fact="0.72"/>
                <dgm:constr type="w" for="ch" forName="textBox5a" refType="w" fact="0.125"/>
                <dgm:constr type="h" for="ch" forName="textBox5a" refType="h" fact="0.26"/>
                <dgm:constr type="ctrX" for="ch" forName="bullet5a" refType="l" refFor="ch" refForName="textBox5a"/>
                <dgm:constr type="ctrY" for="ch" forName="bullet5a" refType="t" refFor="ch" refForName="textBox5a"/>
                <dgm:constr type="w" for="ch" forName="bullet5a" refType="w" fact="0.02"/>
                <dgm:constr type="h" for="ch" forName="bullet5a" refType="w" refFor="ch" refForName="bullet5a"/>
                <dgm:constr type="l" for="ch" forName="textBox5b" refType="w" fact="0.2735"/>
                <dgm:constr type="t" for="ch" forName="textBox5b" refType="h" fact="0.5565"/>
                <dgm:constr type="w" for="ch" forName="textBox5b" refType="w" fact="0.125"/>
                <dgm:constr type="h" for="ch" forName="textBox5b" refType="h" fact="0.26"/>
                <dgm:constr type="ctrX" for="ch" forName="bullet5b" refType="l" refFor="ch" refForName="textBox5b"/>
                <dgm:constr type="ctrY" for="ch" forName="bullet5b" refType="t" refFor="ch" refForName="textBox5b"/>
                <dgm:constr type="w" for="ch" forName="bullet5b" refType="w" fact="0.025"/>
                <dgm:constr type="h" for="ch" forName="bullet5b" refType="w" refFor="ch" refForName="bullet5b"/>
                <dgm:constr type="l" for="ch" forName="textBox5c" refType="w" fact="0.43525"/>
                <dgm:constr type="t" for="ch" forName="textBox5c" refType="h" fact="0.41625"/>
                <dgm:constr type="w" for="ch" forName="textBox5c" refType="w" fact="0.125"/>
                <dgm:constr type="h" for="ch" forName="textBox5c" refType="h" fact="0.26"/>
                <dgm:constr type="ctrX" for="ch" forName="bullet5c" refType="l" refFor="ch" refForName="textBox5c"/>
                <dgm:constr type="ctrY" for="ch" forName="bullet5c" refType="t" refFor="ch" refForName="textBox5c"/>
                <dgm:constr type="w" for="ch" forName="bullet5c" refType="w" fact="0.0325"/>
                <dgm:constr type="h" for="ch" forName="bullet5c" refType="w" refFor="ch" refForName="bullet5c"/>
                <dgm:constr type="l" for="ch" forName="textBox5d" refType="w" fact="0.6145"/>
                <dgm:constr type="t" for="ch" forName="textBox5d" refType="h" fact="0.3085"/>
                <dgm:constr type="w" for="ch" forName="textBox5d" refType="w" fact="0.125"/>
                <dgm:constr type="h" for="ch" forName="textBox5d" refType="h" fact="0.26"/>
                <dgm:constr type="ctrX" for="ch" forName="bullet5d" refType="l" refFor="ch" refForName="textBox5d"/>
                <dgm:constr type="ctrY" for="ch" forName="bullet5d" refType="t" refFor="ch" refForName="textBox5d"/>
                <dgm:constr type="w" for="ch" forName="bullet5d" refType="w" fact="0.035"/>
                <dgm:constr type="h" for="ch" forName="bullet5d" refType="w" refFor="ch" refForName="bullet5d"/>
                <dgm:constr type="l" for="ch" forName="textBox5e" refType="w" fact="0.79675"/>
                <dgm:constr type="t" for="ch" forName="textBox5e" refType="h" fact="0.23575"/>
                <dgm:constr type="w" for="ch" forName="textBox5e" refType="w" fact="0.125"/>
                <dgm:constr type="h" for="ch" forName="textBox5e" refType="h" fact="0.26"/>
                <dgm:constr type="ctrX" for="ch" forName="bullet5e" refType="l" refFor="ch" refForName="textBox5e"/>
                <dgm:constr type="ctrY" for="ch" forName="bullet5e" refType="t" refFor="ch" refForName="textBox5e"/>
                <dgm:constr type="w" for="ch" forName="bullet5e" refType="w" fact="0.0375"/>
                <dgm:constr type="h" for="ch" forName="bullet5e" refType="w" refFor="ch" refForName="bullet5e"/>
                <dgm:constr type="primFontSz" for="ch" ptType="node" val="36"/>
                <dgm:constr type="primFontSz" for="ch" ptType="node" op="equ"/>
              </dgm:constrLst>
              <dgm:forEach name="Name19" axis="ch" ptType="node" cnt="1">
                <dgm:layoutNode name="textBox5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a" styleLbl="node1">
                  <dgm:alg type="sp"/>
                  <dgm:shape xmlns:r="http://schemas.openxmlformats.org/officeDocument/2006/relationships" type="ellipse" r:blip="">
                    <dgm:adjLst/>
                  </dgm:shape>
                  <dgm:presOf/>
                </dgm:layoutNode>
              </dgm:forEach>
              <dgm:forEach name="Name20" axis="ch" ptType="node" st="2" cnt="1">
                <dgm:layoutNode name="textBox5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b" styleLbl="node1">
                  <dgm:alg type="sp"/>
                  <dgm:shape xmlns:r="http://schemas.openxmlformats.org/officeDocument/2006/relationships" type="ellipse" r:blip="">
                    <dgm:adjLst/>
                  </dgm:shape>
                  <dgm:presOf/>
                </dgm:layoutNode>
              </dgm:forEach>
              <dgm:forEach name="Name21" axis="ch" ptType="node" st="3" cnt="1">
                <dgm:layoutNode name="textBox5c"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c" styleLbl="node1">
                  <dgm:alg type="sp"/>
                  <dgm:shape xmlns:r="http://schemas.openxmlformats.org/officeDocument/2006/relationships" type="ellipse" r:blip="">
                    <dgm:adjLst/>
                  </dgm:shape>
                  <dgm:presOf/>
                </dgm:layoutNode>
              </dgm:forEach>
              <dgm:forEach name="Name22" axis="ch" ptType="node" st="4" cnt="1">
                <dgm:layoutNode name="textBox5d"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d" styleLbl="node1">
                  <dgm:alg type="sp"/>
                  <dgm:shape xmlns:r="http://schemas.openxmlformats.org/officeDocument/2006/relationships" type="ellipse" r:blip="">
                    <dgm:adjLst/>
                  </dgm:shape>
                  <dgm:presOf/>
                </dgm:layoutNode>
              </dgm:forEach>
              <dgm:forEach name="Name23" axis="ch" ptType="node" st="5" cnt="1">
                <dgm:layoutNode name="textBox5e"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e" styleLbl="node1">
                  <dgm:alg type="sp"/>
                  <dgm:shape xmlns:r="http://schemas.openxmlformats.org/officeDocument/2006/relationships" type="ellipse" r:blip="">
                    <dgm:adjLst/>
                  </dgm:shape>
                  <dgm:presOf/>
                </dgm:layoutNode>
              </dgm:forEach>
            </dgm:layoutNode>
          </dgm:else>
        </dgm:choose>
      </dgm:if>
      <dgm:else name="Name24"/>
    </dgm:choos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2" minVer="12.0">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constrLst>
      <dgm:constr type="w" for="ch" forName="compNode" refType="w"/>
      <dgm:constr type="h" for="ch" forName="compNode" refType="h"/>
      <dgm:constr type="primFontSz" for="des" forName="textNode" op="equ"/>
      <dgm:constr type="primFontSz" for="des" forName="childNode" op="equ"/>
      <dgm:constr type="primFontSz" for="des" forName="textNode" refType="primFontSz" refFor="des" refForName="childNode" op="gte"/>
    </dgm:constr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layoutNode name="aNode" styleLbl="bgShp">
          <dgm:alg type="sp"/>
          <dgm:shape xmlns:r="http://schemas.openxmlformats.org/officeDocument/2006/relationships" type="roundRect" r:blip="">
            <dgm:adjLst/>
          </dgm:shape>
        </dgm:layoutNode>
        <dgm:layoutNode name="textNode" styleLbl="bgShp">
          <dgm:alg type="tx"/>
          <dgm:shape xmlns:r="http://schemas.openxmlformats.org/officeDocument/2006/relationships" type="roundRect" r:blip="" hideGeom="1">
            <dgm:adjLst/>
          </dgm:shape>
          <dgm:constrLst>
            <dgm:constr type="primFontSz" val="100"/>
          </dgm:constrLst>
          <dgm:ruleLst>
            <dgm:rule type="primFontSz" val="2"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layoutNode name="theInnerList">
            <dgm:alg type="lin">
              <dgm:param type="linDir" val="fromT"/>
            </dgm:alg>
            <dgm:shape xmlns:r="http://schemas.openxmlformats.org/officeDocument/2006/relationships" r:blip="">
              <dgm:adjLst/>
            </dgm:shape>
            <dgm:constrLst/>
            <dgm:forEach name="childNodeForEach" axis="ch" ptType="node">
              <dgm:layoutNode name="childNode" styleLbl="node2">
                <dgm:varLst>
                  <dgm:bulletEnabled val="1"/>
                </dgm:varLst>
                <dgm:alg type="tx"/>
                <dgm:shape xmlns:r="http://schemas.openxmlformats.org/officeDocument/2006/relationships" type="roundRect" r:blip="">
                  <dgm:adjLst/>
                </dgm:shape>
                <dgm:presOf axis="desOrSelf" ptType="node"/>
                <dgm:constrLst>
                  <dgm:constr type="primFontSz" val="100"/>
                </dgm:constrLst>
                <dgm:ruleLst>
                  <dgm:rule type="primFontSz" val="2"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constrLst>
                      <dgm:constr type="h" val="10"/>
                      <dgm:constr type="w" val="7"/>
                    </dgm:constr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constrLst>
              <dgm:constr type="h" val="7"/>
              <dgm:constr type="w" val="7"/>
            </dgm:constr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2" minVer="12.0">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constrLst>
      <dgm:constr type="w" for="ch" forName="compNode" refType="w"/>
      <dgm:constr type="h" for="ch" forName="compNode" refType="h"/>
      <dgm:constr type="primFontSz" for="des" forName="textNode" op="equ"/>
      <dgm:constr type="primFontSz" for="des" forName="childNode" op="equ"/>
      <dgm:constr type="primFontSz" for="des" forName="textNode" refType="primFontSz" refFor="des" refForName="childNode" op="gte"/>
    </dgm:constr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layoutNode name="aNode" styleLbl="bgShp">
          <dgm:alg type="sp"/>
          <dgm:shape xmlns:r="http://schemas.openxmlformats.org/officeDocument/2006/relationships" type="roundRect" r:blip="">
            <dgm:adjLst/>
          </dgm:shape>
        </dgm:layoutNode>
        <dgm:layoutNode name="textNode" styleLbl="bgShp">
          <dgm:alg type="tx"/>
          <dgm:shape xmlns:r="http://schemas.openxmlformats.org/officeDocument/2006/relationships" type="roundRect" r:blip="" hideGeom="1">
            <dgm:adjLst/>
          </dgm:shape>
          <dgm:constrLst>
            <dgm:constr type="primFontSz" val="100"/>
          </dgm:constrLst>
          <dgm:ruleLst>
            <dgm:rule type="primFontSz" val="2"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layoutNode name="theInnerList">
            <dgm:alg type="lin">
              <dgm:param type="linDir" val="fromT"/>
            </dgm:alg>
            <dgm:shape xmlns:r="http://schemas.openxmlformats.org/officeDocument/2006/relationships" r:blip="">
              <dgm:adjLst/>
            </dgm:shape>
            <dgm:constrLst/>
            <dgm:forEach name="childNodeForEach" axis="ch" ptType="node">
              <dgm:layoutNode name="childNode" styleLbl="node2">
                <dgm:varLst>
                  <dgm:bulletEnabled val="1"/>
                </dgm:varLst>
                <dgm:alg type="tx"/>
                <dgm:shape xmlns:r="http://schemas.openxmlformats.org/officeDocument/2006/relationships" type="roundRect" r:blip="">
                  <dgm:adjLst/>
                </dgm:shape>
                <dgm:presOf axis="desOrSelf" ptType="node"/>
                <dgm:constrLst>
                  <dgm:constr type="primFontSz" val="100"/>
                </dgm:constrLst>
                <dgm:ruleLst>
                  <dgm:rule type="primFontSz" val="2"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constrLst>
                      <dgm:constr type="h" val="10"/>
                      <dgm:constr type="w" val="7"/>
                    </dgm:constr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constrLst>
              <dgm:constr type="h" val="7"/>
              <dgm:constr type="w" val="7"/>
            </dgm:constr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arrow4#1" minVer="12.0">
  <dgm:title val=""/>
  <dgm:desc val=""/>
  <dgm:catLst>
    <dgm:cat type="relationship" pri="4500"/>
  </dgm:catLst>
  <dgm:sampData>
    <dgm:dataModel>
      <dgm:ptLst>
        <dgm:pt modelId="0" type="doc">
          <dgm:prSet phldr="1"/>
        </dgm:pt>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varLst>
    <dgm:alg type="composite">
      <dgm:param type="horzAlign" val="ctr"/>
      <dgm:param type="vertAlign" val="mid"/>
    </dgm:alg>
    <dgm:shape xmlns:r="http://schemas.openxmlformats.org/officeDocument/2006/relationships" r:blip="">
      <dgm:adjLst/>
    </dgm:shape>
    <dgm:choose name="Name0">
      <dgm:if name="Name1" func="var" arg="dir" op="equ" val="norm">
        <dgm:choose name="Name2">
          <dgm:if name="Name3" axis="ch" ptType="node" func="cnt" op="lte" val="1">
            <dgm:constrLst>
              <dgm:constr type="primFontSz" for="des" ptType="node" op="equ"/>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forEach name="Name9" axis="ch" ptType="node" cnt="1">
      <dgm:layoutNode name="upArrow" styleLbl="node1">
        <dgm:alg type="sp"/>
        <dgm:shape xmlns:r="http://schemas.openxmlformats.org/officeDocument/2006/relationships" type="upArrow" r:blip="">
          <dgm:adjLst/>
        </dgm:shape>
        <dgm:presOf/>
      </dgm:layoutNode>
      <dgm:layoutNode name="upArrowText" styleLbl="revTx">
        <dgm:varLst>
          <dgm:chMax val="0"/>
          <dgm:bulletEnabled val="1"/>
        </dgm:varLst>
        <dgm:choose name="Name10">
          <dgm:if name="Name11" func="var" arg="dir" op="equ" val="norm">
            <dgm:alg type="tx">
              <dgm:param type="parTxLTRAlign" val="l"/>
              <dgm:param type="txAnchorVert" val="mid"/>
              <dgm:param type="txAnchorVertCh" val="mid"/>
            </dgm:alg>
          </dgm:if>
          <dgm:else name="Name12">
            <dgm:alg type="tx">
              <dgm:param type="parTxLTRAlign" val="r"/>
              <dgm:param type="txAnchorVert" val="mid"/>
              <dgm:param type="txAnchorVertCh" val="mid"/>
            </dgm:alg>
          </dgm:else>
        </dgm:choose>
        <dgm:shape xmlns:r="http://schemas.openxmlformats.org/officeDocument/2006/relationships" type="rect" r:blip="">
          <dgm:adjLst/>
        </dgm:shape>
        <dgm:presOf axis="desOrSelf" ptType="node"/>
        <dgm:constrLst>
          <dgm:constr type="tMarg"/>
          <dgm:constr type="primFontSz" val="36"/>
        </dgm:constrLst>
        <dgm:ruleLst>
          <dgm:rule type="primFontSz" val="2" fact="NaN" max="NaN"/>
        </dgm:ruleLst>
      </dgm:layoutNode>
    </dgm:forEach>
    <dgm:forEach name="Name13" axis="ch" ptType="node" st="2" cnt="1">
      <dgm:layoutNode name="downArrow" styleLbl="node1">
        <dgm:alg type="sp"/>
        <dgm:shape xmlns:r="http://schemas.openxmlformats.org/officeDocument/2006/relationships" type="downArrow" r:blip="">
          <dgm:adjLst/>
        </dgm:shape>
        <dgm:presOf/>
      </dgm:layoutNode>
      <dgm:layoutNode name="downArrowText" styleLbl="revTx">
        <dgm:varLst>
          <dgm:chMax val="0"/>
          <dgm:bulletEnabled val="1"/>
        </dgm:varLst>
        <dgm:choose name="Name14">
          <dgm:if name="Name15" func="var" arg="dir" op="equ" val="norm">
            <dgm:alg type="tx">
              <dgm:param type="parTxLTRAlign" val="l"/>
              <dgm:param type="txAnchorVert" val="mid"/>
              <dgm:param type="txAnchorVertCh" val="mid"/>
            </dgm:alg>
          </dgm:if>
          <dgm:else name="Name16">
            <dgm:alg type="tx">
              <dgm:param type="parTxLTRAlign" val="r"/>
              <dgm:param type="txAnchorVert" val="mid"/>
              <dgm:param type="txAnchorVertCh" val="mid"/>
            </dgm:alg>
          </dgm:else>
        </dgm:choose>
        <dgm:shape xmlns:r="http://schemas.openxmlformats.org/officeDocument/2006/relationships" type="rect" r:blip="">
          <dgm:adjLst/>
        </dgm:shape>
        <dgm:presOf axis="desOrSelf" ptType="node"/>
        <dgm:constrLst>
          <dgm:constr type="tMarg"/>
          <dgm:constr type="primFontSz" val="36"/>
        </dgm:constrLst>
        <dgm:ruleLst>
          <dgm:rule type="primFontSz" val="2"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3">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15">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15">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14">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2"/>
          <p:cNvSpPr>
            <a:spLocks noGrp="1"/>
          </p:cNvSpPr>
          <p:nvPr>
            <p:ph type="hdr" sz="quarter"/>
          </p:nvPr>
        </p:nvSpPr>
        <p:spPr>
          <a:xfrm>
            <a:off x="0" y="0"/>
            <a:ext cx="2971800" cy="457200"/>
          </a:xfrm>
          <a:prstGeom prst="rect">
            <a:avLst/>
          </a:prstGeom>
        </p:spPr>
        <p:txBody>
          <a:bodyPr vert="horz"/>
          <a:lstStyle/>
          <a:p>
            <a:r>
              <a:rPr lang="en-US" smtClean="0"/>
              <a:t>Hassan Tariq</a:t>
            </a:r>
            <a:endParaRPr lang="en-US"/>
          </a:p>
        </p:txBody>
      </p:sp>
      <p:sp>
        <p:nvSpPr>
          <p:cNvPr id="3" name="Rectangle 3"/>
          <p:cNvSpPr>
            <a:spLocks noGrp="1"/>
          </p:cNvSpPr>
          <p:nvPr>
            <p:ph type="dt" sz="quarter" idx="1"/>
          </p:nvPr>
        </p:nvSpPr>
        <p:spPr>
          <a:xfrm>
            <a:off x="3884613" y="0"/>
            <a:ext cx="2971800" cy="457200"/>
          </a:xfrm>
          <a:prstGeom prst="rect">
            <a:avLst/>
          </a:prstGeom>
        </p:spPr>
        <p:txBody>
          <a:bodyPr vert="horz"/>
          <a:lstStyle/>
          <a:p>
            <a:fld id="{03170175-C3ED-4C72-B085-79CCCD670CC9}" type="datetimeFigureOut">
              <a:rPr lang="en-US" smtClean="0"/>
              <a:pPr/>
              <a:t>3/1/2013</a:t>
            </a:fld>
            <a:endParaRPr lang="en-US"/>
          </a:p>
        </p:txBody>
      </p:sp>
      <p:sp>
        <p:nvSpPr>
          <p:cNvPr id="4" name="Rectangle 4"/>
          <p:cNvSpPr>
            <a:spLocks noGrp="1"/>
          </p:cNvSpPr>
          <p:nvPr>
            <p:ph type="ftr" sz="quarter" idx="2"/>
          </p:nvPr>
        </p:nvSpPr>
        <p:spPr>
          <a:xfrm>
            <a:off x="0" y="8685213"/>
            <a:ext cx="2971800" cy="457200"/>
          </a:xfrm>
          <a:prstGeom prst="rect">
            <a:avLst/>
          </a:prstGeom>
        </p:spPr>
        <p:txBody>
          <a:bodyPr vert="horz"/>
          <a:lstStyle/>
          <a:p>
            <a:r>
              <a:rPr lang="en-US" smtClean="0"/>
              <a:t>Hassan Tariq</a:t>
            </a:r>
            <a:endParaRPr lang="en-US"/>
          </a:p>
        </p:txBody>
      </p:sp>
      <p:sp>
        <p:nvSpPr>
          <p:cNvPr id="5" name="Rectangle 5"/>
          <p:cNvSpPr>
            <a:spLocks noGrp="1"/>
          </p:cNvSpPr>
          <p:nvPr>
            <p:ph type="sldNum" sz="quarter" idx="3"/>
          </p:nvPr>
        </p:nvSpPr>
        <p:spPr>
          <a:xfrm>
            <a:off x="3884613" y="8685213"/>
            <a:ext cx="2971800" cy="457200"/>
          </a:xfrm>
          <a:prstGeom prst="rect">
            <a:avLst/>
          </a:prstGeom>
        </p:spPr>
        <p:txBody>
          <a:bodyPr vert="horz"/>
          <a:lstStyle/>
          <a:p>
            <a:fld id="{92977F1F-E40B-4E53-8E11-28ED506983A2}" type="slidenum">
              <a:rPr lang="en-US" smtClean="0"/>
              <a:pPr/>
              <a:t>‹#›</a:t>
            </a:fld>
            <a:endParaRPr lang="en-US"/>
          </a:p>
        </p:txBody>
      </p:sp>
    </p:spTree>
    <p:extLst>
      <p:ext uri="{BB962C8B-B14F-4D97-AF65-F5344CB8AC3E}">
        <p14:creationId xmlns:p14="http://schemas.microsoft.com/office/powerpoint/2010/main" val="3503654619"/>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2"/>
          <p:cNvSpPr>
            <a:spLocks noGrp="1"/>
          </p:cNvSpPr>
          <p:nvPr>
            <p:ph type="hdr" sz="quarter"/>
          </p:nvPr>
        </p:nvSpPr>
        <p:spPr>
          <a:xfrm>
            <a:off x="0" y="0"/>
            <a:ext cx="2971800" cy="457200"/>
          </a:xfrm>
          <a:prstGeom prst="rect">
            <a:avLst/>
          </a:prstGeom>
        </p:spPr>
        <p:txBody>
          <a:bodyPr vert="horz"/>
          <a:lstStyle/>
          <a:p>
            <a:r>
              <a:rPr lang="en-US" smtClean="0"/>
              <a:t>Hassan Tariq</a:t>
            </a:r>
            <a:endParaRPr lang="en-US"/>
          </a:p>
        </p:txBody>
      </p:sp>
      <p:sp>
        <p:nvSpPr>
          <p:cNvPr id="3" name="Rectangle 3"/>
          <p:cNvSpPr>
            <a:spLocks noGrp="1"/>
          </p:cNvSpPr>
          <p:nvPr>
            <p:ph type="dt" idx="1"/>
          </p:nvPr>
        </p:nvSpPr>
        <p:spPr>
          <a:xfrm>
            <a:off x="3884613" y="0"/>
            <a:ext cx="2971800" cy="457200"/>
          </a:xfrm>
          <a:prstGeom prst="rect">
            <a:avLst/>
          </a:prstGeom>
        </p:spPr>
        <p:txBody>
          <a:bodyPr vert="horz"/>
          <a:lstStyle/>
          <a:p>
            <a:fld id="{2D9FB51A-E05F-4494-ADA5-A77EAE266FCF}" type="datetimeFigureOut">
              <a:rPr lang="en-US" smtClean="0"/>
              <a:pPr/>
              <a:t>3/1/2013</a:t>
            </a:fld>
            <a:endParaRPr lang="en-US"/>
          </a:p>
        </p:txBody>
      </p:sp>
      <p:sp>
        <p:nvSpPr>
          <p:cNvPr id="4" name="Rectangle 4"/>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anchor="ctr"/>
          <a:lstStyle/>
          <a:p>
            <a:endParaRPr lang="en-US"/>
          </a:p>
        </p:txBody>
      </p:sp>
      <p:sp>
        <p:nvSpPr>
          <p:cNvPr id="5" name="Rectangle 5"/>
          <p:cNvSpPr>
            <a:spLocks noGrp="1"/>
          </p:cNvSpPr>
          <p:nvPr>
            <p:ph type="body" sz="quarter" idx="3"/>
          </p:nvPr>
        </p:nvSpPr>
        <p:spPr>
          <a:xfrm>
            <a:off x="685800" y="4343400"/>
            <a:ext cx="5486400" cy="4114800"/>
          </a:xfrm>
          <a:prstGeom prst="rect">
            <a:avLst/>
          </a:prstGeom>
        </p:spPr>
        <p:txBody>
          <a:bodyPr vert="horz">
            <a:normAutofit/>
          </a:bodyPr>
          <a:lstStyle/>
          <a:p>
            <a:pPr lvl="0"/>
            <a:r>
              <a:rPr lang="en-US" noProof="1" smtClean="0"/>
              <a:t>Click to edit Master text styles</a:t>
            </a:r>
            <a:endParaRPr lang="en-US"/>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a:p>
        </p:txBody>
      </p:sp>
      <p:sp>
        <p:nvSpPr>
          <p:cNvPr id="6" name="Rectangle 6"/>
          <p:cNvSpPr>
            <a:spLocks noGrp="1"/>
          </p:cNvSpPr>
          <p:nvPr>
            <p:ph type="ftr" sz="quarter" idx="4"/>
          </p:nvPr>
        </p:nvSpPr>
        <p:spPr>
          <a:xfrm>
            <a:off x="0" y="8685213"/>
            <a:ext cx="2971800" cy="457200"/>
          </a:xfrm>
          <a:prstGeom prst="rect">
            <a:avLst/>
          </a:prstGeom>
        </p:spPr>
        <p:txBody>
          <a:bodyPr vert="horz"/>
          <a:lstStyle/>
          <a:p>
            <a:r>
              <a:rPr lang="en-US" smtClean="0"/>
              <a:t>Hassan Tariq</a:t>
            </a:r>
            <a:endParaRPr lang="en-US"/>
          </a:p>
        </p:txBody>
      </p:sp>
      <p:sp>
        <p:nvSpPr>
          <p:cNvPr id="7" name="Rectangle 7"/>
          <p:cNvSpPr>
            <a:spLocks noGrp="1"/>
          </p:cNvSpPr>
          <p:nvPr>
            <p:ph type="sldNum" sz="quarter" idx="5"/>
          </p:nvPr>
        </p:nvSpPr>
        <p:spPr>
          <a:xfrm>
            <a:off x="3884613" y="8685213"/>
            <a:ext cx="2971800" cy="457200"/>
          </a:xfrm>
          <a:prstGeom prst="rect">
            <a:avLst/>
          </a:prstGeom>
        </p:spPr>
        <p:txBody>
          <a:bodyPr vert="horz"/>
          <a:lstStyle/>
          <a:p>
            <a:fld id="{13CD1B0D-083E-4DA2-81AD-16B7E971189E}" type="slidenum">
              <a:rPr lang="en-US" smtClean="0"/>
              <a:pPr/>
              <a:t>‹#›</a:t>
            </a:fld>
            <a:endParaRPr lang="en-US"/>
          </a:p>
        </p:txBody>
      </p:sp>
    </p:spTree>
    <p:extLst>
      <p:ext uri="{BB962C8B-B14F-4D97-AF65-F5344CB8AC3E}">
        <p14:creationId xmlns:p14="http://schemas.microsoft.com/office/powerpoint/2010/main" val="1192331707"/>
      </p:ext>
    </p:extLst>
  </p:cSld>
  <p:clrMap bg1="lt1" tx1="dk1" bg2="lt2" tx2="dk2" accent1="accent1" accent2="accent2" accent3="accent3" accent4="accent4" accent5="accent5" accent6="accent6" hlink="hlink" folHlink="folHlink"/>
  <p:hf dt="0"/>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3/1/2013</a:t>
            </a:fld>
            <a:endParaRPr lang="en-US"/>
          </a:p>
        </p:txBody>
      </p:sp>
      <p:sp>
        <p:nvSpPr>
          <p:cNvPr id="5" name="Rectangle 5"/>
          <p:cNvSpPr>
            <a:spLocks noGrp="1"/>
          </p:cNvSpPr>
          <p:nvPr>
            <p:ph type="ftr" sz="quarter" idx="11"/>
          </p:nvPr>
        </p:nvSpPr>
        <p:spPr/>
        <p:txBody>
          <a:bodyPr/>
          <a:lstStyle/>
          <a:p>
            <a:r>
              <a:rPr lang="en-US" smtClean="0"/>
              <a:t>Hassan Tariq</a:t>
            </a:r>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1</a:t>
            </a:fld>
            <a:endParaRPr lang="en-US"/>
          </a:p>
        </p:txBody>
      </p:sp>
      <p:sp>
        <p:nvSpPr>
          <p:cNvPr id="7" name="Rectangle 7"/>
          <p:cNvSpPr>
            <a:spLocks noGrp="1"/>
          </p:cNvSpPr>
          <p:nvPr>
            <p:ph type="hdr" sz="quarter" idx="13"/>
          </p:nvPr>
        </p:nvSpPr>
        <p:spPr/>
        <p:txBody>
          <a:bodyPr/>
          <a:lstStyle/>
          <a:p>
            <a:r>
              <a:rPr lang="en-US" smtClean="0"/>
              <a:t>Hassan Tariq</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3/1/2013</a:t>
            </a:fld>
            <a:endParaRPr lang="en-US"/>
          </a:p>
        </p:txBody>
      </p:sp>
      <p:sp>
        <p:nvSpPr>
          <p:cNvPr id="5" name="Rectangle 5"/>
          <p:cNvSpPr>
            <a:spLocks noGrp="1"/>
          </p:cNvSpPr>
          <p:nvPr>
            <p:ph type="ftr" sz="quarter" idx="11"/>
          </p:nvPr>
        </p:nvSpPr>
        <p:spPr/>
        <p:txBody>
          <a:bodyPr/>
          <a:lstStyle/>
          <a:p>
            <a:r>
              <a:rPr lang="en-US" smtClean="0"/>
              <a:t>Hassan Tariq</a:t>
            </a:r>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4</a:t>
            </a:fld>
            <a:endParaRPr lang="en-US"/>
          </a:p>
        </p:txBody>
      </p:sp>
      <p:sp>
        <p:nvSpPr>
          <p:cNvPr id="7" name="Rectangle 7"/>
          <p:cNvSpPr>
            <a:spLocks noGrp="1"/>
          </p:cNvSpPr>
          <p:nvPr>
            <p:ph type="hdr" sz="quarter" idx="13"/>
          </p:nvPr>
        </p:nvSpPr>
        <p:spPr/>
        <p:txBody>
          <a:bodyPr/>
          <a:lstStyle/>
          <a:p>
            <a:r>
              <a:rPr lang="en-US" smtClean="0"/>
              <a:t>Hassan Tariq</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fontScale="25000" lnSpcReduction="20000"/>
          </a:bodyPr>
          <a:lstStyle/>
          <a:p>
            <a:r>
              <a:rPr lang="en-US" sz="1400" b="1" dirty="0" smtClean="0"/>
              <a:t>Transparent 3-D steps with labels</a:t>
            </a:r>
          </a:p>
          <a:p>
            <a:r>
              <a:rPr lang="en-US" sz="1400" dirty="0" smtClean="0"/>
              <a:t>(Advanced)</a:t>
            </a:r>
          </a:p>
          <a:p>
            <a:endParaRPr lang="en-US" sz="1400" dirty="0" smtClean="0"/>
          </a:p>
          <a:p>
            <a:endParaRPr lang="en-US" sz="1400" dirty="0" smtClean="0"/>
          </a:p>
          <a:p>
            <a:pPr marL="0" marR="0" indent="0" algn="l" defTabSz="914400" rtl="0" eaLnBrk="1" fontAlgn="auto" latinLnBrk="0" hangingPunct="1">
              <a:lnSpc>
                <a:spcPct val="90000"/>
              </a:lnSpc>
              <a:spcBef>
                <a:spcPts val="0"/>
              </a:spcBef>
              <a:spcAft>
                <a:spcPts val="600"/>
              </a:spcAft>
              <a:buClrTx/>
              <a:buSzTx/>
              <a:buFontTx/>
              <a:buNone/>
              <a:tabLst/>
              <a:defRPr/>
            </a:pPr>
            <a:r>
              <a:rPr lang="en-US" sz="1200" dirty="0" smtClean="0"/>
              <a:t>To</a:t>
            </a:r>
            <a:r>
              <a:rPr lang="en-US" sz="1200" baseline="0" dirty="0" smtClean="0"/>
              <a:t> reproduce the bottom rectangle shape with text effects on this slide, do the following:</a:t>
            </a:r>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i="0" dirty="0" smtClean="0"/>
              <a:t>On the </a:t>
            </a:r>
            <a:r>
              <a:rPr lang="en-US" sz="1200" b="1" i="0" dirty="0" smtClean="0"/>
              <a:t>Home</a:t>
            </a:r>
            <a:r>
              <a:rPr lang="en-US" sz="1200" i="0" dirty="0" smtClean="0"/>
              <a:t> tab, in the</a:t>
            </a:r>
            <a:r>
              <a:rPr lang="en-US" sz="1200" i="0" baseline="0" dirty="0" smtClean="0"/>
              <a:t> </a:t>
            </a:r>
            <a:r>
              <a:rPr lang="en-US" sz="1200" b="1" i="0" baseline="0" dirty="0" smtClean="0"/>
              <a:t>Slides</a:t>
            </a:r>
            <a:r>
              <a:rPr lang="en-US" sz="1200" i="0" baseline="0" dirty="0" smtClean="0"/>
              <a:t> group, click </a:t>
            </a:r>
            <a:r>
              <a:rPr lang="en-US" sz="1200" b="1" i="0" baseline="0" dirty="0" smtClean="0"/>
              <a:t>Layout</a:t>
            </a:r>
            <a:r>
              <a:rPr lang="en-US" sz="1200" i="0" baseline="0" dirty="0" smtClean="0"/>
              <a:t>, and then click </a:t>
            </a:r>
            <a:r>
              <a:rPr lang="en-US" sz="1200" b="1" i="0" baseline="0" dirty="0" smtClean="0"/>
              <a:t>Blank</a:t>
            </a:r>
            <a:r>
              <a:rPr lang="en-US" sz="1200" i="0" baseline="0" dirty="0" smtClean="0"/>
              <a:t>.</a:t>
            </a:r>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i="0" dirty="0" smtClean="0"/>
              <a:t>On</a:t>
            </a:r>
            <a:r>
              <a:rPr lang="en-US" sz="1200" i="0" baseline="0" dirty="0" smtClean="0"/>
              <a:t> the </a:t>
            </a:r>
            <a:r>
              <a:rPr lang="en-US" sz="1200" b="1" i="0" baseline="0" dirty="0" smtClean="0"/>
              <a:t>Home</a:t>
            </a:r>
            <a:r>
              <a:rPr lang="en-US" sz="1200" i="0" baseline="0" dirty="0" smtClean="0"/>
              <a:t> tab, in the </a:t>
            </a:r>
            <a:r>
              <a:rPr lang="en-US" sz="1200" b="1" i="0" baseline="0" dirty="0" smtClean="0"/>
              <a:t>Drawing</a:t>
            </a:r>
            <a:r>
              <a:rPr lang="en-US" sz="1200" i="0" baseline="0" dirty="0" smtClean="0"/>
              <a:t> group, click the </a:t>
            </a:r>
            <a:r>
              <a:rPr lang="en-US" sz="1200" b="1" i="0" baseline="0" dirty="0" smtClean="0"/>
              <a:t>More</a:t>
            </a:r>
            <a:r>
              <a:rPr lang="en-US" sz="1200" i="0" baseline="0" dirty="0" smtClean="0"/>
              <a:t> arrow on the </a:t>
            </a:r>
            <a:r>
              <a:rPr lang="en-US" sz="1200" b="1" i="0" baseline="0" dirty="0" smtClean="0"/>
              <a:t>Shapes </a:t>
            </a:r>
            <a:r>
              <a:rPr lang="en-US" sz="1200" b="0" i="0" baseline="0" dirty="0" smtClean="0"/>
              <a:t>gallery</a:t>
            </a:r>
            <a:r>
              <a:rPr lang="en-US" sz="1200" i="0" baseline="0" dirty="0" smtClean="0"/>
              <a:t>, and then under </a:t>
            </a:r>
            <a:r>
              <a:rPr lang="en-US" sz="1200" b="1" i="0" baseline="0" dirty="0" smtClean="0"/>
              <a:t>Rectangles</a:t>
            </a:r>
            <a:r>
              <a:rPr lang="en-US" sz="1200" i="0" baseline="0" dirty="0" smtClean="0"/>
              <a:t>, click </a:t>
            </a:r>
            <a:r>
              <a:rPr lang="en-US" sz="1200" b="1" baseline="0" dirty="0" smtClean="0"/>
              <a:t>Rectangle </a:t>
            </a:r>
            <a:r>
              <a:rPr lang="en-US" sz="1200" b="0" i="0" baseline="0" dirty="0" smtClean="0"/>
              <a:t>(first option from the left). On the slide, drag to draw a rectangle.</a:t>
            </a:r>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i="0" baseline="0" dirty="0" smtClean="0"/>
              <a:t>Under </a:t>
            </a:r>
            <a:r>
              <a:rPr lang="en-US" sz="1200" b="1" i="0" baseline="0" dirty="0" smtClean="0"/>
              <a:t>Drawing Tools</a:t>
            </a:r>
            <a:r>
              <a:rPr lang="en-US" sz="1200" i="0" baseline="0" dirty="0" smtClean="0"/>
              <a:t>, on the </a:t>
            </a:r>
            <a:r>
              <a:rPr lang="en-US" sz="1200" b="1" i="0" baseline="0" dirty="0" smtClean="0"/>
              <a:t>Format</a:t>
            </a:r>
            <a:r>
              <a:rPr lang="en-US" sz="1200" i="0" baseline="0" dirty="0" smtClean="0"/>
              <a:t> tab, in the </a:t>
            </a:r>
            <a:r>
              <a:rPr lang="en-US" sz="1200" b="1" i="0" baseline="0" dirty="0" smtClean="0"/>
              <a:t>Size</a:t>
            </a:r>
            <a:r>
              <a:rPr lang="en-US" sz="1200" i="0" baseline="0" dirty="0" smtClean="0"/>
              <a:t> group, do the following:</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i="0" baseline="0" dirty="0" smtClean="0"/>
              <a:t>In the </a:t>
            </a:r>
            <a:r>
              <a:rPr lang="en-US" sz="1200" b="1" i="0" baseline="0" dirty="0" smtClean="0"/>
              <a:t>Shape Height</a:t>
            </a:r>
            <a:r>
              <a:rPr lang="en-US" sz="1200" i="0" baseline="0" dirty="0" smtClean="0"/>
              <a:t> box, enter </a:t>
            </a:r>
            <a:r>
              <a:rPr lang="en-US" sz="1200" b="1" i="0" baseline="0" dirty="0" smtClean="0"/>
              <a:t>1.5”</a:t>
            </a:r>
            <a:r>
              <a:rPr lang="en-US" sz="1200" i="0" baseline="0" dirty="0" smtClean="0"/>
              <a:t>.</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i="0" baseline="0" dirty="0" smtClean="0"/>
              <a:t>In the </a:t>
            </a:r>
            <a:r>
              <a:rPr lang="en-US" sz="1200" b="1" i="0" baseline="0" dirty="0" smtClean="0"/>
              <a:t>Shape Width</a:t>
            </a:r>
            <a:r>
              <a:rPr lang="en-US" sz="1200" i="0" baseline="0" dirty="0" smtClean="0"/>
              <a:t> box, enter </a:t>
            </a:r>
            <a:r>
              <a:rPr lang="en-US" sz="1200" b="1" i="0" baseline="0" dirty="0" smtClean="0"/>
              <a:t>3”</a:t>
            </a:r>
            <a:r>
              <a:rPr lang="en-US" sz="1200" i="0" baseline="0" dirty="0" smtClean="0"/>
              <a:t>.</a:t>
            </a:r>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i="0" baseline="0" dirty="0" smtClean="0"/>
              <a:t>On the </a:t>
            </a:r>
            <a:r>
              <a:rPr lang="en-US" sz="1200" b="1" i="0" baseline="0" dirty="0" smtClean="0"/>
              <a:t>Home</a:t>
            </a:r>
            <a:r>
              <a:rPr lang="en-US" sz="1200" i="0" baseline="0" dirty="0" smtClean="0"/>
              <a:t> tab, in the bottom right corner of the </a:t>
            </a:r>
            <a:r>
              <a:rPr lang="en-US" sz="1200" b="1" i="0" baseline="0" dirty="0" smtClean="0"/>
              <a:t>Drawing</a:t>
            </a:r>
            <a:r>
              <a:rPr lang="en-US" sz="1200" i="0" baseline="0" dirty="0" smtClean="0"/>
              <a:t> group, click the </a:t>
            </a:r>
            <a:r>
              <a:rPr lang="en-US" sz="1200" b="1" i="0" baseline="0" dirty="0" smtClean="0"/>
              <a:t>Format Shape </a:t>
            </a:r>
            <a:r>
              <a:rPr lang="en-US" sz="1200" i="0" baseline="0" dirty="0" smtClean="0"/>
              <a:t>dialog box launcher. In the </a:t>
            </a:r>
            <a:r>
              <a:rPr lang="en-US" sz="1200" b="1" i="0" baseline="0" dirty="0" smtClean="0"/>
              <a:t>Format Shape </a:t>
            </a:r>
            <a:r>
              <a:rPr lang="en-US" sz="1200" i="0" baseline="0" dirty="0" smtClean="0"/>
              <a:t>dialog box, click </a:t>
            </a:r>
            <a:r>
              <a:rPr lang="en-US" sz="1200" b="1" dirty="0" smtClean="0"/>
              <a:t>Fill </a:t>
            </a:r>
            <a:r>
              <a:rPr lang="en-US" sz="1200" baseline="0" dirty="0" smtClean="0"/>
              <a:t>in the left pane, and then do the following in the right pane:</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baseline="0" dirty="0" smtClean="0"/>
              <a:t>Select </a:t>
            </a:r>
            <a:r>
              <a:rPr lang="en-US" sz="1200" b="1" baseline="0" dirty="0" smtClean="0"/>
              <a:t>Solid fill</a:t>
            </a:r>
            <a:r>
              <a:rPr lang="en-US" sz="1200" baseline="0" dirty="0" smtClean="0"/>
              <a:t>. </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baseline="0" dirty="0" smtClean="0"/>
              <a:t>Click the button next to </a:t>
            </a:r>
            <a:r>
              <a:rPr lang="en-US" sz="1200" b="1" baseline="0" dirty="0" smtClean="0"/>
              <a:t>Color</a:t>
            </a:r>
            <a:r>
              <a:rPr lang="en-US" sz="1200" baseline="0" dirty="0" smtClean="0"/>
              <a:t>, and then under </a:t>
            </a:r>
            <a:r>
              <a:rPr lang="en-US" sz="1200" b="1" baseline="0" dirty="0" smtClean="0"/>
              <a:t>Theme Colors </a:t>
            </a:r>
            <a:r>
              <a:rPr lang="en-US" sz="1200" baseline="0" dirty="0" smtClean="0"/>
              <a:t>click </a:t>
            </a:r>
            <a:r>
              <a:rPr lang="en-US" sz="1200" b="1" baseline="0" dirty="0" smtClean="0"/>
              <a:t>White, Background 1 </a:t>
            </a:r>
            <a:r>
              <a:rPr lang="en-US" sz="1200" baseline="0" dirty="0" smtClean="0"/>
              <a:t>(first row, first option from the left). </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baseline="0" dirty="0" smtClean="0"/>
              <a:t>In the </a:t>
            </a:r>
            <a:r>
              <a:rPr lang="en-US" sz="1200" b="1" baseline="0" dirty="0" smtClean="0"/>
              <a:t>Transparency</a:t>
            </a:r>
            <a:r>
              <a:rPr lang="en-US" sz="1200" baseline="0" dirty="0" smtClean="0"/>
              <a:t> box, enter </a:t>
            </a:r>
            <a:r>
              <a:rPr lang="en-US" sz="1200" b="1" baseline="0" dirty="0" smtClean="0"/>
              <a:t>0%</a:t>
            </a:r>
            <a:r>
              <a:rPr lang="en-US" sz="1200" baseline="0" dirty="0" smtClean="0"/>
              <a:t>. </a:t>
            </a:r>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baseline="0" dirty="0" smtClean="0"/>
              <a:t> Also </a:t>
            </a:r>
            <a:r>
              <a:rPr lang="en-US" sz="1200" i="0" baseline="0" dirty="0" smtClean="0"/>
              <a:t>in the </a:t>
            </a:r>
            <a:r>
              <a:rPr lang="en-US" sz="1200" b="1" i="0" baseline="0" dirty="0" smtClean="0"/>
              <a:t>Format Shape </a:t>
            </a:r>
            <a:r>
              <a:rPr lang="en-US" sz="1200" i="0" baseline="0" dirty="0" smtClean="0"/>
              <a:t>dialog box, click </a:t>
            </a:r>
            <a:r>
              <a:rPr lang="en-US" sz="1200" b="1" dirty="0" smtClean="0"/>
              <a:t>Line Color </a:t>
            </a:r>
            <a:r>
              <a:rPr lang="en-US" sz="1200" baseline="0" dirty="0" smtClean="0"/>
              <a:t>in the left pane, and then select </a:t>
            </a:r>
            <a:r>
              <a:rPr lang="en-US" sz="1200" b="1" baseline="0" dirty="0" smtClean="0"/>
              <a:t>No line</a:t>
            </a:r>
            <a:r>
              <a:rPr lang="en-US" sz="1200" baseline="0" dirty="0" smtClean="0"/>
              <a:t> in the right pane. </a:t>
            </a:r>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baseline="0" dirty="0" smtClean="0"/>
              <a:t>Also </a:t>
            </a:r>
            <a:r>
              <a:rPr lang="en-US" sz="1200" i="0" baseline="0" dirty="0" smtClean="0"/>
              <a:t>in the </a:t>
            </a:r>
            <a:r>
              <a:rPr lang="en-US" sz="1200" b="1" i="0" baseline="0" dirty="0" smtClean="0"/>
              <a:t>Format Shape </a:t>
            </a:r>
            <a:r>
              <a:rPr lang="en-US" sz="1200" i="0" baseline="0" dirty="0" smtClean="0"/>
              <a:t>dialog box, click </a:t>
            </a:r>
            <a:r>
              <a:rPr lang="en-US" sz="1200" b="1" dirty="0" smtClean="0"/>
              <a:t>3-D Rotation </a:t>
            </a:r>
            <a:r>
              <a:rPr lang="en-US" sz="1200" baseline="0" dirty="0" smtClean="0"/>
              <a:t>in the left pane. </a:t>
            </a:r>
            <a:r>
              <a:rPr lang="en-US" sz="1200" i="0" baseline="0" dirty="0" smtClean="0"/>
              <a:t>In the right pane, </a:t>
            </a:r>
            <a:r>
              <a:rPr lang="en-US" sz="1200" dirty="0" smtClean="0"/>
              <a:t>click</a:t>
            </a:r>
            <a:r>
              <a:rPr lang="en-US" sz="1200" baseline="0" dirty="0" smtClean="0"/>
              <a:t> the button next to </a:t>
            </a:r>
            <a:r>
              <a:rPr lang="en-US" sz="1200" b="1" baseline="0" dirty="0" smtClean="0"/>
              <a:t>Presets</a:t>
            </a:r>
            <a:r>
              <a:rPr lang="en-US" sz="1200" b="0" baseline="0" dirty="0" smtClean="0"/>
              <a:t>, </a:t>
            </a:r>
            <a:r>
              <a:rPr lang="en-US" sz="1200" b="0" dirty="0" smtClean="0"/>
              <a:t>and then under </a:t>
            </a:r>
            <a:r>
              <a:rPr lang="en-US" sz="1200" b="1" dirty="0" smtClean="0"/>
              <a:t>Parallel</a:t>
            </a:r>
            <a:r>
              <a:rPr lang="en-US" sz="1200" b="0" dirty="0" smtClean="0"/>
              <a:t> </a:t>
            </a:r>
            <a:r>
              <a:rPr lang="en-US" sz="1200" dirty="0" smtClean="0"/>
              <a:t>click </a:t>
            </a:r>
            <a:r>
              <a:rPr lang="en-US" sz="1200" b="1" dirty="0" smtClean="0"/>
              <a:t>Off Axis 2 Top </a:t>
            </a:r>
            <a:r>
              <a:rPr lang="en-US" sz="1200" baseline="0" dirty="0" smtClean="0"/>
              <a:t>(third row, second option from the left). </a:t>
            </a:r>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baseline="0" dirty="0" smtClean="0"/>
              <a:t>Also </a:t>
            </a:r>
            <a:r>
              <a:rPr lang="en-US" sz="1200" i="0" baseline="0" dirty="0" smtClean="0"/>
              <a:t>in the </a:t>
            </a:r>
            <a:r>
              <a:rPr lang="en-US" sz="1200" b="1" i="0" baseline="0" dirty="0" smtClean="0"/>
              <a:t>Format Shape </a:t>
            </a:r>
            <a:r>
              <a:rPr lang="en-US" sz="1200" i="0" baseline="0" dirty="0" smtClean="0"/>
              <a:t>dialog box, click </a:t>
            </a:r>
            <a:r>
              <a:rPr lang="en-US" sz="1200" b="1" dirty="0" smtClean="0"/>
              <a:t>3-D Format </a:t>
            </a:r>
            <a:r>
              <a:rPr lang="en-US" sz="1200" baseline="0" dirty="0" smtClean="0"/>
              <a:t>in the left pane, and then do the following in the right pane:</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baseline="0" dirty="0" smtClean="0"/>
              <a:t>Under </a:t>
            </a:r>
            <a:r>
              <a:rPr lang="en-US" sz="1200" b="1" baseline="0" dirty="0" smtClean="0"/>
              <a:t>Bevel</a:t>
            </a:r>
            <a:r>
              <a:rPr lang="en-US" sz="1200" baseline="0" dirty="0" smtClean="0"/>
              <a:t>, click the button next to </a:t>
            </a:r>
            <a:r>
              <a:rPr lang="en-US" sz="1200" b="1" baseline="0" dirty="0" smtClean="0"/>
              <a:t>Top</a:t>
            </a:r>
            <a:r>
              <a:rPr lang="en-US" sz="1200" baseline="0" dirty="0" smtClean="0"/>
              <a:t>, and then under </a:t>
            </a:r>
            <a:r>
              <a:rPr lang="en-US" sz="1200" b="1" baseline="0" dirty="0" smtClean="0"/>
              <a:t>Bevel</a:t>
            </a:r>
            <a:r>
              <a:rPr lang="en-US" sz="1200" baseline="0" dirty="0" smtClean="0"/>
              <a:t> click </a:t>
            </a:r>
            <a:r>
              <a:rPr lang="en-US" sz="1200" b="1" baseline="0" dirty="0" smtClean="0"/>
              <a:t>Circle</a:t>
            </a:r>
            <a:r>
              <a:rPr lang="en-US" sz="1200" baseline="0" dirty="0" smtClean="0"/>
              <a:t> (first row, first option from the left). </a:t>
            </a:r>
            <a:r>
              <a:rPr lang="en-US" sz="1200" i="0" baseline="0" dirty="0" smtClean="0"/>
              <a:t>Next to </a:t>
            </a:r>
            <a:r>
              <a:rPr lang="en-US" sz="1200" b="1" i="0" baseline="0" dirty="0" smtClean="0"/>
              <a:t>Top</a:t>
            </a:r>
            <a:r>
              <a:rPr lang="en-US" sz="1200" i="0" baseline="0" dirty="0" smtClean="0"/>
              <a:t>, in the </a:t>
            </a:r>
            <a:r>
              <a:rPr lang="en-US" sz="1200" b="1" i="0" baseline="0" dirty="0" smtClean="0"/>
              <a:t>Width</a:t>
            </a:r>
            <a:r>
              <a:rPr lang="en-US" sz="1200" i="0" baseline="0" dirty="0" smtClean="0"/>
              <a:t> box, enter </a:t>
            </a:r>
            <a:r>
              <a:rPr lang="en-US" sz="1200" b="1" i="0" baseline="0" dirty="0" smtClean="0"/>
              <a:t>7 pt</a:t>
            </a:r>
            <a:r>
              <a:rPr lang="en-US" sz="1200" b="0" i="0" baseline="0" dirty="0" smtClean="0"/>
              <a:t>, and </a:t>
            </a:r>
            <a:r>
              <a:rPr lang="en-US" sz="1200" i="0" baseline="0" dirty="0" smtClean="0"/>
              <a:t>in the </a:t>
            </a:r>
            <a:r>
              <a:rPr lang="en-US" sz="1200" b="1" i="0" baseline="0" dirty="0" smtClean="0"/>
              <a:t>Height </a:t>
            </a:r>
            <a:r>
              <a:rPr lang="en-US" sz="1200" b="0" i="0" baseline="0" dirty="0" smtClean="0"/>
              <a:t>box,</a:t>
            </a:r>
            <a:r>
              <a:rPr lang="en-US" sz="1200" b="1" i="0" baseline="0" dirty="0" smtClean="0"/>
              <a:t> </a:t>
            </a:r>
            <a:r>
              <a:rPr lang="en-US" sz="1200" b="0" i="0" baseline="0" dirty="0" smtClean="0"/>
              <a:t>enter</a:t>
            </a:r>
            <a:r>
              <a:rPr lang="en-US" sz="1200" i="0" baseline="0" dirty="0" smtClean="0"/>
              <a:t> </a:t>
            </a:r>
            <a:r>
              <a:rPr lang="en-US" sz="1200" b="1" i="0" baseline="0" dirty="0" smtClean="0"/>
              <a:t>7 pt</a:t>
            </a:r>
            <a:r>
              <a:rPr lang="en-US" sz="1200" i="0" baseline="0" dirty="0" smtClean="0"/>
              <a:t>. </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i="0" baseline="0" dirty="0" smtClean="0"/>
              <a:t>Under </a:t>
            </a:r>
            <a:r>
              <a:rPr lang="en-US" sz="1200" b="1" i="0" baseline="0" dirty="0" smtClean="0"/>
              <a:t>Depth</a:t>
            </a:r>
            <a:r>
              <a:rPr lang="en-US" sz="1200" i="0" baseline="0" dirty="0" smtClean="0"/>
              <a:t>, click the button next to </a:t>
            </a:r>
            <a:r>
              <a:rPr lang="en-US" sz="1200" b="1" i="0" baseline="0" dirty="0" smtClean="0"/>
              <a:t>Color</a:t>
            </a:r>
            <a:r>
              <a:rPr lang="en-US" sz="1200" i="0" baseline="0" dirty="0" smtClean="0"/>
              <a:t>, and then under </a:t>
            </a:r>
            <a:r>
              <a:rPr lang="en-US" sz="1200" b="1" i="0" baseline="0" dirty="0" smtClean="0"/>
              <a:t>Theme Colors </a:t>
            </a:r>
            <a:r>
              <a:rPr lang="en-US" sz="1200" i="0" baseline="0" dirty="0" smtClean="0"/>
              <a:t>click </a:t>
            </a:r>
            <a:r>
              <a:rPr lang="en-US" sz="1200" b="1" i="0" baseline="0" dirty="0" smtClean="0"/>
              <a:t>White, Background 1</a:t>
            </a:r>
            <a:r>
              <a:rPr lang="en-US" sz="1200" i="0" baseline="0" dirty="0" smtClean="0"/>
              <a:t> (first row, first option from the left). In the </a:t>
            </a:r>
            <a:r>
              <a:rPr lang="en-US" sz="1200" b="1" i="0" baseline="0" dirty="0" smtClean="0"/>
              <a:t>Depth</a:t>
            </a:r>
            <a:r>
              <a:rPr lang="en-US" sz="1200" i="0" baseline="0" dirty="0" smtClean="0"/>
              <a:t> box, enter </a:t>
            </a:r>
            <a:r>
              <a:rPr lang="en-US" sz="1200" b="1" i="0" baseline="0" dirty="0" smtClean="0"/>
              <a:t>40 pt</a:t>
            </a:r>
            <a:r>
              <a:rPr lang="en-US" sz="1200" i="0" baseline="0" dirty="0" smtClean="0"/>
              <a:t>. </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i="0" baseline="0" dirty="0" smtClean="0"/>
              <a:t>Under </a:t>
            </a:r>
            <a:r>
              <a:rPr lang="en-US" sz="1200" b="1" i="0" baseline="0" dirty="0" smtClean="0"/>
              <a:t>Surface</a:t>
            </a:r>
            <a:r>
              <a:rPr lang="en-US" sz="1200" i="0" baseline="0" dirty="0" smtClean="0"/>
              <a:t>, click the button next to </a:t>
            </a:r>
            <a:r>
              <a:rPr lang="en-US" sz="1200" b="1" i="0" baseline="0" dirty="0" smtClean="0"/>
              <a:t>Material</a:t>
            </a:r>
            <a:r>
              <a:rPr lang="en-US" sz="1200" i="0" baseline="0" dirty="0" smtClean="0"/>
              <a:t>, and then under </a:t>
            </a:r>
            <a:r>
              <a:rPr lang="en-US" sz="1200" b="1" i="0" baseline="0" dirty="0" smtClean="0"/>
              <a:t>Translucent</a:t>
            </a:r>
            <a:r>
              <a:rPr lang="en-US" sz="1200" i="0" baseline="0" dirty="0" smtClean="0"/>
              <a:t> click </a:t>
            </a:r>
            <a:r>
              <a:rPr lang="en-US" sz="1200" b="1" i="0" baseline="0" dirty="0" smtClean="0"/>
              <a:t>Clear</a:t>
            </a:r>
            <a:r>
              <a:rPr lang="en-US" sz="1200" i="0" baseline="0" dirty="0" smtClean="0"/>
              <a:t> (third option from the left). Click the button next to </a:t>
            </a:r>
            <a:r>
              <a:rPr lang="en-US" sz="1200" b="1" i="0" baseline="0" dirty="0" smtClean="0"/>
              <a:t>Lighting</a:t>
            </a:r>
            <a:r>
              <a:rPr lang="en-US" sz="1200" i="0" baseline="0" dirty="0" smtClean="0"/>
              <a:t>, and then under </a:t>
            </a:r>
            <a:r>
              <a:rPr lang="en-US" sz="1200" b="1" i="0" baseline="0" dirty="0" smtClean="0"/>
              <a:t>Special</a:t>
            </a:r>
            <a:r>
              <a:rPr lang="en-US" sz="1200" i="0" baseline="0" dirty="0" smtClean="0"/>
              <a:t> click </a:t>
            </a:r>
            <a:r>
              <a:rPr lang="en-US" sz="1200" b="1" i="0" baseline="0" dirty="0" smtClean="0"/>
              <a:t>Two Point </a:t>
            </a:r>
            <a:r>
              <a:rPr lang="en-US" sz="1200" b="0" i="0" baseline="0" dirty="0" smtClean="0"/>
              <a:t>(second option from the left)</a:t>
            </a:r>
            <a:r>
              <a:rPr lang="en-US" sz="1200" i="0" baseline="0" dirty="0" smtClean="0"/>
              <a:t>. In the </a:t>
            </a:r>
            <a:r>
              <a:rPr lang="en-US" sz="1200" b="1" i="0" baseline="0" dirty="0" smtClean="0"/>
              <a:t>Angle box</a:t>
            </a:r>
            <a:r>
              <a:rPr lang="en-US" sz="1200" i="0" baseline="0" dirty="0" smtClean="0"/>
              <a:t>, enter </a:t>
            </a:r>
            <a:r>
              <a:rPr lang="en-US" sz="1200" b="1" dirty="0" smtClean="0"/>
              <a:t>70°</a:t>
            </a:r>
            <a:r>
              <a:rPr lang="en-US" sz="1200" dirty="0" smtClean="0"/>
              <a:t>.</a:t>
            </a:r>
            <a:endParaRPr lang="en-US" sz="1200" baseline="0" dirty="0" smtClean="0"/>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baseline="0" dirty="0" smtClean="0"/>
              <a:t>On the </a:t>
            </a:r>
            <a:r>
              <a:rPr lang="en-US" sz="1200" b="1" i="0" baseline="0" dirty="0" smtClean="0"/>
              <a:t>Insert</a:t>
            </a:r>
            <a:r>
              <a:rPr lang="en-US" sz="1200" i="0" baseline="0" dirty="0" smtClean="0"/>
              <a:t> tab, in the </a:t>
            </a:r>
            <a:r>
              <a:rPr lang="en-US" sz="1200" b="1" i="0" baseline="0" dirty="0" smtClean="0"/>
              <a:t>Text</a:t>
            </a:r>
            <a:r>
              <a:rPr lang="en-US" sz="1200" i="0" baseline="0" dirty="0" smtClean="0"/>
              <a:t> group, click </a:t>
            </a:r>
            <a:r>
              <a:rPr lang="en-US" sz="1200" b="1" i="0" baseline="0" dirty="0" smtClean="0"/>
              <a:t>Text Box</a:t>
            </a:r>
            <a:r>
              <a:rPr lang="en-US" sz="1200" i="0" baseline="0" dirty="0" smtClean="0"/>
              <a:t>, and then on the slide, drag to draw the text box.</a:t>
            </a:r>
            <a:endParaRPr lang="en-US" sz="1200" baseline="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i="0" baseline="0" dirty="0" smtClean="0"/>
              <a:t>Enter text in the text box, select the text, and then o</a:t>
            </a:r>
            <a:r>
              <a:rPr lang="en-US" sz="1200" i="0" dirty="0" smtClean="0"/>
              <a:t>n the </a:t>
            </a:r>
            <a:r>
              <a:rPr lang="en-US" sz="1200" b="1" i="0" dirty="0" smtClean="0"/>
              <a:t>Home</a:t>
            </a:r>
            <a:r>
              <a:rPr lang="en-US" sz="1200" i="0" baseline="0" dirty="0" smtClean="0"/>
              <a:t> tab, in the </a:t>
            </a:r>
            <a:r>
              <a:rPr lang="en-US" sz="1200" b="1" i="0" baseline="0" dirty="0" smtClean="0"/>
              <a:t>Font</a:t>
            </a:r>
            <a:r>
              <a:rPr lang="en-US" sz="1200" i="0" baseline="0" dirty="0" smtClean="0"/>
              <a:t> group, select </a:t>
            </a:r>
            <a:r>
              <a:rPr lang="en-US" sz="1200" b="1" dirty="0" smtClean="0"/>
              <a:t>TW Cen MT Condensed</a:t>
            </a:r>
            <a:r>
              <a:rPr lang="en-US" sz="1200" b="1" i="0" baseline="0" dirty="0" smtClean="0"/>
              <a:t> </a:t>
            </a:r>
            <a:r>
              <a:rPr lang="en-US" sz="1200" i="0" baseline="0" dirty="0" smtClean="0"/>
              <a:t>from the </a:t>
            </a:r>
            <a:r>
              <a:rPr lang="en-US" sz="1200" b="1" i="0" baseline="0" dirty="0" smtClean="0"/>
              <a:t>Font</a:t>
            </a:r>
            <a:r>
              <a:rPr lang="en-US" sz="1200" i="0" baseline="0" dirty="0" smtClean="0"/>
              <a:t> list and then select </a:t>
            </a:r>
            <a:r>
              <a:rPr lang="en-US" sz="1200" b="1" i="0" baseline="0" dirty="0" smtClean="0"/>
              <a:t>36</a:t>
            </a:r>
            <a:r>
              <a:rPr lang="en-US" sz="1200" i="0" baseline="0" dirty="0" smtClean="0"/>
              <a:t> from the </a:t>
            </a:r>
            <a:r>
              <a:rPr lang="en-US" sz="1200" b="1" i="0" baseline="0" dirty="0" smtClean="0"/>
              <a:t>Font Size </a:t>
            </a:r>
            <a:r>
              <a:rPr lang="en-US" sz="1200" i="0" baseline="0" dirty="0" smtClean="0"/>
              <a:t>list.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i="0" baseline="0" dirty="0" smtClean="0"/>
              <a:t>On the </a:t>
            </a:r>
            <a:r>
              <a:rPr lang="en-US" sz="1200" b="1" i="0" baseline="0" dirty="0" smtClean="0"/>
              <a:t>Home</a:t>
            </a:r>
            <a:r>
              <a:rPr lang="en-US" sz="1200" i="0" baseline="0" dirty="0" smtClean="0"/>
              <a:t> tab, in the </a:t>
            </a:r>
            <a:r>
              <a:rPr lang="en-US" sz="1200" b="1" i="0" baseline="0" dirty="0" smtClean="0"/>
              <a:t>Paragraph</a:t>
            </a:r>
            <a:r>
              <a:rPr lang="en-US" sz="1200" i="0" baseline="0" dirty="0" smtClean="0"/>
              <a:t> group, click </a:t>
            </a:r>
            <a:r>
              <a:rPr lang="en-US" sz="1200" b="1" i="0" baseline="0" dirty="0" smtClean="0"/>
              <a:t>Align Text Right</a:t>
            </a:r>
            <a:r>
              <a:rPr lang="en-US" sz="1200" i="0" baseline="0" dirty="0" smtClean="0"/>
              <a:t> to align the text right on the slide.</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Drag the text box and position it over the rectangle.</a:t>
            </a:r>
            <a:endParaRPr lang="en-US" sz="1200" i="0" baseline="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smtClean="0"/>
              <a:t>Under </a:t>
            </a:r>
            <a:r>
              <a:rPr lang="en-US" sz="1200" b="1" dirty="0" smtClean="0"/>
              <a:t>Drawing Tools</a:t>
            </a:r>
            <a:r>
              <a:rPr lang="en-US" sz="1200" dirty="0" smtClean="0"/>
              <a:t>, on the </a:t>
            </a:r>
            <a:r>
              <a:rPr lang="en-US" sz="1200" b="1" dirty="0" smtClean="0"/>
              <a:t>Format</a:t>
            </a:r>
            <a:r>
              <a:rPr lang="en-US" sz="1200" dirty="0" smtClean="0"/>
              <a:t> tab, in the </a:t>
            </a:r>
            <a:r>
              <a:rPr lang="en-US" sz="1200" b="1" dirty="0" smtClean="0"/>
              <a:t>WordArt Styles </a:t>
            </a:r>
            <a:r>
              <a:rPr lang="en-US" sz="1200" dirty="0" smtClean="0"/>
              <a:t>group, click the arrow next</a:t>
            </a:r>
            <a:r>
              <a:rPr lang="en-US" sz="1200" baseline="0" dirty="0" smtClean="0"/>
              <a:t> to</a:t>
            </a:r>
            <a:r>
              <a:rPr lang="en-US" sz="1200" dirty="0" smtClean="0"/>
              <a:t> </a:t>
            </a:r>
            <a:r>
              <a:rPr lang="en-US" sz="1200" b="1" dirty="0" smtClean="0"/>
              <a:t>Text Fill</a:t>
            </a:r>
            <a:r>
              <a:rPr lang="en-US" sz="1200" b="0" dirty="0" smtClean="0"/>
              <a:t>, </a:t>
            </a:r>
            <a:r>
              <a:rPr lang="en-US" sz="1200" dirty="0" smtClean="0"/>
              <a:t>and then under </a:t>
            </a:r>
            <a:r>
              <a:rPr lang="en-US" sz="1200" b="1" dirty="0" smtClean="0"/>
              <a:t>Theme Colors </a:t>
            </a:r>
            <a:r>
              <a:rPr lang="en-US" sz="1200" dirty="0" smtClean="0"/>
              <a:t>click </a:t>
            </a:r>
            <a:r>
              <a:rPr lang="en-US" sz="1200" b="1" dirty="0" smtClean="0"/>
              <a:t>White, Background 1 </a:t>
            </a:r>
            <a:r>
              <a:rPr lang="en-US" sz="1200" b="0" dirty="0" smtClean="0"/>
              <a:t>(first row, first option from the left).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dirty="0" smtClean="0"/>
              <a:t>Select the text box. </a:t>
            </a:r>
            <a:r>
              <a:rPr lang="en-US" sz="1200" i="0" baseline="0" dirty="0" smtClean="0"/>
              <a:t>Under </a:t>
            </a:r>
            <a:r>
              <a:rPr lang="en-US" sz="1200" b="1" i="0" baseline="0" dirty="0" smtClean="0"/>
              <a:t>Drawing Tools</a:t>
            </a:r>
            <a:r>
              <a:rPr lang="en-US" sz="1200" i="0" baseline="0" dirty="0" smtClean="0"/>
              <a:t>, on the </a:t>
            </a:r>
            <a:r>
              <a:rPr lang="en-US" sz="1200" b="1" i="0" baseline="0" dirty="0" smtClean="0"/>
              <a:t>Format</a:t>
            </a:r>
            <a:r>
              <a:rPr lang="en-US" sz="1200" i="0" baseline="0" dirty="0" smtClean="0"/>
              <a:t> tab, click </a:t>
            </a:r>
            <a:r>
              <a:rPr lang="en-US" sz="1200" b="1" i="0" baseline="0" dirty="0" smtClean="0"/>
              <a:t>Text Effects</a:t>
            </a:r>
            <a:r>
              <a:rPr lang="en-US" sz="1200" b="0" i="0" baseline="0" dirty="0" smtClean="0"/>
              <a:t>, then</a:t>
            </a:r>
            <a:r>
              <a:rPr lang="en-US" sz="1200" b="1" i="0" baseline="0" dirty="0" smtClean="0"/>
              <a:t> </a:t>
            </a:r>
            <a:r>
              <a:rPr lang="en-US" sz="1200" i="0" baseline="0" dirty="0" smtClean="0"/>
              <a:t>point to </a:t>
            </a:r>
            <a:r>
              <a:rPr lang="en-US" sz="1200" b="1" baseline="0" dirty="0" smtClean="0"/>
              <a:t>3-D Rotation</a:t>
            </a:r>
            <a:r>
              <a:rPr lang="en-US" sz="1200" b="0" baseline="0" dirty="0" smtClean="0"/>
              <a:t>, and then click </a:t>
            </a:r>
            <a:r>
              <a:rPr lang="en-US" sz="1200" b="1" baseline="0" dirty="0" smtClean="0"/>
              <a:t>3-D Rotation Options</a:t>
            </a:r>
            <a:r>
              <a:rPr lang="en-US" sz="1200" b="0" baseline="0" dirty="0" smtClean="0"/>
              <a:t>. </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In the </a:t>
            </a:r>
            <a:r>
              <a:rPr lang="en-US" sz="1200" b="1" baseline="0" dirty="0" smtClean="0"/>
              <a:t>Format Text Effects </a:t>
            </a:r>
            <a:r>
              <a:rPr lang="en-US" sz="1200" b="0" baseline="0" dirty="0" smtClean="0"/>
              <a:t>dialog box, click </a:t>
            </a:r>
            <a:r>
              <a:rPr lang="en-US" sz="1200" b="1" baseline="0" dirty="0" smtClean="0"/>
              <a:t>3-D Rotation </a:t>
            </a:r>
            <a:r>
              <a:rPr lang="en-US" sz="1200" b="0" baseline="0" dirty="0" smtClean="0"/>
              <a:t>in the left pane. In the right pane, click the button next to </a:t>
            </a:r>
            <a:r>
              <a:rPr lang="en-US" sz="1200" b="1" baseline="0" dirty="0" smtClean="0"/>
              <a:t>Presets</a:t>
            </a:r>
            <a:r>
              <a:rPr lang="en-US" sz="1200" b="0" baseline="0" dirty="0" smtClean="0"/>
              <a:t>, and then under </a:t>
            </a:r>
            <a:r>
              <a:rPr lang="en-US" sz="1200" b="1" baseline="0" dirty="0" smtClean="0"/>
              <a:t>Parallel</a:t>
            </a:r>
            <a:r>
              <a:rPr lang="en-US" sz="1200" b="0" baseline="0" dirty="0" smtClean="0"/>
              <a:t> click </a:t>
            </a:r>
            <a:r>
              <a:rPr lang="en-US" sz="1200" b="1" baseline="0" dirty="0" smtClean="0"/>
              <a:t>Off Axis 2 Left </a:t>
            </a:r>
            <a:r>
              <a:rPr lang="en-US" sz="1200" b="0" baseline="0" dirty="0" smtClean="0"/>
              <a:t>(second row, fourth option from the left). </a:t>
            </a:r>
          </a:p>
          <a:p>
            <a:endParaRPr lang="en-US" sz="1200" dirty="0" smtClean="0"/>
          </a:p>
          <a:p>
            <a:endParaRPr lang="en-US" sz="1200" dirty="0" smtClean="0"/>
          </a:p>
          <a:p>
            <a:r>
              <a:rPr lang="en-US" sz="1200" dirty="0" smtClean="0"/>
              <a:t>To</a:t>
            </a:r>
            <a:r>
              <a:rPr lang="en-US" sz="1200" baseline="0" dirty="0" smtClean="0"/>
              <a:t> reproduce the background on this slide, do the following:</a:t>
            </a:r>
            <a:endParaRPr lang="en-US" sz="1200" i="0" baseline="0" dirty="0" smtClean="0"/>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kern="1200" dirty="0" smtClean="0">
                <a:solidFill>
                  <a:schemeClr val="tx1"/>
                </a:solidFill>
                <a:latin typeface="+mn-lt"/>
                <a:ea typeface="+mn-ea"/>
                <a:cs typeface="+mn-cs"/>
              </a:rPr>
              <a:t>Right-click the slide background area, then click </a:t>
            </a:r>
            <a:r>
              <a:rPr lang="en-US" sz="1200" b="1" kern="1200" dirty="0" smtClean="0">
                <a:solidFill>
                  <a:schemeClr val="tx1"/>
                </a:solidFill>
                <a:latin typeface="+mn-lt"/>
                <a:ea typeface="+mn-ea"/>
                <a:cs typeface="+mn-cs"/>
              </a:rPr>
              <a:t>Format Background</a:t>
            </a:r>
            <a:r>
              <a:rPr lang="en-US" sz="1200" b="0" kern="1200" dirty="0" smtClean="0">
                <a:solidFill>
                  <a:schemeClr val="tx1"/>
                </a:solidFill>
                <a:latin typeface="+mn-lt"/>
                <a:ea typeface="+mn-ea"/>
                <a:cs typeface="+mn-cs"/>
              </a:rPr>
              <a:t>. </a:t>
            </a: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Format Background </a:t>
            </a:r>
            <a:r>
              <a:rPr lang="en-US" sz="1200" kern="1200" dirty="0" smtClean="0">
                <a:solidFill>
                  <a:schemeClr val="tx1"/>
                </a:solidFill>
                <a:latin typeface="+mn-lt"/>
                <a:ea typeface="+mn-ea"/>
                <a:cs typeface="+mn-cs"/>
              </a:rPr>
              <a:t>dialog box,</a:t>
            </a:r>
            <a:r>
              <a:rPr lang="en-US" sz="1200" kern="1200" baseline="0" dirty="0" smtClean="0">
                <a:solidFill>
                  <a:schemeClr val="tx1"/>
                </a:solidFill>
                <a:latin typeface="+mn-lt"/>
                <a:ea typeface="+mn-ea"/>
                <a:cs typeface="+mn-cs"/>
              </a:rPr>
              <a:t> click </a:t>
            </a:r>
            <a:r>
              <a:rPr lang="en-US" sz="1200" b="1" kern="1200" baseline="0" dirty="0" smtClean="0">
                <a:solidFill>
                  <a:schemeClr val="tx1"/>
                </a:solidFill>
                <a:latin typeface="+mn-lt"/>
                <a:ea typeface="+mn-ea"/>
                <a:cs typeface="+mn-cs"/>
              </a:rPr>
              <a:t>Fill</a:t>
            </a:r>
            <a:r>
              <a:rPr lang="en-US" sz="1200" b="0" kern="1200" baseline="0" dirty="0" smtClean="0">
                <a:solidFill>
                  <a:schemeClr val="tx1"/>
                </a:solidFill>
                <a:latin typeface="+mn-lt"/>
                <a:ea typeface="+mn-ea"/>
                <a:cs typeface="+mn-cs"/>
              </a:rPr>
              <a:t> in the left pane, select </a:t>
            </a:r>
            <a:r>
              <a:rPr lang="en-US" sz="1200" b="1" kern="1200" baseline="0" dirty="0" smtClean="0">
                <a:solidFill>
                  <a:schemeClr val="tx1"/>
                </a:solidFill>
                <a:latin typeface="+mn-lt"/>
                <a:ea typeface="+mn-ea"/>
                <a:cs typeface="+mn-cs"/>
              </a:rPr>
              <a:t>Gradient fill</a:t>
            </a:r>
            <a:r>
              <a:rPr lang="en-US" sz="1200" b="0" kern="1200" baseline="0" dirty="0" smtClean="0">
                <a:solidFill>
                  <a:schemeClr val="tx1"/>
                </a:solidFill>
                <a:latin typeface="+mn-lt"/>
                <a:ea typeface="+mn-ea"/>
                <a:cs typeface="+mn-cs"/>
              </a:rPr>
              <a:t> in the right pane, and then do the following:</a:t>
            </a:r>
            <a:endParaRPr lang="en-US" sz="1200" b="0" kern="1200" dirty="0" smtClean="0">
              <a:solidFill>
                <a:schemeClr val="tx1"/>
              </a:solidFill>
              <a:latin typeface="+mn-lt"/>
              <a:ea typeface="+mn-ea"/>
              <a:cs typeface="+mn-cs"/>
            </a:endParaRP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b="0" kern="1200" baseline="0" dirty="0" smtClean="0">
                <a:solidFill>
                  <a:schemeClr val="tx1"/>
                </a:solidFill>
                <a:latin typeface="+mn-lt"/>
                <a:ea typeface="+mn-ea"/>
                <a:cs typeface="+mn-cs"/>
              </a:rPr>
              <a:t>In the </a:t>
            </a:r>
            <a:r>
              <a:rPr lang="en-US" sz="1200" b="1" kern="1200" baseline="0" dirty="0" smtClean="0">
                <a:solidFill>
                  <a:schemeClr val="tx1"/>
                </a:solidFill>
                <a:latin typeface="+mn-lt"/>
                <a:ea typeface="+mn-ea"/>
                <a:cs typeface="+mn-cs"/>
              </a:rPr>
              <a:t>Type</a:t>
            </a:r>
            <a:r>
              <a:rPr lang="en-US" sz="1200" b="0" kern="1200" baseline="0" dirty="0" smtClean="0">
                <a:solidFill>
                  <a:schemeClr val="tx1"/>
                </a:solidFill>
                <a:latin typeface="+mn-lt"/>
                <a:ea typeface="+mn-ea"/>
                <a:cs typeface="+mn-cs"/>
              </a:rPr>
              <a:t> list, select </a:t>
            </a:r>
            <a:r>
              <a:rPr lang="en-US" sz="1200" b="1" kern="1200" baseline="0" dirty="0" smtClean="0">
                <a:solidFill>
                  <a:schemeClr val="tx1"/>
                </a:solidFill>
                <a:latin typeface="+mn-lt"/>
                <a:ea typeface="+mn-ea"/>
                <a:cs typeface="+mn-cs"/>
              </a:rPr>
              <a:t>Linear</a:t>
            </a:r>
            <a:r>
              <a:rPr lang="en-US" sz="1200" b="0" kern="1200" baseline="0" dirty="0" smtClean="0">
                <a:solidFill>
                  <a:schemeClr val="tx1"/>
                </a:solidFill>
                <a:latin typeface="+mn-lt"/>
                <a:ea typeface="+mn-ea"/>
                <a:cs typeface="+mn-cs"/>
              </a:rPr>
              <a:t>.</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dirty="0" smtClean="0"/>
              <a:t>Click the button next to </a:t>
            </a:r>
            <a:r>
              <a:rPr lang="en-US" sz="1200" b="1" dirty="0" smtClean="0"/>
              <a:t>Direction</a:t>
            </a:r>
            <a:r>
              <a:rPr lang="en-US" sz="1200" dirty="0" smtClean="0"/>
              <a:t>, and then</a:t>
            </a:r>
            <a:r>
              <a:rPr lang="en-US" sz="1200" baseline="0" dirty="0" smtClean="0"/>
              <a:t> click</a:t>
            </a:r>
            <a:r>
              <a:rPr lang="en-US" sz="1200" b="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Linear Diagonal </a:t>
            </a:r>
            <a:r>
              <a:rPr lang="en-US" sz="1200" b="0" kern="1200" baseline="0" dirty="0" smtClean="0">
                <a:solidFill>
                  <a:schemeClr val="tx1"/>
                </a:solidFill>
                <a:latin typeface="+mn-lt"/>
                <a:ea typeface="+mn-ea"/>
                <a:cs typeface="+mn-cs"/>
              </a:rPr>
              <a:t>(first row, third option from the left).</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b="0" kern="1200" baseline="0" dirty="0" smtClean="0">
                <a:solidFill>
                  <a:schemeClr val="tx1"/>
                </a:solidFill>
                <a:latin typeface="+mn-lt"/>
                <a:ea typeface="+mn-ea"/>
                <a:cs typeface="+mn-cs"/>
              </a:rPr>
              <a:t>In the </a:t>
            </a:r>
            <a:r>
              <a:rPr lang="en-US" sz="1200" b="1" kern="1200" baseline="0" dirty="0" smtClean="0">
                <a:solidFill>
                  <a:schemeClr val="tx1"/>
                </a:solidFill>
                <a:latin typeface="+mn-lt"/>
                <a:ea typeface="+mn-ea"/>
                <a:cs typeface="+mn-cs"/>
              </a:rPr>
              <a:t>Angle </a:t>
            </a:r>
            <a:r>
              <a:rPr lang="en-US" sz="1200" b="0" kern="1200" baseline="0" dirty="0" smtClean="0">
                <a:solidFill>
                  <a:schemeClr val="tx1"/>
                </a:solidFill>
                <a:latin typeface="+mn-lt"/>
                <a:ea typeface="+mn-ea"/>
                <a:cs typeface="+mn-cs"/>
              </a:rPr>
              <a:t>box, enter </a:t>
            </a:r>
            <a:r>
              <a:rPr lang="en-US" sz="1200" b="1" kern="1200" baseline="0" dirty="0" smtClean="0">
                <a:solidFill>
                  <a:schemeClr val="tx1"/>
                </a:solidFill>
                <a:latin typeface="+mn-lt"/>
                <a:ea typeface="+mn-ea"/>
                <a:cs typeface="+mn-cs"/>
              </a:rPr>
              <a:t>135%</a:t>
            </a:r>
            <a:r>
              <a:rPr lang="en-US" sz="1200" b="0" kern="1200" baseline="0" dirty="0" smtClean="0">
                <a:solidFill>
                  <a:schemeClr val="tx1"/>
                </a:solidFill>
                <a:latin typeface="+mn-lt"/>
                <a:ea typeface="+mn-ea"/>
                <a:cs typeface="+mn-cs"/>
              </a:rPr>
              <a:t>. </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b="0" kern="1200" baseline="0" dirty="0" smtClean="0">
                <a:solidFill>
                  <a:schemeClr val="tx1"/>
                </a:solidFill>
                <a:latin typeface="+mn-lt"/>
                <a:ea typeface="+mn-ea"/>
                <a:cs typeface="+mn-cs"/>
              </a:rPr>
              <a:t>Under </a:t>
            </a:r>
            <a:r>
              <a:rPr lang="en-US" sz="1200" b="1" kern="1200" baseline="0" dirty="0" smtClean="0">
                <a:solidFill>
                  <a:schemeClr val="tx1"/>
                </a:solidFill>
                <a:latin typeface="+mn-lt"/>
                <a:ea typeface="+mn-ea"/>
                <a:cs typeface="+mn-cs"/>
              </a:rPr>
              <a:t>Gradient stops</a:t>
            </a:r>
            <a:r>
              <a:rPr lang="en-US" sz="1200" b="0" kern="1200" baseline="0" dirty="0" smtClean="0">
                <a:solidFill>
                  <a:schemeClr val="tx1"/>
                </a:solidFill>
                <a:latin typeface="+mn-lt"/>
                <a:ea typeface="+mn-ea"/>
                <a:cs typeface="+mn-cs"/>
              </a:rPr>
              <a:t>, click </a:t>
            </a:r>
            <a:r>
              <a:rPr lang="en-US" sz="1200" b="1" kern="1200" baseline="0" dirty="0" smtClean="0">
                <a:solidFill>
                  <a:schemeClr val="tx1"/>
                </a:solidFill>
                <a:latin typeface="+mn-lt"/>
                <a:ea typeface="+mn-ea"/>
                <a:cs typeface="+mn-cs"/>
              </a:rPr>
              <a:t>Add</a:t>
            </a:r>
            <a:r>
              <a:rPr lang="en-US" sz="1200" b="0" kern="1200" baseline="0" dirty="0" smtClean="0">
                <a:solidFill>
                  <a:schemeClr val="tx1"/>
                </a:solidFill>
                <a:latin typeface="+mn-lt"/>
                <a:ea typeface="+mn-ea"/>
                <a:cs typeface="+mn-cs"/>
              </a:rPr>
              <a:t> or </a:t>
            </a:r>
            <a:r>
              <a:rPr lang="en-US" sz="1200" b="1" kern="1200" baseline="0" dirty="0" smtClean="0">
                <a:solidFill>
                  <a:schemeClr val="tx1"/>
                </a:solidFill>
                <a:latin typeface="+mn-lt"/>
                <a:ea typeface="+mn-ea"/>
                <a:cs typeface="+mn-cs"/>
              </a:rPr>
              <a:t>Remove</a:t>
            </a:r>
            <a:r>
              <a:rPr lang="en-US" sz="1200" b="0" kern="1200" baseline="0" dirty="0" smtClean="0">
                <a:solidFill>
                  <a:schemeClr val="tx1"/>
                </a:solidFill>
                <a:latin typeface="+mn-lt"/>
                <a:ea typeface="+mn-ea"/>
                <a:cs typeface="+mn-cs"/>
              </a:rPr>
              <a:t> until two stops appear on the slider.</a:t>
            </a:r>
            <a:endParaRPr lang="en-US" sz="1200" baseline="0" dirty="0" smtClean="0"/>
          </a:p>
          <a:p>
            <a:pPr marL="228600" marR="0" lvl="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dirty="0" smtClean="0"/>
              <a:t>Under </a:t>
            </a:r>
            <a:r>
              <a:rPr lang="en-US" sz="1200" b="1" dirty="0" smtClean="0"/>
              <a:t>Gradient stops</a:t>
            </a:r>
            <a:r>
              <a:rPr lang="en-US" sz="1200" dirty="0" smtClean="0"/>
              <a:t>, on the slider, customize the gradient stops as follows:</a:t>
            </a:r>
          </a:p>
          <a:p>
            <a:pPr marL="685800" lvl="1" indent="-228600">
              <a:buFont typeface="Arial" pitchFamily="34" charset="0"/>
              <a:buChar char="•"/>
              <a:defRPr/>
            </a:pPr>
            <a:r>
              <a:rPr lang="en-US" sz="1200" dirty="0" smtClean="0"/>
              <a:t>Click on the left stop, and then do the following:</a:t>
            </a:r>
          </a:p>
          <a:p>
            <a:pPr marL="1143000" lvl="2" indent="-228600">
              <a:buFont typeface="Arial" pitchFamily="34" charset="0"/>
              <a:buChar char="•"/>
              <a:defRPr/>
            </a:pPr>
            <a:r>
              <a:rPr lang="en-US" sz="1200" b="0" dirty="0" smtClean="0"/>
              <a:t>In</a:t>
            </a:r>
            <a:r>
              <a:rPr lang="en-US" sz="1200" dirty="0" smtClean="0"/>
              <a:t> the </a:t>
            </a:r>
            <a:r>
              <a:rPr lang="en-US" sz="1200" b="1" dirty="0" smtClean="0"/>
              <a:t>Stop position </a:t>
            </a:r>
            <a:r>
              <a:rPr lang="en-US" sz="1200" dirty="0" smtClean="0"/>
              <a:t>box, enter</a:t>
            </a:r>
            <a:r>
              <a:rPr lang="en-US" sz="1200" baseline="0" dirty="0" smtClean="0"/>
              <a:t> </a:t>
            </a:r>
            <a:r>
              <a:rPr lang="en-US" sz="1200" b="1" dirty="0" smtClean="0"/>
              <a:t>0%</a:t>
            </a:r>
            <a:r>
              <a:rPr lang="en-US" sz="1200" dirty="0" smtClean="0"/>
              <a:t>. </a:t>
            </a:r>
          </a:p>
          <a:p>
            <a:pPr marL="1143000" lvl="2" indent="-228600">
              <a:buFont typeface="Arial" pitchFamily="34" charset="0"/>
              <a:buChar char="•"/>
              <a:defRPr/>
            </a:pPr>
            <a:r>
              <a:rPr lang="en-US" sz="1200" dirty="0" smtClean="0"/>
              <a:t>Click the button next to </a:t>
            </a:r>
            <a:r>
              <a:rPr lang="en-US" sz="1200" b="1" dirty="0" smtClean="0"/>
              <a:t>Color</a:t>
            </a:r>
            <a:r>
              <a:rPr lang="en-US" sz="1200" dirty="0" smtClean="0"/>
              <a:t>, and then </a:t>
            </a:r>
            <a:r>
              <a:rPr lang="en-US" sz="1200" i="0" baseline="0" dirty="0" smtClean="0"/>
              <a:t>under </a:t>
            </a:r>
            <a:r>
              <a:rPr lang="en-US" sz="1200" b="1" i="0" baseline="0" dirty="0" smtClean="0"/>
              <a:t>Theme Colors</a:t>
            </a:r>
            <a:r>
              <a:rPr lang="en-US" sz="1200" i="0" baseline="0" dirty="0" smtClean="0"/>
              <a:t> </a:t>
            </a:r>
            <a:r>
              <a:rPr lang="en-US" sz="1200" dirty="0" smtClean="0"/>
              <a:t>click </a:t>
            </a:r>
            <a:r>
              <a:rPr lang="en-US" sz="1200" b="1" dirty="0" smtClean="0"/>
              <a:t>White, Background 1 </a:t>
            </a:r>
            <a:r>
              <a:rPr lang="en-US" sz="1200" b="0" baseline="0" dirty="0" smtClean="0"/>
              <a:t>(first row, first option from the left).</a:t>
            </a:r>
            <a:endParaRPr lang="en-US" sz="1200" b="0" dirty="0" smtClean="0"/>
          </a:p>
          <a:p>
            <a:pPr marL="685800" lvl="1" indent="-228600">
              <a:buFont typeface="Arial" pitchFamily="34" charset="0"/>
              <a:buChar char="•"/>
              <a:defRPr/>
            </a:pPr>
            <a:r>
              <a:rPr lang="en-US" sz="1200" dirty="0" smtClean="0"/>
              <a:t>Select </a:t>
            </a:r>
            <a:r>
              <a:rPr lang="en-US" sz="1200" b="1" dirty="0" smtClean="0"/>
              <a:t>Stop 2 </a:t>
            </a:r>
            <a:r>
              <a:rPr lang="en-US" sz="1200" dirty="0" smtClean="0"/>
              <a:t>from the list, and then do the following:</a:t>
            </a:r>
          </a:p>
          <a:p>
            <a:pPr marL="1143000" lvl="2" indent="-228600">
              <a:buFont typeface="Arial" pitchFamily="34" charset="0"/>
              <a:buChar char="•"/>
              <a:defRPr/>
            </a:pPr>
            <a:r>
              <a:rPr lang="en-US" sz="1200" b="0" dirty="0" smtClean="0"/>
              <a:t>In</a:t>
            </a:r>
            <a:r>
              <a:rPr lang="en-US" sz="1200" dirty="0" smtClean="0"/>
              <a:t> the </a:t>
            </a:r>
            <a:r>
              <a:rPr lang="en-US" sz="1200" b="1" dirty="0" smtClean="0"/>
              <a:t>Stop position </a:t>
            </a:r>
            <a:r>
              <a:rPr lang="en-US" sz="1200" dirty="0" smtClean="0"/>
              <a:t>box, enter</a:t>
            </a:r>
            <a:r>
              <a:rPr lang="en-US" sz="1200" baseline="0" dirty="0" smtClean="0"/>
              <a:t> </a:t>
            </a:r>
            <a:r>
              <a:rPr lang="en-US" sz="1200" b="1" dirty="0" smtClean="0"/>
              <a:t>100%</a:t>
            </a:r>
            <a:r>
              <a:rPr lang="en-US" sz="1200" dirty="0" smtClean="0"/>
              <a:t>. </a:t>
            </a:r>
          </a:p>
          <a:p>
            <a:pPr marL="1143000" lvl="2" indent="-228600">
              <a:buFont typeface="Arial" pitchFamily="34" charset="0"/>
              <a:buChar char="•"/>
              <a:defRPr/>
            </a:pPr>
            <a:r>
              <a:rPr lang="en-US" sz="1200" dirty="0" smtClean="0"/>
              <a:t>Click the button next to </a:t>
            </a:r>
            <a:r>
              <a:rPr lang="en-US" sz="1200" b="1" dirty="0" smtClean="0"/>
              <a:t>Color</a:t>
            </a:r>
            <a:r>
              <a:rPr lang="en-US" sz="1200" dirty="0" smtClean="0"/>
              <a:t>, and then </a:t>
            </a:r>
            <a:r>
              <a:rPr lang="en-US" sz="1200" i="0" baseline="0" dirty="0" smtClean="0"/>
              <a:t>under </a:t>
            </a:r>
            <a:r>
              <a:rPr lang="en-US" sz="1200" b="1" i="0" baseline="0" dirty="0" smtClean="0"/>
              <a:t>Theme Colors</a:t>
            </a:r>
            <a:r>
              <a:rPr lang="en-US" sz="1200" i="0" baseline="0" dirty="0" smtClean="0"/>
              <a:t> </a:t>
            </a:r>
            <a:r>
              <a:rPr lang="en-US" sz="1200" dirty="0" smtClean="0"/>
              <a:t>click </a:t>
            </a:r>
            <a:r>
              <a:rPr lang="en-US" sz="1200" b="1" dirty="0" smtClean="0"/>
              <a:t>White, Background 1,</a:t>
            </a:r>
            <a:r>
              <a:rPr lang="en-US" sz="1200" b="1" baseline="0" dirty="0" smtClean="0"/>
              <a:t> Darker 15%</a:t>
            </a:r>
            <a:r>
              <a:rPr lang="en-US" sz="1200" b="0" baseline="0" dirty="0" smtClean="0"/>
              <a:t> (third row, first option from the left).</a:t>
            </a:r>
            <a:endParaRPr lang="en-US" sz="120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i="0" dirty="0" smtClean="0"/>
              <a:t>On</a:t>
            </a:r>
            <a:r>
              <a:rPr lang="en-US" sz="1200" i="0" baseline="0" dirty="0" smtClean="0"/>
              <a:t> the </a:t>
            </a:r>
            <a:r>
              <a:rPr lang="en-US" sz="1200" b="1" i="0" baseline="0" dirty="0" smtClean="0"/>
              <a:t>Home</a:t>
            </a:r>
            <a:r>
              <a:rPr lang="en-US" sz="1200" i="0" baseline="0" dirty="0" smtClean="0"/>
              <a:t> tab, in the </a:t>
            </a:r>
            <a:r>
              <a:rPr lang="en-US" sz="1200" b="1" i="0" baseline="0" dirty="0" smtClean="0"/>
              <a:t>Drawing</a:t>
            </a:r>
            <a:r>
              <a:rPr lang="en-US" sz="1200" i="0" baseline="0" dirty="0" smtClean="0"/>
              <a:t> group, click the </a:t>
            </a:r>
            <a:r>
              <a:rPr lang="en-US" sz="1200" b="1" i="0" baseline="0" dirty="0" smtClean="0"/>
              <a:t>More</a:t>
            </a:r>
            <a:r>
              <a:rPr lang="en-US" sz="1200" i="0" baseline="0" dirty="0" smtClean="0"/>
              <a:t> arrow on the </a:t>
            </a:r>
            <a:r>
              <a:rPr lang="en-US" sz="1200" b="1" i="0" baseline="0" dirty="0" smtClean="0"/>
              <a:t>Shapes </a:t>
            </a:r>
            <a:r>
              <a:rPr lang="en-US" sz="1200" b="0" i="0" baseline="0" dirty="0" smtClean="0"/>
              <a:t>gallery</a:t>
            </a:r>
            <a:r>
              <a:rPr lang="en-US" sz="1200" i="0" baseline="0" dirty="0" smtClean="0"/>
              <a:t>, and then under </a:t>
            </a:r>
            <a:r>
              <a:rPr lang="en-US" sz="1200" b="1" i="0" baseline="0" dirty="0" smtClean="0"/>
              <a:t>Rectangles</a:t>
            </a:r>
            <a:r>
              <a:rPr lang="en-US" sz="1200" i="0" baseline="0" dirty="0" smtClean="0"/>
              <a:t>, click </a:t>
            </a:r>
            <a:r>
              <a:rPr lang="en-US" sz="1200" b="1" baseline="0" dirty="0" smtClean="0"/>
              <a:t>Rectangle </a:t>
            </a:r>
            <a:r>
              <a:rPr lang="en-US" sz="1200" b="0" i="0" baseline="0" dirty="0" smtClean="0"/>
              <a:t>(first option from the left). On the slide, drag to draw a rectangle. </a:t>
            </a:r>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dirty="0" smtClean="0"/>
              <a:t>Select the rectangle. </a:t>
            </a:r>
            <a:r>
              <a:rPr lang="en-US" sz="1200" i="0" baseline="0" dirty="0" smtClean="0"/>
              <a:t>Under </a:t>
            </a:r>
            <a:r>
              <a:rPr lang="en-US" sz="1200" b="1" i="0" baseline="0" dirty="0" smtClean="0"/>
              <a:t>Drawing Tools</a:t>
            </a:r>
            <a:r>
              <a:rPr lang="en-US" sz="1200" i="0" baseline="0" dirty="0" smtClean="0"/>
              <a:t>, on the </a:t>
            </a:r>
            <a:r>
              <a:rPr lang="en-US" sz="1200" b="1" i="0" baseline="0" dirty="0" smtClean="0"/>
              <a:t>Format</a:t>
            </a:r>
            <a:r>
              <a:rPr lang="en-US" sz="1200" i="0" baseline="0" dirty="0" smtClean="0"/>
              <a:t> tab, in the </a:t>
            </a:r>
            <a:r>
              <a:rPr lang="en-US" sz="1200" b="1" i="0" baseline="0" dirty="0" smtClean="0"/>
              <a:t>Size</a:t>
            </a:r>
            <a:r>
              <a:rPr lang="en-US" sz="1200" i="0" baseline="0" dirty="0" smtClean="0"/>
              <a:t> group, do the following:</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i="0" baseline="0" dirty="0" smtClean="0"/>
              <a:t>In the </a:t>
            </a:r>
            <a:r>
              <a:rPr lang="en-US" sz="1200" b="1" i="0" baseline="0" dirty="0" smtClean="0"/>
              <a:t>Shape Height</a:t>
            </a:r>
            <a:r>
              <a:rPr lang="en-US" sz="1200" i="0" baseline="0" dirty="0" smtClean="0"/>
              <a:t> box, enter </a:t>
            </a:r>
            <a:r>
              <a:rPr lang="en-US" sz="1200" b="1" i="0" baseline="0" dirty="0" smtClean="0"/>
              <a:t>0.33”</a:t>
            </a:r>
            <a:r>
              <a:rPr lang="en-US" sz="1200" i="0" baseline="0" dirty="0" smtClean="0"/>
              <a:t>.</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i="0" baseline="0" dirty="0" smtClean="0"/>
              <a:t>In the </a:t>
            </a:r>
            <a:r>
              <a:rPr lang="en-US" sz="1200" b="1" i="0" baseline="0" dirty="0" smtClean="0"/>
              <a:t>Shape Width</a:t>
            </a:r>
            <a:r>
              <a:rPr lang="en-US" sz="1200" i="0" baseline="0" dirty="0" smtClean="0"/>
              <a:t> box, enter </a:t>
            </a:r>
            <a:r>
              <a:rPr lang="en-US" sz="1200" b="1" i="0" baseline="0" dirty="0" smtClean="0"/>
              <a:t>10”</a:t>
            </a:r>
            <a:r>
              <a:rPr lang="en-US" sz="1200" i="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On the </a:t>
            </a:r>
            <a:r>
              <a:rPr lang="en-US" sz="1200" b="1" baseline="0" dirty="0" smtClean="0"/>
              <a:t>Home</a:t>
            </a:r>
            <a:r>
              <a:rPr lang="en-US" sz="1200" b="0" baseline="0" dirty="0" smtClean="0"/>
              <a:t> tab, in the </a:t>
            </a:r>
            <a:r>
              <a:rPr lang="en-US" sz="1200" b="1" baseline="0" dirty="0" smtClean="0"/>
              <a:t>Drawing</a:t>
            </a:r>
            <a:r>
              <a:rPr lang="en-US" sz="1200" b="0" baseline="0" dirty="0" smtClean="0"/>
              <a:t> group, </a:t>
            </a:r>
            <a:r>
              <a:rPr lang="en-US" sz="1200" dirty="0" smtClean="0"/>
              <a:t>click the arrow next</a:t>
            </a:r>
            <a:r>
              <a:rPr lang="en-US" sz="1200" baseline="0" dirty="0" smtClean="0"/>
              <a:t> to</a:t>
            </a:r>
            <a:r>
              <a:rPr lang="en-US" sz="1200" b="0" baseline="0" dirty="0" smtClean="0"/>
              <a:t> </a:t>
            </a:r>
            <a:r>
              <a:rPr lang="en-US" sz="1200" b="1" baseline="0" dirty="0" smtClean="0"/>
              <a:t>Shape Fill</a:t>
            </a:r>
            <a:r>
              <a:rPr lang="en-US" sz="1200" b="0" baseline="0" dirty="0" smtClean="0"/>
              <a:t>, and then under </a:t>
            </a:r>
            <a:r>
              <a:rPr lang="en-US" sz="1200" b="1" baseline="0" dirty="0" smtClean="0"/>
              <a:t>Theme Colors</a:t>
            </a:r>
            <a:r>
              <a:rPr lang="en-US" sz="1200" b="0" baseline="0" dirty="0" smtClean="0"/>
              <a:t> click </a:t>
            </a:r>
            <a:r>
              <a:rPr lang="en-US" sz="1200" b="1" baseline="0" dirty="0" smtClean="0"/>
              <a:t>White, Background 1, Darker 15% </a:t>
            </a:r>
            <a:r>
              <a:rPr lang="en-US" sz="1200" b="0" baseline="0" dirty="0" smtClean="0"/>
              <a:t>(third row, first option from the left).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On the </a:t>
            </a:r>
            <a:r>
              <a:rPr lang="en-US" sz="1200" b="1" baseline="0" dirty="0" smtClean="0"/>
              <a:t>Home</a:t>
            </a:r>
            <a:r>
              <a:rPr lang="en-US" sz="1200" b="0" baseline="0" dirty="0" smtClean="0"/>
              <a:t> tab, in the </a:t>
            </a:r>
            <a:r>
              <a:rPr lang="en-US" sz="1200" b="1" baseline="0" dirty="0" smtClean="0"/>
              <a:t>Drawing</a:t>
            </a:r>
            <a:r>
              <a:rPr lang="en-US" sz="1200" b="0" baseline="0" dirty="0" smtClean="0"/>
              <a:t> group, </a:t>
            </a:r>
            <a:r>
              <a:rPr lang="en-US" sz="1200" dirty="0" smtClean="0"/>
              <a:t>click the arrow next</a:t>
            </a:r>
            <a:r>
              <a:rPr lang="en-US" sz="1200" baseline="0" dirty="0" smtClean="0"/>
              <a:t> to</a:t>
            </a:r>
            <a:r>
              <a:rPr lang="en-US" sz="1200" b="0" baseline="0" dirty="0" smtClean="0"/>
              <a:t> </a:t>
            </a:r>
            <a:r>
              <a:rPr lang="en-US" sz="1200" b="1" baseline="0" dirty="0" smtClean="0"/>
              <a:t>Shape Outline</a:t>
            </a:r>
            <a:r>
              <a:rPr lang="en-US" sz="1200" b="0" baseline="0" dirty="0" smtClean="0"/>
              <a:t>, and then click </a:t>
            </a:r>
            <a:r>
              <a:rPr lang="en-US" sz="1200" b="1" baseline="0" dirty="0" smtClean="0"/>
              <a:t>No Outline.</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i="0" dirty="0" smtClean="0"/>
              <a:t>On</a:t>
            </a:r>
            <a:r>
              <a:rPr lang="en-US" sz="1200" i="0" baseline="0" dirty="0" smtClean="0"/>
              <a:t> the </a:t>
            </a:r>
            <a:r>
              <a:rPr lang="en-US" sz="1200" b="1" i="0" baseline="0" dirty="0" smtClean="0"/>
              <a:t>Home</a:t>
            </a:r>
            <a:r>
              <a:rPr lang="en-US" sz="1200" i="0" baseline="0" dirty="0" smtClean="0"/>
              <a:t> tab, in the </a:t>
            </a:r>
            <a:r>
              <a:rPr lang="en-US" sz="1200" b="1" i="0" baseline="0" dirty="0" smtClean="0"/>
              <a:t>Drawing</a:t>
            </a:r>
            <a:r>
              <a:rPr lang="en-US" sz="1200" i="0" baseline="0" dirty="0" smtClean="0"/>
              <a:t> group, click </a:t>
            </a:r>
            <a:r>
              <a:rPr lang="en-US" sz="1200" b="1" i="0" baseline="0" dirty="0" smtClean="0"/>
              <a:t>Shapes</a:t>
            </a:r>
            <a:r>
              <a:rPr lang="en-US" sz="1200" i="0" baseline="0" dirty="0" smtClean="0"/>
              <a:t>, and then under </a:t>
            </a:r>
            <a:r>
              <a:rPr lang="en-US" sz="1200" b="1" i="0" baseline="0" dirty="0" smtClean="0"/>
              <a:t>Basic Shapes</a:t>
            </a:r>
            <a:r>
              <a:rPr lang="en-US" sz="1200" i="0" baseline="0" dirty="0" smtClean="0"/>
              <a:t>, click </a:t>
            </a:r>
            <a:r>
              <a:rPr lang="en-US" sz="1200" b="1" baseline="0" dirty="0" smtClean="0"/>
              <a:t>Right Triangle </a:t>
            </a:r>
            <a:r>
              <a:rPr lang="en-US" sz="1200" b="0" i="0" baseline="0" dirty="0" smtClean="0"/>
              <a:t>(first row, fourth option from the left).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On the slide, drag to draw a triangle. </a:t>
            </a:r>
          </a:p>
          <a:p>
            <a:pPr marL="228600" marR="0" indent="-228600" algn="l" defTabSz="914400" rtl="0" eaLnBrk="1" fontAlgn="auto" latinLnBrk="0" hangingPunct="1">
              <a:lnSpc>
                <a:spcPct val="90000"/>
              </a:lnSpc>
              <a:spcBef>
                <a:spcPts val="0"/>
              </a:spcBef>
              <a:spcAft>
                <a:spcPts val="600"/>
              </a:spcAft>
              <a:buClrTx/>
              <a:buSzTx/>
              <a:buFont typeface="+mj-lt"/>
              <a:buAutoNum type="arabicPeriod"/>
              <a:tabLst/>
              <a:defRPr/>
            </a:pPr>
            <a:r>
              <a:rPr lang="en-US" sz="1200" dirty="0" smtClean="0"/>
              <a:t>Select the triangle. </a:t>
            </a:r>
            <a:r>
              <a:rPr lang="en-US" sz="1200" i="0" baseline="0" dirty="0" smtClean="0"/>
              <a:t>Under </a:t>
            </a:r>
            <a:r>
              <a:rPr lang="en-US" sz="1200" b="1" i="0" baseline="0" dirty="0" smtClean="0"/>
              <a:t>Drawing Tools</a:t>
            </a:r>
            <a:r>
              <a:rPr lang="en-US" sz="1200" i="0" baseline="0" dirty="0" smtClean="0"/>
              <a:t>, on the </a:t>
            </a:r>
            <a:r>
              <a:rPr lang="en-US" sz="1200" b="1" i="0" baseline="0" dirty="0" smtClean="0"/>
              <a:t>Format</a:t>
            </a:r>
            <a:r>
              <a:rPr lang="en-US" sz="1200" i="0" baseline="0" dirty="0" smtClean="0"/>
              <a:t> tab, in the </a:t>
            </a:r>
            <a:r>
              <a:rPr lang="en-US" sz="1200" b="1" i="0" baseline="0" dirty="0" smtClean="0"/>
              <a:t>Size</a:t>
            </a:r>
            <a:r>
              <a:rPr lang="en-US" sz="1200" i="0" baseline="0" dirty="0" smtClean="0"/>
              <a:t> group, do the following:</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i="0" baseline="0" dirty="0" smtClean="0"/>
              <a:t>In the </a:t>
            </a:r>
            <a:r>
              <a:rPr lang="en-US" sz="1200" b="1" i="0" baseline="0" dirty="0" smtClean="0"/>
              <a:t>Shape Height</a:t>
            </a:r>
            <a:r>
              <a:rPr lang="en-US" sz="1200" i="0" baseline="0" dirty="0" smtClean="0"/>
              <a:t> box, enter </a:t>
            </a:r>
            <a:r>
              <a:rPr lang="en-US" sz="1200" b="1" i="0" baseline="0" dirty="0" smtClean="0"/>
              <a:t>1.33”</a:t>
            </a:r>
            <a:r>
              <a:rPr lang="en-US" sz="1200" i="0" baseline="0" dirty="0" smtClean="0"/>
              <a:t>.</a:t>
            </a:r>
          </a:p>
          <a:p>
            <a:pPr marL="685800" marR="0" lvl="1" indent="-228600" algn="l" defTabSz="914400" rtl="0" eaLnBrk="1" fontAlgn="auto" latinLnBrk="0" hangingPunct="1">
              <a:lnSpc>
                <a:spcPct val="90000"/>
              </a:lnSpc>
              <a:spcBef>
                <a:spcPts val="0"/>
              </a:spcBef>
              <a:spcAft>
                <a:spcPts val="600"/>
              </a:spcAft>
              <a:buClrTx/>
              <a:buSzTx/>
              <a:buFont typeface="Arial" pitchFamily="34" charset="0"/>
              <a:buChar char="•"/>
              <a:tabLst/>
              <a:defRPr/>
            </a:pPr>
            <a:r>
              <a:rPr lang="en-US" sz="1200" i="0" baseline="0" dirty="0" smtClean="0"/>
              <a:t>In the </a:t>
            </a:r>
            <a:r>
              <a:rPr lang="en-US" sz="1200" b="1" i="0" baseline="0" dirty="0" smtClean="0"/>
              <a:t>Shape Width</a:t>
            </a:r>
            <a:r>
              <a:rPr lang="en-US" sz="1200" i="0" baseline="0" dirty="0" smtClean="0"/>
              <a:t> box, enter </a:t>
            </a:r>
            <a:r>
              <a:rPr lang="en-US" sz="1200" b="1" i="0" baseline="0" dirty="0" smtClean="0"/>
              <a:t>10”</a:t>
            </a:r>
            <a:r>
              <a:rPr lang="en-US" sz="1200" i="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On the </a:t>
            </a:r>
            <a:r>
              <a:rPr lang="en-US" sz="1200" b="1" baseline="0" dirty="0" smtClean="0"/>
              <a:t>Home</a:t>
            </a:r>
            <a:r>
              <a:rPr lang="en-US" sz="1200" b="0" baseline="0" dirty="0" smtClean="0"/>
              <a:t> tab, in the </a:t>
            </a:r>
            <a:r>
              <a:rPr lang="en-US" sz="1200" b="1" baseline="0" dirty="0" smtClean="0"/>
              <a:t>Drawing</a:t>
            </a:r>
            <a:r>
              <a:rPr lang="en-US" sz="1200" b="0" baseline="0" dirty="0" smtClean="0"/>
              <a:t> group, </a:t>
            </a:r>
            <a:r>
              <a:rPr lang="en-US" sz="1200" dirty="0" smtClean="0"/>
              <a:t>click the arrow next</a:t>
            </a:r>
            <a:r>
              <a:rPr lang="en-US" sz="1200" baseline="0" dirty="0" smtClean="0"/>
              <a:t> to</a:t>
            </a:r>
            <a:r>
              <a:rPr lang="en-US" sz="1200" b="0" baseline="0" dirty="0" smtClean="0"/>
              <a:t> </a:t>
            </a:r>
            <a:r>
              <a:rPr lang="en-US" sz="1200" b="1" baseline="0" dirty="0" smtClean="0"/>
              <a:t>Shape Fill</a:t>
            </a:r>
            <a:r>
              <a:rPr lang="en-US" sz="1200" b="0" baseline="0" dirty="0" smtClean="0"/>
              <a:t>, and then click </a:t>
            </a:r>
            <a:r>
              <a:rPr lang="en-US" sz="1200" b="1" baseline="0" dirty="0" smtClean="0"/>
              <a:t>White, Background 1, Darker 15% </a:t>
            </a:r>
            <a:r>
              <a:rPr lang="en-US" sz="1200" b="0" baseline="0" dirty="0" smtClean="0"/>
              <a:t>(third row, first option from the left).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On the </a:t>
            </a:r>
            <a:r>
              <a:rPr lang="en-US" sz="1200" b="1" baseline="0" dirty="0" smtClean="0"/>
              <a:t>Home</a:t>
            </a:r>
            <a:r>
              <a:rPr lang="en-US" sz="1200" b="0" baseline="0" dirty="0" smtClean="0"/>
              <a:t> tab, in the </a:t>
            </a:r>
            <a:r>
              <a:rPr lang="en-US" sz="1200" b="1" baseline="0" dirty="0" smtClean="0"/>
              <a:t>Drawing</a:t>
            </a:r>
            <a:r>
              <a:rPr lang="en-US" sz="1200" b="0" baseline="0" dirty="0" smtClean="0"/>
              <a:t> group, </a:t>
            </a:r>
            <a:r>
              <a:rPr lang="en-US" sz="1200" dirty="0" smtClean="0"/>
              <a:t>click the arrow next</a:t>
            </a:r>
            <a:r>
              <a:rPr lang="en-US" sz="1200" baseline="0" dirty="0" smtClean="0"/>
              <a:t> to</a:t>
            </a:r>
            <a:r>
              <a:rPr lang="en-US" sz="1200" b="0" baseline="0" dirty="0" smtClean="0"/>
              <a:t> </a:t>
            </a:r>
            <a:r>
              <a:rPr lang="en-US" sz="1200" b="1" baseline="0" dirty="0" smtClean="0"/>
              <a:t>Shape Outline</a:t>
            </a:r>
            <a:r>
              <a:rPr lang="en-US" sz="1200" b="0" baseline="0" dirty="0" smtClean="0"/>
              <a:t>, and then click </a:t>
            </a:r>
            <a:r>
              <a:rPr lang="en-US" sz="1200" b="1" baseline="0" dirty="0" smtClean="0"/>
              <a:t>No Outline</a:t>
            </a:r>
            <a:r>
              <a:rPr lang="en-US" sz="1200" b="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 Position the rectangle and the triangle so that the bottom edge of the triangle and the top edge of the rectangle are touching. Press and hold SHIFT and select both the rectangle and the triangle.</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On the </a:t>
            </a:r>
            <a:r>
              <a:rPr lang="en-US" sz="1200" b="1" i="0" baseline="0" dirty="0" smtClean="0"/>
              <a:t>Home</a:t>
            </a:r>
            <a:r>
              <a:rPr lang="en-US" sz="1200" b="0" i="0" baseline="0" dirty="0" smtClean="0"/>
              <a:t> tab, in the </a:t>
            </a:r>
            <a:r>
              <a:rPr lang="en-US" sz="1200" b="1" i="0" baseline="0" dirty="0" smtClean="0"/>
              <a:t>Drawing</a:t>
            </a:r>
            <a:r>
              <a:rPr lang="en-US" sz="1200" b="0" i="0" baseline="0" dirty="0" smtClean="0"/>
              <a:t> group, click </a:t>
            </a:r>
            <a:r>
              <a:rPr lang="en-US" sz="1200" b="1" i="0" baseline="0" dirty="0" smtClean="0"/>
              <a:t>Arrange</a:t>
            </a:r>
            <a:r>
              <a:rPr lang="en-US" sz="1200" b="0" i="0" baseline="0" dirty="0" smtClean="0"/>
              <a:t>, and then do the following:</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Under </a:t>
            </a:r>
            <a:r>
              <a:rPr lang="en-US" sz="1200" b="1" i="0" baseline="0" dirty="0" smtClean="0"/>
              <a:t>Group Objects</a:t>
            </a:r>
            <a:r>
              <a:rPr lang="en-US" sz="1200" b="0" i="0" baseline="0" dirty="0" smtClean="0"/>
              <a:t>,</a:t>
            </a:r>
            <a:r>
              <a:rPr lang="en-US" sz="1200" b="1" i="0" baseline="0" dirty="0" smtClean="0"/>
              <a:t> </a:t>
            </a:r>
            <a:r>
              <a:rPr lang="en-US" sz="1200" b="0" i="0" baseline="0" dirty="0" smtClean="0"/>
              <a:t>click </a:t>
            </a:r>
            <a:r>
              <a:rPr lang="en-US" sz="1200" b="1" i="0" baseline="0" dirty="0" smtClean="0"/>
              <a:t>Group</a:t>
            </a:r>
            <a:r>
              <a:rPr lang="en-US" sz="1200" b="0" i="0" baseline="0" dirty="0" smtClean="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Point to </a:t>
            </a:r>
            <a:r>
              <a:rPr lang="en-US" sz="1200" b="1" i="0" baseline="0" dirty="0" smtClean="0"/>
              <a:t>Align</a:t>
            </a:r>
            <a:r>
              <a:rPr lang="en-US" sz="1200" b="0" i="0" baseline="0" dirty="0" smtClean="0"/>
              <a:t>, and then click </a:t>
            </a:r>
            <a:r>
              <a:rPr lang="en-US" sz="1200" b="1" i="0" baseline="0" dirty="0" smtClean="0"/>
              <a:t>Align</a:t>
            </a:r>
            <a:r>
              <a:rPr lang="en-US" sz="1200" b="1" i="0" dirty="0" smtClean="0"/>
              <a:t> Center</a:t>
            </a:r>
            <a:r>
              <a:rPr lang="en-US" sz="1200" b="0" i="0" dirty="0" smtClean="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Point to </a:t>
            </a:r>
            <a:r>
              <a:rPr lang="en-US" sz="1200" b="1" i="0" baseline="0" dirty="0" smtClean="0"/>
              <a:t>Align</a:t>
            </a:r>
            <a:r>
              <a:rPr lang="en-US" sz="1200" b="0" i="0" baseline="0" dirty="0" smtClean="0"/>
              <a:t>, and then click </a:t>
            </a:r>
            <a:r>
              <a:rPr lang="en-US" sz="1200" b="1" i="0" baseline="0" dirty="0" smtClean="0"/>
              <a:t>Align</a:t>
            </a:r>
            <a:r>
              <a:rPr lang="en-US" sz="1200" b="1" i="0" dirty="0" smtClean="0"/>
              <a:t> Bottom</a:t>
            </a:r>
            <a:r>
              <a:rPr lang="en-US" sz="1200" b="0" i="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On the </a:t>
            </a:r>
            <a:r>
              <a:rPr lang="en-US" sz="1200" b="1" baseline="0" dirty="0" smtClean="0"/>
              <a:t>Home</a:t>
            </a:r>
            <a:r>
              <a:rPr lang="en-US" sz="1200" b="0" baseline="0" dirty="0" smtClean="0"/>
              <a:t> tab, in the </a:t>
            </a:r>
            <a:r>
              <a:rPr lang="en-US" sz="1200" b="1" baseline="0" dirty="0" smtClean="0"/>
              <a:t>Clipboard </a:t>
            </a:r>
            <a:r>
              <a:rPr lang="en-US" sz="1200" b="0" baseline="0" dirty="0" smtClean="0"/>
              <a:t>group, </a:t>
            </a:r>
            <a:r>
              <a:rPr lang="en-US" sz="1200" dirty="0" smtClean="0"/>
              <a:t>click the arrow next to </a:t>
            </a:r>
            <a:r>
              <a:rPr lang="en-US" sz="1200" b="1" baseline="0" dirty="0" smtClean="0"/>
              <a:t>Copy, </a:t>
            </a:r>
            <a:r>
              <a:rPr lang="en-US" sz="1200" b="0" baseline="0" dirty="0" smtClean="0"/>
              <a:t>and then click </a:t>
            </a:r>
            <a:r>
              <a:rPr lang="en-US" sz="1200" b="1" baseline="0" dirty="0" smtClean="0"/>
              <a:t>Duplicate</a:t>
            </a:r>
            <a:r>
              <a:rPr lang="en-US" sz="1200" b="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smtClean="0"/>
              <a:t>Under </a:t>
            </a:r>
            <a:r>
              <a:rPr lang="en-US" sz="1200" b="1" dirty="0" smtClean="0"/>
              <a:t>Drawing Tools</a:t>
            </a:r>
            <a:r>
              <a:rPr lang="en-US" sz="1200" dirty="0" smtClean="0"/>
              <a:t>, on the </a:t>
            </a:r>
            <a:r>
              <a:rPr lang="en-US" sz="1200" b="1" dirty="0" smtClean="0"/>
              <a:t>Format</a:t>
            </a:r>
            <a:r>
              <a:rPr lang="en-US" sz="1200" dirty="0" smtClean="0"/>
              <a:t> tab, in the </a:t>
            </a:r>
            <a:r>
              <a:rPr lang="en-US" sz="1200" b="1" dirty="0" smtClean="0"/>
              <a:t>Arrange </a:t>
            </a:r>
            <a:r>
              <a:rPr lang="en-US" sz="1200" dirty="0" smtClean="0"/>
              <a:t>group, click the arrow next to </a:t>
            </a:r>
            <a:r>
              <a:rPr lang="en-US" sz="1200" b="1" baseline="0" dirty="0" smtClean="0"/>
              <a:t>Rotate, </a:t>
            </a:r>
            <a:r>
              <a:rPr lang="en-US" sz="1200" b="0" baseline="0" dirty="0" smtClean="0"/>
              <a:t>and then click </a:t>
            </a:r>
            <a:r>
              <a:rPr lang="en-US" sz="1200" b="1" baseline="0" dirty="0" smtClean="0"/>
              <a:t>More Rotation Options</a:t>
            </a:r>
            <a:r>
              <a:rPr lang="en-US" sz="1200" b="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smtClean="0"/>
              <a:t>In</a:t>
            </a:r>
            <a:r>
              <a:rPr lang="en-US" sz="1200" baseline="0" dirty="0" smtClean="0"/>
              <a:t> the </a:t>
            </a:r>
            <a:r>
              <a:rPr lang="en-US" sz="1200" b="1" baseline="0" dirty="0" smtClean="0"/>
              <a:t>Format Shape </a:t>
            </a:r>
            <a:r>
              <a:rPr lang="en-US" sz="1200" baseline="0" dirty="0" smtClean="0"/>
              <a:t>dialog box, o</a:t>
            </a:r>
            <a:r>
              <a:rPr lang="en-US" sz="1200" dirty="0" smtClean="0"/>
              <a:t>n the </a:t>
            </a:r>
            <a:r>
              <a:rPr lang="en-US" sz="1200" b="1" dirty="0" smtClean="0"/>
              <a:t>Size</a:t>
            </a:r>
            <a:r>
              <a:rPr lang="en-US" sz="1200" dirty="0" smtClean="0"/>
              <a:t> tab, under </a:t>
            </a:r>
            <a:r>
              <a:rPr lang="en-US" sz="1200" b="1" dirty="0" smtClean="0"/>
              <a:t>Size and rotate</a:t>
            </a:r>
            <a:r>
              <a:rPr lang="en-US" sz="1200" dirty="0" smtClean="0"/>
              <a:t>, in </a:t>
            </a:r>
            <a:r>
              <a:rPr lang="en-US" sz="1200" baseline="0" dirty="0" smtClean="0"/>
              <a:t>the </a:t>
            </a:r>
            <a:r>
              <a:rPr lang="en-US" sz="1200" b="1" baseline="0" dirty="0" smtClean="0"/>
              <a:t>Rotation</a:t>
            </a:r>
            <a:r>
              <a:rPr lang="en-US" sz="1200" baseline="0" dirty="0" smtClean="0"/>
              <a:t> box, enter </a:t>
            </a:r>
            <a:r>
              <a:rPr lang="en-US" sz="1200" b="1" baseline="0" dirty="0" smtClean="0"/>
              <a:t>180°</a:t>
            </a:r>
            <a:r>
              <a:rPr lang="en-US" sz="1200" b="0" baseline="0" dirty="0" smtClean="0"/>
              <a:t>.</a:t>
            </a:r>
            <a:endParaRPr lang="en-US" sz="1200" b="1"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On the </a:t>
            </a:r>
            <a:r>
              <a:rPr lang="en-US" sz="1200" b="1" i="0" baseline="0" dirty="0" smtClean="0"/>
              <a:t>Home</a:t>
            </a:r>
            <a:r>
              <a:rPr lang="en-US" sz="1200" b="0" i="0" baseline="0" dirty="0" smtClean="0"/>
              <a:t> tab, in the </a:t>
            </a:r>
            <a:r>
              <a:rPr lang="en-US" sz="1200" b="1" i="0" baseline="0" dirty="0" smtClean="0"/>
              <a:t>Drawing</a:t>
            </a:r>
            <a:r>
              <a:rPr lang="en-US" sz="1200" b="0" i="0" baseline="0" dirty="0" smtClean="0"/>
              <a:t> group, click </a:t>
            </a:r>
            <a:r>
              <a:rPr lang="en-US" sz="1200" b="1" i="0" baseline="0" dirty="0" smtClean="0"/>
              <a:t>Arrange</a:t>
            </a:r>
            <a:r>
              <a:rPr lang="en-US" sz="1200" b="0" i="0" baseline="0" dirty="0" smtClean="0"/>
              <a:t>, point to </a:t>
            </a:r>
            <a:r>
              <a:rPr lang="en-US" sz="1200" b="1" i="0" baseline="0" dirty="0" smtClean="0"/>
              <a:t>Align</a:t>
            </a:r>
            <a:r>
              <a:rPr lang="en-US" sz="1200" b="0" i="0" baseline="0" dirty="0" smtClean="0"/>
              <a:t>, and then do the following:</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Click </a:t>
            </a:r>
            <a:r>
              <a:rPr lang="en-US" sz="1200" b="1" i="0" baseline="0" dirty="0" smtClean="0"/>
              <a:t>Align</a:t>
            </a:r>
            <a:r>
              <a:rPr lang="en-US" sz="1200" b="1" i="0" dirty="0" smtClean="0"/>
              <a:t> Center</a:t>
            </a:r>
            <a:r>
              <a:rPr lang="en-US" sz="1200" b="0" i="0" dirty="0" smtClean="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Click </a:t>
            </a:r>
            <a:r>
              <a:rPr lang="en-US" sz="1200" b="1" i="0" baseline="0" dirty="0" smtClean="0"/>
              <a:t>Align</a:t>
            </a:r>
            <a:r>
              <a:rPr lang="en-US" sz="1200" b="1" i="0" dirty="0" smtClean="0"/>
              <a:t> Top</a:t>
            </a:r>
            <a:r>
              <a:rPr lang="en-US" sz="1200" b="0" i="0" dirty="0" smtClean="0"/>
              <a:t>.</a:t>
            </a:r>
            <a:endParaRPr lang="en-US" sz="1200" b="0" baseline="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baseline="0" dirty="0" smtClean="0"/>
              <a:t>On the </a:t>
            </a:r>
            <a:r>
              <a:rPr lang="en-US" sz="1200" b="1" baseline="0" dirty="0" smtClean="0"/>
              <a:t>Home</a:t>
            </a:r>
            <a:r>
              <a:rPr lang="en-US" sz="1200" b="0" baseline="0" dirty="0" smtClean="0"/>
              <a:t> tab, in the </a:t>
            </a:r>
            <a:r>
              <a:rPr lang="en-US" sz="1200" b="1" baseline="0" dirty="0" smtClean="0"/>
              <a:t>Drawing</a:t>
            </a:r>
            <a:r>
              <a:rPr lang="en-US" sz="1200" b="0" baseline="0" dirty="0" smtClean="0"/>
              <a:t> group, </a:t>
            </a:r>
            <a:r>
              <a:rPr lang="en-US" sz="1200" dirty="0" smtClean="0"/>
              <a:t>click the arrow next</a:t>
            </a:r>
            <a:r>
              <a:rPr lang="en-US" sz="1200" baseline="0" dirty="0" smtClean="0"/>
              <a:t> to</a:t>
            </a:r>
            <a:r>
              <a:rPr lang="en-US" sz="1200" b="0" baseline="0" dirty="0" smtClean="0"/>
              <a:t> </a:t>
            </a:r>
            <a:r>
              <a:rPr lang="en-US" sz="1200" b="1" baseline="0" dirty="0" smtClean="0"/>
              <a:t>Shape Fill</a:t>
            </a:r>
            <a:r>
              <a:rPr lang="en-US" sz="1200" b="0" baseline="0" dirty="0" smtClean="0"/>
              <a:t>, and then under </a:t>
            </a:r>
            <a:r>
              <a:rPr lang="en-US" sz="1200" b="1" baseline="0" dirty="0" smtClean="0"/>
              <a:t>Theme Colors</a:t>
            </a:r>
            <a:r>
              <a:rPr lang="en-US" sz="1200" b="0" baseline="0" dirty="0" smtClean="0"/>
              <a:t> click </a:t>
            </a:r>
            <a:r>
              <a:rPr lang="en-US" sz="1200" b="1" baseline="0" dirty="0" smtClean="0"/>
              <a:t>White, Background 1</a:t>
            </a:r>
            <a:r>
              <a:rPr lang="en-US" sz="1200" b="0" baseline="0" dirty="0" smtClean="0"/>
              <a:t> (first row, first option from the left). </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b="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dirty="0" smtClean="0"/>
          </a:p>
          <a:p>
            <a:pPr marL="228600" lvl="1" indent="-228600">
              <a:spcAft>
                <a:spcPts val="200"/>
              </a:spcAft>
              <a:buFont typeface="+mj-lt"/>
              <a:buNone/>
            </a:pPr>
            <a:r>
              <a:rPr lang="en-US" sz="1200" i="0" baseline="0" dirty="0" smtClean="0"/>
              <a:t>To reproduce the original text and rectangle, do the following:</a:t>
            </a:r>
          </a:p>
          <a:p>
            <a:pPr marL="228600" marR="0" lvl="1" indent="-228600" algn="l" defTabSz="914400" rtl="0" eaLnBrk="1" fontAlgn="auto" latinLnBrk="0" hangingPunct="1">
              <a:lnSpc>
                <a:spcPct val="90000"/>
              </a:lnSpc>
              <a:spcBef>
                <a:spcPts val="0"/>
              </a:spcBef>
              <a:spcAft>
                <a:spcPts val="200"/>
              </a:spcAft>
              <a:buClrTx/>
              <a:buSzTx/>
              <a:buFont typeface="+mj-lt"/>
              <a:buAutoNum type="arabicPeriod"/>
              <a:tabLst/>
              <a:defRPr/>
            </a:pPr>
            <a:r>
              <a:rPr lang="en-US" sz="1200" baseline="0" dirty="0" smtClean="0"/>
              <a:t>Press and hold SHIFT and s</a:t>
            </a:r>
            <a:r>
              <a:rPr lang="en-US" sz="1200" dirty="0" smtClean="0"/>
              <a:t>elect the original</a:t>
            </a:r>
            <a:r>
              <a:rPr lang="en-US" sz="1200" baseline="0" dirty="0" smtClean="0"/>
              <a:t> </a:t>
            </a:r>
            <a:r>
              <a:rPr lang="en-US" sz="1200" dirty="0" smtClean="0"/>
              <a:t>text box and rectangle.</a:t>
            </a:r>
            <a:r>
              <a:rPr lang="en-US" sz="1200" baseline="0" dirty="0" smtClean="0"/>
              <a:t> </a:t>
            </a:r>
            <a:r>
              <a:rPr lang="en-US" sz="1200" i="0" baseline="0" dirty="0" smtClean="0"/>
              <a:t>On the </a:t>
            </a:r>
            <a:r>
              <a:rPr lang="en-US" sz="1200" b="1" i="0" baseline="0" dirty="0" smtClean="0"/>
              <a:t>Home</a:t>
            </a:r>
            <a:r>
              <a:rPr lang="en-US" sz="1200" i="0" baseline="0" dirty="0" smtClean="0"/>
              <a:t> tab, in the </a:t>
            </a:r>
            <a:r>
              <a:rPr lang="en-US" sz="1200" b="1" i="0" baseline="0" dirty="0" smtClean="0"/>
              <a:t>Drawing</a:t>
            </a:r>
            <a:r>
              <a:rPr lang="en-US" sz="1200" i="0" baseline="0" dirty="0" smtClean="0"/>
              <a:t> group, click </a:t>
            </a:r>
            <a:r>
              <a:rPr lang="en-US" sz="1200" b="1" i="0" baseline="0" dirty="0" smtClean="0"/>
              <a:t>Arrange</a:t>
            </a:r>
            <a:r>
              <a:rPr lang="en-US" sz="1200" i="0" baseline="0" dirty="0" smtClean="0"/>
              <a:t>, and then under </a:t>
            </a:r>
            <a:r>
              <a:rPr lang="en-US" sz="1200" b="1" i="0" baseline="0" dirty="0" smtClean="0"/>
              <a:t>Group Objects </a:t>
            </a:r>
            <a:r>
              <a:rPr lang="en-US" sz="1200" i="0" baseline="0" dirty="0" smtClean="0"/>
              <a:t>click </a:t>
            </a:r>
            <a:r>
              <a:rPr lang="en-US" sz="1200" b="1" i="0" baseline="0" dirty="0" smtClean="0"/>
              <a:t>Group</a:t>
            </a:r>
            <a:r>
              <a:rPr lang="en-US" sz="1200" b="0" i="0" baseline="0" dirty="0" smtClean="0"/>
              <a:t>.</a:t>
            </a:r>
            <a:r>
              <a:rPr lang="en-US" sz="1200" i="0" baseline="0" dirty="0" smtClean="0"/>
              <a:t> </a:t>
            </a:r>
          </a:p>
          <a:p>
            <a:pPr marL="228600" marR="0" lvl="1" indent="-228600" algn="l" defTabSz="914400" rtl="0" eaLnBrk="1" fontAlgn="auto" latinLnBrk="0" hangingPunct="1">
              <a:lnSpc>
                <a:spcPct val="90000"/>
              </a:lnSpc>
              <a:spcBef>
                <a:spcPts val="0"/>
              </a:spcBef>
              <a:spcAft>
                <a:spcPts val="200"/>
              </a:spcAft>
              <a:buClrTx/>
              <a:buSzTx/>
              <a:buFont typeface="+mj-lt"/>
              <a:buAutoNum type="arabicPeriod"/>
              <a:tabLst/>
              <a:defRPr/>
            </a:pPr>
            <a:r>
              <a:rPr lang="en-US" sz="1200" b="0" i="0" baseline="0" dirty="0" smtClean="0"/>
              <a:t>On the </a:t>
            </a:r>
            <a:r>
              <a:rPr lang="en-US" sz="1200" b="1" baseline="0" dirty="0" smtClean="0"/>
              <a:t>Home</a:t>
            </a:r>
            <a:r>
              <a:rPr lang="en-US" sz="1200" b="0" baseline="0" dirty="0" smtClean="0"/>
              <a:t> tab, in the </a:t>
            </a:r>
            <a:r>
              <a:rPr lang="en-US" sz="1200" b="1" baseline="0" dirty="0" smtClean="0"/>
              <a:t>Clipboard </a:t>
            </a:r>
            <a:r>
              <a:rPr lang="en-US" sz="1200" b="0" baseline="0" dirty="0" smtClean="0"/>
              <a:t>group, </a:t>
            </a:r>
            <a:r>
              <a:rPr lang="en-US" sz="1200" dirty="0" smtClean="0"/>
              <a:t>click the arrow next</a:t>
            </a:r>
            <a:r>
              <a:rPr lang="en-US" sz="1200" baseline="0" dirty="0" smtClean="0"/>
              <a:t> to </a:t>
            </a:r>
            <a:r>
              <a:rPr lang="en-US" sz="1200" b="1" baseline="0" dirty="0" smtClean="0"/>
              <a:t>Copy, </a:t>
            </a:r>
            <a:r>
              <a:rPr lang="en-US" sz="1200" b="0" baseline="0" dirty="0" smtClean="0"/>
              <a:t>and then click </a:t>
            </a:r>
            <a:r>
              <a:rPr lang="en-US" sz="1200" b="1" baseline="0" dirty="0" smtClean="0"/>
              <a:t>Duplicate</a:t>
            </a:r>
            <a:r>
              <a:rPr lang="en-US" sz="1200" b="0" baseline="0" dirty="0" smtClean="0"/>
              <a:t>. Repeat this step until you have a total of five groups of shapes.</a:t>
            </a:r>
          </a:p>
          <a:p>
            <a:pPr marL="228600" marR="0" lvl="1" indent="-228600" algn="l" defTabSz="914400" rtl="0" eaLnBrk="1" fontAlgn="auto" latinLnBrk="0" hangingPunct="1">
              <a:lnSpc>
                <a:spcPct val="90000"/>
              </a:lnSpc>
              <a:spcBef>
                <a:spcPts val="0"/>
              </a:spcBef>
              <a:spcAft>
                <a:spcPts val="200"/>
              </a:spcAft>
              <a:buClrTx/>
              <a:buSzTx/>
              <a:buFont typeface="+mj-lt"/>
              <a:buAutoNum type="arabicPeriod"/>
              <a:tabLst/>
              <a:defRPr/>
            </a:pPr>
            <a:r>
              <a:rPr lang="en-US" sz="1200" b="0" baseline="0" dirty="0" smtClean="0"/>
              <a:t>On the </a:t>
            </a:r>
            <a:r>
              <a:rPr lang="en-US" sz="1200" b="1" baseline="0" dirty="0" smtClean="0"/>
              <a:t>Home</a:t>
            </a:r>
            <a:r>
              <a:rPr lang="en-US" sz="1200" b="0" baseline="0" dirty="0" smtClean="0"/>
              <a:t> tab, in the </a:t>
            </a:r>
            <a:r>
              <a:rPr lang="en-US" sz="1200" b="1" baseline="0" dirty="0" smtClean="0"/>
              <a:t>Editing</a:t>
            </a:r>
            <a:r>
              <a:rPr lang="en-US" sz="1200" b="0" baseline="0" dirty="0" smtClean="0"/>
              <a:t> group, click </a:t>
            </a:r>
            <a:r>
              <a:rPr lang="en-US" sz="1200" b="1" baseline="0" dirty="0" smtClean="0"/>
              <a:t>Select</a:t>
            </a:r>
            <a:r>
              <a:rPr lang="en-US" sz="1200" b="0" baseline="0" dirty="0" smtClean="0"/>
              <a:t>, and then click </a:t>
            </a:r>
            <a:r>
              <a:rPr lang="en-US" sz="1200" b="1" baseline="0" dirty="0" smtClean="0"/>
              <a:t>Selection Pane</a:t>
            </a:r>
            <a:r>
              <a:rPr lang="en-US" sz="1200" b="0" baseline="0" dirty="0" smtClean="0"/>
              <a:t>. In the </a:t>
            </a:r>
            <a:r>
              <a:rPr lang="en-US" sz="1200" b="1" baseline="0" dirty="0" smtClean="0"/>
              <a:t>Selection and Visibility </a:t>
            </a:r>
            <a:r>
              <a:rPr lang="en-US" sz="1200" b="0" baseline="0" dirty="0" smtClean="0"/>
              <a:t>pane, select each of the groups and drag on the slide to form a series of steps. </a:t>
            </a:r>
          </a:p>
          <a:p>
            <a:pPr marL="228600" marR="0" lvl="1" indent="-228600" algn="l" defTabSz="914400" rtl="0" eaLnBrk="1" fontAlgn="auto" latinLnBrk="0" hangingPunct="1">
              <a:lnSpc>
                <a:spcPct val="90000"/>
              </a:lnSpc>
              <a:spcBef>
                <a:spcPts val="0"/>
              </a:spcBef>
              <a:spcAft>
                <a:spcPts val="200"/>
              </a:spcAft>
              <a:buClrTx/>
              <a:buSzTx/>
              <a:buFont typeface="+mj-lt"/>
              <a:buAutoNum type="arabicPeriod"/>
              <a:tabLst/>
              <a:defRPr/>
            </a:pPr>
            <a:r>
              <a:rPr lang="en-US" sz="1200" b="0" baseline="0" dirty="0" smtClean="0"/>
              <a:t>Also in the </a:t>
            </a:r>
            <a:r>
              <a:rPr lang="en-US" sz="1200" b="1" baseline="0" dirty="0" smtClean="0"/>
              <a:t>Selection and Visibility </a:t>
            </a:r>
            <a:r>
              <a:rPr lang="en-US" sz="1200" b="0" baseline="0" dirty="0" smtClean="0"/>
              <a:t>pane, press and hold CTRL and select all five groups of rectangles and text boxes. </a:t>
            </a:r>
          </a:p>
          <a:p>
            <a:pPr marL="228600" marR="0" lvl="1" indent="-228600" algn="l" defTabSz="914400" rtl="0" eaLnBrk="1" fontAlgn="auto" latinLnBrk="0" hangingPunct="1">
              <a:lnSpc>
                <a:spcPct val="90000"/>
              </a:lnSpc>
              <a:spcBef>
                <a:spcPts val="0"/>
              </a:spcBef>
              <a:spcAft>
                <a:spcPts val="200"/>
              </a:spcAft>
              <a:buClrTx/>
              <a:buSzTx/>
              <a:buFont typeface="+mj-lt"/>
              <a:buAutoNum type="arabicPeriod"/>
              <a:tabLst/>
              <a:defRPr/>
            </a:pPr>
            <a:r>
              <a:rPr lang="en-US" sz="1200" b="0" baseline="0" dirty="0" smtClean="0"/>
              <a:t>On the </a:t>
            </a:r>
            <a:r>
              <a:rPr lang="en-US" sz="1200" b="1" baseline="0" dirty="0" smtClean="0"/>
              <a:t>Home</a:t>
            </a:r>
            <a:r>
              <a:rPr lang="en-US" sz="1200" b="0" baseline="0" dirty="0" smtClean="0"/>
              <a:t> tab, in the </a:t>
            </a:r>
            <a:r>
              <a:rPr lang="en-US" sz="1200" b="1" baseline="0" dirty="0" smtClean="0"/>
              <a:t>Drawing</a:t>
            </a:r>
            <a:r>
              <a:rPr lang="en-US" sz="1200" b="0" baseline="0" dirty="0" smtClean="0"/>
              <a:t> group, click </a:t>
            </a:r>
            <a:r>
              <a:rPr lang="en-US" sz="1200" b="1" baseline="0" dirty="0" smtClean="0"/>
              <a:t>Arrange</a:t>
            </a:r>
            <a:r>
              <a:rPr lang="en-US" sz="1200" b="0" baseline="0" dirty="0" smtClean="0"/>
              <a:t>, point to </a:t>
            </a:r>
            <a:r>
              <a:rPr lang="en-US" sz="1200" b="1" baseline="0" dirty="0" smtClean="0"/>
              <a:t>Align</a:t>
            </a:r>
            <a:r>
              <a:rPr lang="en-US" sz="1200" b="0" baseline="0" dirty="0" smtClean="0"/>
              <a:t>, and then click </a:t>
            </a:r>
            <a:r>
              <a:rPr lang="en-US" sz="1200" b="1" baseline="0" dirty="0" smtClean="0"/>
              <a:t>Distribute Horizontally</a:t>
            </a:r>
            <a:r>
              <a:rPr lang="en-US" sz="1200" b="0" baseline="0" dirty="0" smtClean="0"/>
              <a:t>.</a:t>
            </a:r>
          </a:p>
          <a:p>
            <a:pPr marL="228600" marR="0" lvl="1" indent="-228600" algn="l" defTabSz="914400" rtl="0" eaLnBrk="1" fontAlgn="auto" latinLnBrk="0" hangingPunct="1">
              <a:lnSpc>
                <a:spcPct val="90000"/>
              </a:lnSpc>
              <a:spcBef>
                <a:spcPts val="0"/>
              </a:spcBef>
              <a:spcAft>
                <a:spcPts val="200"/>
              </a:spcAft>
              <a:buClrTx/>
              <a:buSzTx/>
              <a:buFont typeface="+mj-lt"/>
              <a:buAutoNum type="arabicPeriod"/>
              <a:tabLst/>
              <a:defRPr/>
            </a:pPr>
            <a:r>
              <a:rPr lang="en-US" sz="1200" b="0" baseline="0" dirty="0" smtClean="0"/>
              <a:t>On the </a:t>
            </a:r>
            <a:r>
              <a:rPr lang="en-US" sz="1200" b="1" baseline="0" dirty="0" smtClean="0"/>
              <a:t>Home</a:t>
            </a:r>
            <a:r>
              <a:rPr lang="en-US" sz="1200" b="0" baseline="0" dirty="0" smtClean="0"/>
              <a:t> tab, in the </a:t>
            </a:r>
            <a:r>
              <a:rPr lang="en-US" sz="1200" b="1" baseline="0" dirty="0" smtClean="0"/>
              <a:t>Drawing</a:t>
            </a:r>
            <a:r>
              <a:rPr lang="en-US" sz="1200" b="0" baseline="0" dirty="0" smtClean="0"/>
              <a:t> group, click </a:t>
            </a:r>
            <a:r>
              <a:rPr lang="en-US" sz="1200" b="1" baseline="0" dirty="0" smtClean="0"/>
              <a:t>Arrange</a:t>
            </a:r>
            <a:r>
              <a:rPr lang="en-US" sz="1200" b="0" baseline="0" dirty="0" smtClean="0"/>
              <a:t>, point to </a:t>
            </a:r>
            <a:r>
              <a:rPr lang="en-US" sz="1200" b="1" baseline="0" dirty="0" smtClean="0"/>
              <a:t>Align</a:t>
            </a:r>
            <a:r>
              <a:rPr lang="en-US" sz="1200" b="0" baseline="0" dirty="0" smtClean="0"/>
              <a:t>, and then click  </a:t>
            </a:r>
            <a:r>
              <a:rPr lang="en-US" sz="1200" b="1" baseline="0" dirty="0" smtClean="0"/>
              <a:t>Distribute Vertically</a:t>
            </a:r>
            <a:r>
              <a:rPr lang="en-US" sz="1200" b="0" baseline="0" dirty="0" smtClean="0"/>
              <a:t>. </a:t>
            </a:r>
          </a:p>
          <a:p>
            <a:pPr marL="228600" marR="0" lvl="1" indent="-228600" algn="l" defTabSz="914400" rtl="0" eaLnBrk="1" fontAlgn="auto" latinLnBrk="0" hangingPunct="1">
              <a:lnSpc>
                <a:spcPct val="90000"/>
              </a:lnSpc>
              <a:spcBef>
                <a:spcPts val="0"/>
              </a:spcBef>
              <a:spcAft>
                <a:spcPts val="200"/>
              </a:spcAft>
              <a:buClrTx/>
              <a:buSzTx/>
              <a:buFont typeface="+mj-lt"/>
              <a:buAutoNum type="arabicPeriod"/>
              <a:tabLst/>
              <a:defRPr/>
            </a:pPr>
            <a:r>
              <a:rPr lang="en-US" sz="1200" b="0" baseline="0" dirty="0" smtClean="0"/>
              <a:t>To change the text on the duplicate rectangles, click in each text box and edit the text. </a:t>
            </a:r>
          </a:p>
          <a:p>
            <a:pPr marL="228600" marR="0" indent="-228600" algn="l" defTabSz="914400" rtl="0" eaLnBrk="1" fontAlgn="auto" latinLnBrk="0" hangingPunct="1">
              <a:lnSpc>
                <a:spcPct val="100000"/>
              </a:lnSpc>
              <a:spcBef>
                <a:spcPts val="0"/>
              </a:spcBef>
              <a:spcAft>
                <a:spcPts val="0"/>
              </a:spcAft>
              <a:buClrTx/>
              <a:buSzTx/>
              <a:buFont typeface="+mj-lt"/>
              <a:buNone/>
              <a:tabLst/>
              <a:defRPr/>
            </a:pPr>
            <a:endParaRPr lang="en-US" sz="1400" dirty="0" smtClean="0"/>
          </a:p>
        </p:txBody>
      </p:sp>
      <p:sp>
        <p:nvSpPr>
          <p:cNvPr id="6" name="Slide Image Placeholder 5"/>
          <p:cNvSpPr>
            <a:spLocks noGrp="1" noRot="1" noChangeAspect="1"/>
          </p:cNvSpPr>
          <p:nvPr>
            <p:ph type="sldImg"/>
          </p:nvPr>
        </p:nvSpPr>
        <p:spPr>
          <a:xfrm>
            <a:off x="533400" y="460375"/>
            <a:ext cx="3144838" cy="2359025"/>
          </a:xfrm>
        </p:spPr>
      </p:sp>
      <p:sp>
        <p:nvSpPr>
          <p:cNvPr id="2" name="Footer Placeholder 1"/>
          <p:cNvSpPr>
            <a:spLocks noGrp="1"/>
          </p:cNvSpPr>
          <p:nvPr>
            <p:ph type="ftr" sz="quarter" idx="10"/>
          </p:nvPr>
        </p:nvSpPr>
        <p:spPr/>
        <p:txBody>
          <a:bodyPr/>
          <a:lstStyle/>
          <a:p>
            <a:r>
              <a:rPr lang="en-US" smtClean="0"/>
              <a:t>Hassan Tariq</a:t>
            </a:r>
            <a:endParaRPr lang="en-US"/>
          </a:p>
        </p:txBody>
      </p:sp>
      <p:sp>
        <p:nvSpPr>
          <p:cNvPr id="4" name="Header Placeholder 3"/>
          <p:cNvSpPr>
            <a:spLocks noGrp="1"/>
          </p:cNvSpPr>
          <p:nvPr>
            <p:ph type="hdr" sz="quarter" idx="11"/>
          </p:nvPr>
        </p:nvSpPr>
        <p:spPr/>
        <p:txBody>
          <a:bodyPr/>
          <a:lstStyle/>
          <a:p>
            <a:r>
              <a:rPr lang="en-US" smtClean="0"/>
              <a:t>Hassan Tariq</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numCol="2" spcCol="182880">
            <a:noAutofit/>
          </a:bodyPr>
          <a:lstStyle/>
          <a:p>
            <a:r>
              <a:rPr lang="en-US" sz="1400" b="1" dirty="0" smtClean="0"/>
              <a:t>Animated vertical block list </a:t>
            </a:r>
          </a:p>
          <a:p>
            <a:r>
              <a:rPr lang="en-US" sz="1400" dirty="0" smtClean="0"/>
              <a:t>(Intermediate)</a:t>
            </a:r>
          </a:p>
          <a:p>
            <a:pPr marL="228600" indent="-228600">
              <a:buFont typeface="+mj-lt"/>
              <a:buNone/>
            </a:pPr>
            <a:endParaRPr lang="en-US" sz="1200" dirty="0" smtClean="0"/>
          </a:p>
          <a:p>
            <a:pPr marL="228600" indent="-228600">
              <a:buFont typeface="+mj-lt"/>
              <a:buNone/>
            </a:pPr>
            <a:endParaRPr lang="en-US" sz="1200" dirty="0" smtClean="0"/>
          </a:p>
          <a:p>
            <a:pPr marL="228600" indent="-228600">
              <a:buFont typeface="+mj-lt"/>
              <a:buNone/>
            </a:pPr>
            <a:r>
              <a:rPr lang="en-US" sz="1200" dirty="0" smtClean="0"/>
              <a:t>To reproduce the SmartArt graphic effects on</a:t>
            </a:r>
            <a:r>
              <a:rPr lang="en-US" sz="1200" baseline="0" dirty="0" smtClean="0"/>
              <a:t> this slide, do the following:</a:t>
            </a:r>
            <a:endParaRPr lang="en-US" sz="120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dirty="0" smtClean="0"/>
              <a:t>On the </a:t>
            </a:r>
            <a:r>
              <a:rPr lang="en-US" sz="1200" b="1" dirty="0" smtClean="0"/>
              <a:t>Home</a:t>
            </a:r>
            <a:r>
              <a:rPr lang="en-US" sz="1200" b="0" dirty="0" smtClean="0"/>
              <a:t> tab, in the </a:t>
            </a:r>
            <a:r>
              <a:rPr lang="en-US" sz="1200" b="1" dirty="0" smtClean="0"/>
              <a:t>Slides</a:t>
            </a:r>
            <a:r>
              <a:rPr lang="en-US" sz="1200" b="0" dirty="0" smtClean="0"/>
              <a:t> group, click </a:t>
            </a:r>
            <a:r>
              <a:rPr lang="en-US" sz="1200" b="1" dirty="0" smtClean="0"/>
              <a:t>Layout</a:t>
            </a:r>
            <a:r>
              <a:rPr lang="en-US" sz="1200" b="0" dirty="0" smtClean="0"/>
              <a:t>, and then click</a:t>
            </a:r>
            <a:r>
              <a:rPr lang="en-US" sz="1200" b="0" baseline="0" dirty="0" smtClean="0"/>
              <a:t> </a:t>
            </a:r>
            <a:r>
              <a:rPr lang="en-US" sz="1200" b="1" baseline="0" dirty="0" smtClean="0"/>
              <a:t>Blank</a:t>
            </a:r>
            <a:r>
              <a:rPr lang="en-US" sz="1200" b="0" baseline="0" dirty="0" smtClean="0"/>
              <a:t>. </a:t>
            </a:r>
            <a:endParaRPr lang="en-US" sz="1200" dirty="0" smtClean="0"/>
          </a:p>
          <a:p>
            <a:pPr marL="228600" indent="-228600">
              <a:buFont typeface="+mj-lt"/>
              <a:buAutoNum type="arabicPeriod"/>
            </a:pPr>
            <a:r>
              <a:rPr lang="en-US" sz="1200" b="0" dirty="0" smtClean="0"/>
              <a:t>On the </a:t>
            </a:r>
            <a:r>
              <a:rPr lang="en-US" sz="1200" b="1" dirty="0" smtClean="0"/>
              <a:t>Insert tab</a:t>
            </a:r>
            <a:r>
              <a:rPr lang="en-US" sz="1200" b="0" dirty="0" smtClean="0"/>
              <a:t>, in the </a:t>
            </a:r>
            <a:r>
              <a:rPr lang="en-US" sz="1200" b="1" dirty="0" smtClean="0"/>
              <a:t>Illustrations</a:t>
            </a:r>
            <a:r>
              <a:rPr lang="en-US" sz="1200" dirty="0" smtClean="0"/>
              <a:t> group, click </a:t>
            </a:r>
            <a:r>
              <a:rPr lang="en-US" sz="1200" b="1" dirty="0" err="1" smtClean="0"/>
              <a:t>SmartArt</a:t>
            </a:r>
            <a:r>
              <a:rPr lang="en-US" sz="1200" b="0" dirty="0" smtClean="0"/>
              <a:t>.</a:t>
            </a:r>
            <a:r>
              <a:rPr lang="en-US" sz="1200" b="0" baseline="0" dirty="0" smtClean="0"/>
              <a:t> In the </a:t>
            </a:r>
            <a:r>
              <a:rPr lang="en-US" sz="1200" b="1" baseline="0" dirty="0" smtClean="0"/>
              <a:t>Choose a </a:t>
            </a:r>
            <a:r>
              <a:rPr lang="en-US" sz="1200" b="1" baseline="0" dirty="0" err="1" smtClean="0"/>
              <a:t>SmartArt</a:t>
            </a:r>
            <a:r>
              <a:rPr lang="en-US" sz="1200" b="1" baseline="0" dirty="0" smtClean="0"/>
              <a:t> Graphic</a:t>
            </a:r>
            <a:r>
              <a:rPr lang="en-US" sz="1200" b="0" baseline="0" dirty="0" smtClean="0"/>
              <a:t> dialog box, in the left pane, click </a:t>
            </a:r>
            <a:r>
              <a:rPr lang="en-US" sz="1200" b="1" baseline="0" dirty="0" smtClean="0"/>
              <a:t>List</a:t>
            </a:r>
            <a:r>
              <a:rPr lang="en-US" sz="1200" b="0" baseline="0" dirty="0" smtClean="0"/>
              <a:t>. In the </a:t>
            </a:r>
            <a:r>
              <a:rPr lang="en-US" sz="1200" b="1" baseline="0" dirty="0" smtClean="0"/>
              <a:t>List </a:t>
            </a:r>
            <a:r>
              <a:rPr lang="en-US" sz="1200" b="0" baseline="0" dirty="0" smtClean="0"/>
              <a:t>pane, click </a:t>
            </a:r>
            <a:r>
              <a:rPr lang="en-US" sz="1200" b="1" baseline="0" dirty="0" smtClean="0"/>
              <a:t>Vertical Block List</a:t>
            </a:r>
            <a:r>
              <a:rPr lang="en-US" sz="1200" baseline="0" dirty="0" smtClean="0"/>
              <a:t>, and then click </a:t>
            </a:r>
            <a:r>
              <a:rPr lang="en-US" sz="1200" b="1" baseline="0" dirty="0" smtClean="0"/>
              <a:t>OK</a:t>
            </a:r>
            <a:r>
              <a:rPr lang="en-US" sz="1200" baseline="0" dirty="0" smtClean="0"/>
              <a:t> to insert the graphic into the slide.</a:t>
            </a:r>
            <a:r>
              <a:rPr lang="en-US" sz="1200" b="0" baseline="0" dirty="0" smtClean="0"/>
              <a:t> </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To create a fourth row, do the following:</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Select the third  block shape (the shape on the left side)at the bottom of the graphic, and then under </a:t>
            </a:r>
            <a:r>
              <a:rPr lang="en-US" sz="1200" b="1" baseline="0" dirty="0" err="1" smtClean="0"/>
              <a:t>SmartArt</a:t>
            </a:r>
            <a:r>
              <a:rPr lang="en-US" sz="1200" b="0" baseline="0" dirty="0" smtClean="0"/>
              <a:t> </a:t>
            </a:r>
            <a:r>
              <a:rPr lang="en-US" sz="1200" b="1" baseline="0" dirty="0" smtClean="0"/>
              <a:t>Tools</a:t>
            </a:r>
            <a:r>
              <a:rPr lang="en-US" sz="1200" b="0" baseline="0" dirty="0" smtClean="0"/>
              <a:t>, on the </a:t>
            </a:r>
            <a:r>
              <a:rPr lang="en-US" sz="1200" b="1" baseline="0" dirty="0" smtClean="0"/>
              <a:t>Design</a:t>
            </a:r>
            <a:r>
              <a:rPr lang="en-US" sz="1200" b="0" baseline="0" dirty="0" smtClean="0"/>
              <a:t> tab, in the </a:t>
            </a:r>
            <a:r>
              <a:rPr lang="en-US" sz="1200" b="1" baseline="0" dirty="0" smtClean="0"/>
              <a:t>Create</a:t>
            </a:r>
            <a:r>
              <a:rPr lang="en-US" sz="1200" b="0" baseline="0" dirty="0" smtClean="0"/>
              <a:t> </a:t>
            </a:r>
            <a:r>
              <a:rPr lang="en-US" sz="1200" b="1" baseline="0" dirty="0" smtClean="0"/>
              <a:t>Graphic</a:t>
            </a:r>
            <a:r>
              <a:rPr lang="en-US" sz="1200" b="0" baseline="0" dirty="0" smtClean="0"/>
              <a:t> group, click the arrow next to </a:t>
            </a:r>
            <a:r>
              <a:rPr lang="en-US" sz="1200" b="1" baseline="0" dirty="0" smtClean="0"/>
              <a:t>Add</a:t>
            </a:r>
            <a:r>
              <a:rPr lang="en-US" sz="1200" b="0" baseline="0" dirty="0" smtClean="0"/>
              <a:t> </a:t>
            </a:r>
            <a:r>
              <a:rPr lang="en-US" sz="1200" b="1" baseline="0" dirty="0" smtClean="0"/>
              <a:t>Shape</a:t>
            </a:r>
            <a:r>
              <a:rPr lang="en-US" sz="1200" b="0" baseline="0" dirty="0" smtClean="0"/>
              <a:t>, and select </a:t>
            </a:r>
            <a:r>
              <a:rPr lang="en-US" sz="1200" b="1" baseline="0" dirty="0" smtClean="0"/>
              <a:t>Add</a:t>
            </a:r>
            <a:r>
              <a:rPr lang="en-US" sz="1200" b="0" baseline="0" dirty="0" smtClean="0"/>
              <a:t> </a:t>
            </a:r>
            <a:r>
              <a:rPr lang="en-US" sz="1200" b="1" baseline="0" dirty="0" smtClean="0"/>
              <a:t>Shape</a:t>
            </a:r>
            <a:r>
              <a:rPr lang="en-US" sz="1200" b="0" baseline="0" dirty="0" smtClean="0"/>
              <a:t> </a:t>
            </a:r>
            <a:r>
              <a:rPr lang="en-US" sz="1200" b="1" baseline="0" dirty="0" smtClean="0"/>
              <a:t>After</a:t>
            </a:r>
            <a:r>
              <a:rPr lang="en-US" sz="1200" b="0" baseline="0" dirty="0" smtClean="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To add a bulleted, rectangle shape next to the fourth block shape, select the fourth block shape, and then under </a:t>
            </a:r>
            <a:r>
              <a:rPr lang="en-US" sz="1200" b="1" baseline="0" dirty="0" err="1" smtClean="0"/>
              <a:t>SmartArt</a:t>
            </a:r>
            <a:r>
              <a:rPr lang="en-US" sz="1200" b="0" baseline="0" dirty="0" smtClean="0"/>
              <a:t> </a:t>
            </a:r>
            <a:r>
              <a:rPr lang="en-US" sz="1200" b="1" baseline="0" dirty="0" smtClean="0"/>
              <a:t>Tools</a:t>
            </a:r>
            <a:r>
              <a:rPr lang="en-US" sz="1200" b="0" baseline="0" dirty="0" smtClean="0"/>
              <a:t>, on the </a:t>
            </a:r>
            <a:r>
              <a:rPr lang="en-US" sz="1200" b="1" baseline="0" dirty="0" smtClean="0"/>
              <a:t>Design</a:t>
            </a:r>
            <a:r>
              <a:rPr lang="en-US" sz="1200" b="0" baseline="0" dirty="0" smtClean="0"/>
              <a:t> tab, in the </a:t>
            </a:r>
            <a:r>
              <a:rPr lang="en-US" sz="1200" b="1" baseline="0" dirty="0" smtClean="0"/>
              <a:t>Create</a:t>
            </a:r>
            <a:r>
              <a:rPr lang="en-US" sz="1200" b="0" baseline="0" dirty="0" smtClean="0"/>
              <a:t> </a:t>
            </a:r>
            <a:r>
              <a:rPr lang="en-US" sz="1200" b="1" baseline="0" dirty="0" smtClean="0"/>
              <a:t>Graphic</a:t>
            </a:r>
            <a:r>
              <a:rPr lang="en-US" sz="1200" b="0" baseline="0" dirty="0" smtClean="0"/>
              <a:t> group, click </a:t>
            </a:r>
            <a:r>
              <a:rPr lang="en-US" sz="1200" b="1" baseline="0" dirty="0" smtClean="0"/>
              <a:t>Add</a:t>
            </a:r>
            <a:r>
              <a:rPr lang="en-US" sz="1200" b="0" baseline="0" dirty="0" smtClean="0"/>
              <a:t> </a:t>
            </a:r>
            <a:r>
              <a:rPr lang="en-US" sz="1200" b="1" baseline="0" dirty="0" smtClean="0"/>
              <a:t>Bullet</a:t>
            </a:r>
            <a:r>
              <a:rPr lang="en-US" sz="1200" b="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smtClean="0"/>
              <a:t>To</a:t>
            </a:r>
            <a:r>
              <a:rPr lang="en-US" sz="1200" baseline="0" dirty="0" smtClean="0"/>
              <a:t> enter numbers and text in the blocks and rectangles, s</a:t>
            </a:r>
            <a:r>
              <a:rPr lang="en-US" sz="1200" dirty="0" smtClean="0"/>
              <a:t>elect</a:t>
            </a:r>
            <a:r>
              <a:rPr lang="en-US" sz="1200" baseline="0" dirty="0" smtClean="0"/>
              <a:t> the graphic, and then click one of the arrows on the left border. In the </a:t>
            </a:r>
            <a:r>
              <a:rPr lang="en-US" sz="1200" b="1" baseline="0" dirty="0" smtClean="0"/>
              <a:t>Type your text here </a:t>
            </a:r>
            <a:r>
              <a:rPr lang="en-US" sz="1200" baseline="0" dirty="0" smtClean="0"/>
              <a:t>dialog box, enter text for each shape. (Note: In the example slide, the highest level text are the “1,” “2,” “3,” and “4.” The next level text is only one bullet (delete the second bullet) and are “First statement,” “Second statement,” and so on.)</a:t>
            </a:r>
          </a:p>
          <a:p>
            <a:pPr marL="228600" marR="0" indent="-22860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228600" marR="0" indent="-22860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228600" marR="0" indent="-228600" algn="l" defTabSz="914400" rtl="0" eaLnBrk="1" fontAlgn="auto" latinLnBrk="0" hangingPunct="1">
              <a:lnSpc>
                <a:spcPct val="100000"/>
              </a:lnSpc>
              <a:spcBef>
                <a:spcPts val="0"/>
              </a:spcBef>
              <a:spcAft>
                <a:spcPts val="0"/>
              </a:spcAft>
              <a:buClrTx/>
              <a:buSzTx/>
              <a:buFontTx/>
              <a:buNone/>
              <a:tabLst/>
              <a:defRPr/>
            </a:pPr>
            <a:r>
              <a:rPr lang="en-US" sz="1200" dirty="0" smtClean="0"/>
              <a:t>To reproduce the rectangle effects on</a:t>
            </a:r>
            <a:r>
              <a:rPr lang="en-US" sz="1200" baseline="0" dirty="0" smtClean="0"/>
              <a:t> this slide, do the following:</a:t>
            </a:r>
            <a:endParaRPr lang="en-US" sz="1200" dirty="0" smtClean="0"/>
          </a:p>
          <a:p>
            <a:pPr marL="228600" indent="-228600">
              <a:buFont typeface="+mj-lt"/>
              <a:buAutoNum type="arabicPeriod"/>
            </a:pPr>
            <a:r>
              <a:rPr lang="en-US" sz="1200" dirty="0" smtClean="0"/>
              <a:t>Press and hold CTRL, and then select each of the rectangles (on the right of the graphic).</a:t>
            </a:r>
          </a:p>
          <a:p>
            <a:pPr marL="228600" indent="-228600">
              <a:buFont typeface="+mj-lt"/>
              <a:buAutoNum type="arabicPeriod"/>
            </a:pPr>
            <a:r>
              <a:rPr lang="en-US" sz="1200" dirty="0" smtClean="0"/>
              <a:t>Under </a:t>
            </a:r>
            <a:r>
              <a:rPr lang="en-US" sz="1200" b="1" dirty="0" err="1" smtClean="0"/>
              <a:t>SmartArt</a:t>
            </a:r>
            <a:r>
              <a:rPr lang="en-US" sz="1200" dirty="0" smtClean="0"/>
              <a:t> </a:t>
            </a:r>
            <a:r>
              <a:rPr lang="en-US" sz="1200" b="1" dirty="0" smtClean="0"/>
              <a:t>Tools</a:t>
            </a:r>
            <a:r>
              <a:rPr lang="en-US" sz="1200" dirty="0" smtClean="0"/>
              <a:t>, on the </a:t>
            </a:r>
            <a:r>
              <a:rPr lang="en-US" sz="1200" b="1" dirty="0" smtClean="0"/>
              <a:t>Format</a:t>
            </a:r>
            <a:r>
              <a:rPr lang="en-US" sz="1200" dirty="0" smtClean="0"/>
              <a:t> tab, in the </a:t>
            </a:r>
            <a:r>
              <a:rPr lang="en-US" sz="1200" b="1" dirty="0" smtClean="0"/>
              <a:t>Shapes</a:t>
            </a:r>
            <a:r>
              <a:rPr lang="en-US" sz="1200" dirty="0" smtClean="0"/>
              <a:t> group, click the arrow to the right of </a:t>
            </a:r>
            <a:r>
              <a:rPr lang="en-US" sz="1200" b="1" dirty="0" smtClean="0"/>
              <a:t>Change</a:t>
            </a:r>
            <a:r>
              <a:rPr lang="en-US" sz="1200" dirty="0" smtClean="0"/>
              <a:t> </a:t>
            </a:r>
            <a:r>
              <a:rPr lang="en-US" sz="1200" b="1" dirty="0" smtClean="0"/>
              <a:t>Shape</a:t>
            </a:r>
            <a:r>
              <a:rPr lang="en-US" sz="1200" dirty="0" smtClean="0"/>
              <a:t>, and under </a:t>
            </a:r>
            <a:r>
              <a:rPr lang="en-US" sz="1200" b="1" dirty="0" smtClean="0"/>
              <a:t>Rectangles</a:t>
            </a:r>
            <a:r>
              <a:rPr lang="en-US" sz="1200" dirty="0" smtClean="0"/>
              <a:t> select </a:t>
            </a:r>
            <a:r>
              <a:rPr lang="en-US" sz="1200" b="1" dirty="0" smtClean="0"/>
              <a:t>Snip</a:t>
            </a:r>
            <a:r>
              <a:rPr lang="en-US" sz="1200" dirty="0" smtClean="0"/>
              <a:t> </a:t>
            </a:r>
            <a:r>
              <a:rPr lang="en-US" sz="1200" b="1" dirty="0" smtClean="0"/>
              <a:t>Diagonal</a:t>
            </a:r>
            <a:r>
              <a:rPr lang="en-US" sz="1200" dirty="0" smtClean="0"/>
              <a:t> </a:t>
            </a:r>
            <a:r>
              <a:rPr lang="en-US" sz="1200" b="1" dirty="0" smtClean="0"/>
              <a:t>Corner</a:t>
            </a:r>
            <a:r>
              <a:rPr lang="en-US" sz="1200" dirty="0" smtClean="0"/>
              <a:t> </a:t>
            </a:r>
            <a:r>
              <a:rPr lang="en-US" sz="1200" b="1" dirty="0" smtClean="0"/>
              <a:t>Rectangle</a:t>
            </a:r>
            <a:r>
              <a:rPr lang="en-US" sz="1200" b="0" baseline="0" dirty="0" smtClean="0"/>
              <a:t> (the fifth option from the left).</a:t>
            </a:r>
            <a:endParaRPr lang="en-US" sz="1200" dirty="0" smtClean="0"/>
          </a:p>
          <a:p>
            <a:pPr marL="228600" indent="-228600">
              <a:buFont typeface="+mj-lt"/>
              <a:buAutoNum type="arabicPeriod"/>
            </a:pPr>
            <a:r>
              <a:rPr lang="en-US" sz="1200" dirty="0" smtClean="0"/>
              <a:t>With the rectangles still selected, drag one of the left center sizing handles to the left 1” to lengthen all four at once.</a:t>
            </a:r>
          </a:p>
          <a:p>
            <a:pPr marL="228600" indent="-228600">
              <a:buFont typeface="+mj-lt"/>
              <a:buAutoNum type="arabicPeriod"/>
            </a:pPr>
            <a:r>
              <a:rPr lang="en-US" sz="1200" dirty="0" smtClean="0"/>
              <a:t>Also with the</a:t>
            </a:r>
            <a:r>
              <a:rPr lang="en-US" sz="1200" baseline="0" dirty="0" smtClean="0"/>
              <a:t> rectangles selected, on the </a:t>
            </a:r>
            <a:r>
              <a:rPr lang="en-US" sz="1200" b="1" baseline="0" dirty="0" smtClean="0"/>
              <a:t>Home</a:t>
            </a:r>
            <a:r>
              <a:rPr lang="en-US" sz="1200" baseline="0" dirty="0" smtClean="0"/>
              <a:t> tab, in the bottom right corner of the </a:t>
            </a:r>
            <a:r>
              <a:rPr lang="en-US" sz="1200" b="1" baseline="0" dirty="0" smtClean="0"/>
              <a:t>Paragraph</a:t>
            </a:r>
            <a:r>
              <a:rPr lang="en-US" sz="1200" baseline="0" dirty="0" smtClean="0"/>
              <a:t> group, click the </a:t>
            </a:r>
            <a:r>
              <a:rPr lang="en-US" sz="1200" b="1" baseline="0" dirty="0" smtClean="0"/>
              <a:t>Paragraph</a:t>
            </a:r>
            <a:r>
              <a:rPr lang="en-US" sz="1200" baseline="0" dirty="0" smtClean="0"/>
              <a:t> dialog box launcher. In the </a:t>
            </a:r>
            <a:r>
              <a:rPr lang="en-US" sz="1200" b="1" baseline="0" dirty="0" smtClean="0"/>
              <a:t>Paragraph</a:t>
            </a:r>
            <a:r>
              <a:rPr lang="en-US" sz="1200" baseline="0" dirty="0" smtClean="0"/>
              <a:t> dialog box, under </a:t>
            </a:r>
            <a:r>
              <a:rPr lang="en-US" sz="1200" b="1" baseline="0" dirty="0" smtClean="0"/>
              <a:t>Indentation</a:t>
            </a:r>
            <a:r>
              <a:rPr lang="en-US" sz="1200" baseline="0" dirty="0" smtClean="0"/>
              <a:t> do the following:</a:t>
            </a:r>
          </a:p>
          <a:p>
            <a:pPr marL="685800" lvl="1" indent="-228600">
              <a:buFont typeface="+mj-lt"/>
              <a:buAutoNum type="arabicPeriod"/>
            </a:pPr>
            <a:r>
              <a:rPr lang="en-US" sz="1200" baseline="0" dirty="0" smtClean="0"/>
              <a:t>In the </a:t>
            </a:r>
            <a:r>
              <a:rPr lang="en-US" sz="1200" b="1" baseline="0" dirty="0" smtClean="0"/>
              <a:t>Before</a:t>
            </a:r>
            <a:r>
              <a:rPr lang="en-US" sz="1200" baseline="0" dirty="0" smtClean="0"/>
              <a:t> </a:t>
            </a:r>
            <a:r>
              <a:rPr lang="en-US" sz="1200" b="1" baseline="0" dirty="0" smtClean="0"/>
              <a:t>Text</a:t>
            </a:r>
            <a:r>
              <a:rPr lang="en-US" sz="1200" baseline="0" dirty="0" smtClean="0"/>
              <a:t> box, enter </a:t>
            </a:r>
            <a:r>
              <a:rPr lang="en-US" sz="1200" b="1" baseline="0" dirty="0" smtClean="0"/>
              <a:t>1”</a:t>
            </a:r>
            <a:r>
              <a:rPr lang="en-US" sz="1200" baseline="0" dirty="0" smtClean="0"/>
              <a:t>.</a:t>
            </a:r>
          </a:p>
          <a:p>
            <a:pPr marL="685800" lvl="1" indent="-228600">
              <a:buFont typeface="+mj-lt"/>
              <a:buAutoNum type="arabicPeriod"/>
            </a:pPr>
            <a:r>
              <a:rPr lang="en-US" sz="1200" baseline="0" dirty="0" smtClean="0"/>
              <a:t>In the </a:t>
            </a:r>
            <a:r>
              <a:rPr lang="en-US" sz="1200" b="1" baseline="0" dirty="0" smtClean="0"/>
              <a:t>Special</a:t>
            </a:r>
            <a:r>
              <a:rPr lang="en-US" sz="1200" baseline="0" dirty="0" smtClean="0"/>
              <a:t> list, select </a:t>
            </a:r>
            <a:r>
              <a:rPr lang="en-US" sz="1200" b="1" baseline="0" dirty="0" smtClean="0"/>
              <a:t>Hanging</a:t>
            </a:r>
            <a:r>
              <a:rPr lang="en-US" sz="1200" baseline="0" dirty="0" smtClean="0"/>
              <a:t>.</a:t>
            </a:r>
          </a:p>
          <a:p>
            <a:pPr marL="685800" lvl="1" indent="-228600">
              <a:buFont typeface="+mj-lt"/>
              <a:buAutoNum type="arabicPeriod"/>
            </a:pPr>
            <a:r>
              <a:rPr lang="en-US" sz="1200" baseline="0" dirty="0" smtClean="0"/>
              <a:t>Next to the </a:t>
            </a:r>
            <a:r>
              <a:rPr lang="en-US" sz="1200" b="1" baseline="0" dirty="0" smtClean="0"/>
              <a:t>Special</a:t>
            </a:r>
            <a:r>
              <a:rPr lang="en-US" sz="1200" baseline="0" dirty="0" smtClean="0"/>
              <a:t> list, in the </a:t>
            </a:r>
            <a:r>
              <a:rPr lang="en-US" sz="1200" b="1" baseline="0" dirty="0" smtClean="0"/>
              <a:t>By</a:t>
            </a:r>
            <a:r>
              <a:rPr lang="en-US" sz="1200" baseline="0" dirty="0" smtClean="0"/>
              <a:t> box enter </a:t>
            </a:r>
            <a:r>
              <a:rPr lang="en-US" sz="1200" b="1" baseline="0" dirty="0" smtClean="0"/>
              <a:t>1”</a:t>
            </a:r>
            <a:r>
              <a:rPr lang="en-US" sz="1200" baseline="0" dirty="0" smtClean="0"/>
              <a:t>.</a:t>
            </a:r>
          </a:p>
          <a:p>
            <a:pPr marL="685800" lvl="1" indent="-228600">
              <a:buFont typeface="+mj-lt"/>
              <a:buAutoNum type="arabicPeriod"/>
            </a:pPr>
            <a:r>
              <a:rPr lang="en-US" sz="1200" baseline="0" dirty="0" smtClean="0"/>
              <a:t>Click </a:t>
            </a:r>
            <a:r>
              <a:rPr lang="en-US" sz="1200" b="1" baseline="0" dirty="0" smtClean="0"/>
              <a:t>OK</a:t>
            </a:r>
            <a:r>
              <a:rPr lang="en-US" sz="1200" baseline="0" dirty="0" smtClean="0"/>
              <a:t>.</a:t>
            </a:r>
          </a:p>
          <a:p>
            <a:pPr marL="228600" indent="-228600">
              <a:buFont typeface="+mj-lt"/>
              <a:buAutoNum type="arabicPeriod"/>
            </a:pPr>
            <a:r>
              <a:rPr lang="en-US" sz="1200" dirty="0" smtClean="0"/>
              <a:t>Select the </a:t>
            </a:r>
            <a:r>
              <a:rPr lang="en-US" sz="1200" dirty="0" err="1" smtClean="0"/>
              <a:t>SmartArt</a:t>
            </a:r>
            <a:r>
              <a:rPr lang="en-US" sz="1200" dirty="0" smtClean="0"/>
              <a:t> graphic, and</a:t>
            </a:r>
            <a:r>
              <a:rPr lang="en-US" sz="1200" baseline="0" dirty="0" smtClean="0"/>
              <a:t> then u</a:t>
            </a:r>
            <a:r>
              <a:rPr lang="en-US" sz="1200" dirty="0" smtClean="0"/>
              <a:t>nder </a:t>
            </a:r>
            <a:r>
              <a:rPr lang="en-US" sz="1200" b="1" dirty="0" err="1" smtClean="0"/>
              <a:t>SmartArt</a:t>
            </a:r>
            <a:r>
              <a:rPr lang="en-US" sz="1200" baseline="0" dirty="0" smtClean="0"/>
              <a:t> </a:t>
            </a:r>
            <a:r>
              <a:rPr lang="en-US" sz="1200" b="1" baseline="0" dirty="0" smtClean="0"/>
              <a:t>Tools</a:t>
            </a:r>
            <a:r>
              <a:rPr lang="en-US" sz="1200" baseline="0" dirty="0" smtClean="0"/>
              <a:t>, on the </a:t>
            </a:r>
            <a:r>
              <a:rPr lang="en-US" sz="1200" b="1" baseline="0" dirty="0" smtClean="0"/>
              <a:t>Design</a:t>
            </a:r>
            <a:r>
              <a:rPr lang="en-US" sz="1200" baseline="0" dirty="0" smtClean="0"/>
              <a:t> tab, in the </a:t>
            </a:r>
            <a:r>
              <a:rPr lang="en-US" sz="1200" b="1" baseline="0" dirty="0" err="1" smtClean="0"/>
              <a:t>SmartArt</a:t>
            </a:r>
            <a:r>
              <a:rPr lang="en-US" sz="1200" baseline="0" dirty="0" smtClean="0"/>
              <a:t> </a:t>
            </a:r>
            <a:r>
              <a:rPr lang="en-US" sz="1200" b="1" baseline="0" dirty="0" smtClean="0"/>
              <a:t>Styles</a:t>
            </a:r>
            <a:r>
              <a:rPr lang="en-US" sz="1200" baseline="0" dirty="0" smtClean="0"/>
              <a:t> group, click </a:t>
            </a:r>
            <a:r>
              <a:rPr lang="en-US" sz="1200" b="1" baseline="0" dirty="0" smtClean="0"/>
              <a:t>More</a:t>
            </a:r>
            <a:r>
              <a:rPr lang="en-US" sz="1200" baseline="0" dirty="0" smtClean="0"/>
              <a:t> </a:t>
            </a:r>
            <a:r>
              <a:rPr lang="en-US" sz="1200" b="1" baseline="0" dirty="0" smtClean="0"/>
              <a:t>Styles</a:t>
            </a:r>
            <a:r>
              <a:rPr lang="en-US" sz="1200" baseline="0" dirty="0" smtClean="0"/>
              <a:t>, and under </a:t>
            </a:r>
            <a:r>
              <a:rPr lang="en-US" sz="1200" b="1" baseline="0" dirty="0" smtClean="0"/>
              <a:t>3-D</a:t>
            </a:r>
            <a:r>
              <a:rPr lang="en-US" sz="1200" baseline="0" dirty="0" smtClean="0"/>
              <a:t> select </a:t>
            </a:r>
            <a:r>
              <a:rPr lang="en-US" sz="1200" b="1" baseline="0" dirty="0" smtClean="0"/>
              <a:t>Polished</a:t>
            </a:r>
            <a:r>
              <a:rPr lang="en-US" sz="1200" baseline="0" dirty="0" smtClean="0"/>
              <a:t> </a:t>
            </a:r>
            <a:r>
              <a:rPr lang="en-US" sz="1200" b="1" baseline="0" dirty="0" smtClean="0"/>
              <a:t>Effect</a:t>
            </a:r>
            <a:r>
              <a:rPr lang="en-US" sz="1200" baseline="0" dirty="0" smtClean="0"/>
              <a:t> (the first option form the left). </a:t>
            </a:r>
            <a:endParaRPr lang="en-US" sz="1200" dirty="0" smtClean="0"/>
          </a:p>
          <a:p>
            <a:pPr marL="228600" indent="-228600">
              <a:buFont typeface="+mj-lt"/>
              <a:buAutoNum type="arabicPeriod"/>
            </a:pPr>
            <a:r>
              <a:rPr lang="en-US" sz="1200" dirty="0" smtClean="0"/>
              <a:t>Select the first rectangle from the top (“First statement” in the example slide), and on</a:t>
            </a:r>
            <a:r>
              <a:rPr lang="en-US" sz="1200" baseline="0" dirty="0" smtClean="0"/>
              <a:t> the </a:t>
            </a:r>
            <a:r>
              <a:rPr lang="en-US" sz="1200" b="1" baseline="0" dirty="0" smtClean="0"/>
              <a:t>Home</a:t>
            </a:r>
            <a:r>
              <a:rPr lang="en-US" sz="1200" baseline="0" dirty="0" smtClean="0"/>
              <a:t> tab, in the </a:t>
            </a:r>
            <a:r>
              <a:rPr lang="en-US" sz="1200" b="1" baseline="0" dirty="0" smtClean="0"/>
              <a:t>Drawing</a:t>
            </a:r>
            <a:r>
              <a:rPr lang="en-US" sz="1200" baseline="0" dirty="0" smtClean="0"/>
              <a:t> group, click the arrow to the right of </a:t>
            </a:r>
            <a:r>
              <a:rPr lang="en-US" sz="1200" b="1" baseline="0" dirty="0" smtClean="0"/>
              <a:t>Shape</a:t>
            </a:r>
            <a:r>
              <a:rPr lang="en-US" sz="1200" baseline="0" dirty="0" smtClean="0"/>
              <a:t> </a:t>
            </a:r>
            <a:r>
              <a:rPr lang="en-US" sz="1200" b="1" baseline="0" dirty="0" smtClean="0"/>
              <a:t>Fill</a:t>
            </a:r>
            <a:r>
              <a:rPr lang="en-US" sz="1200" baseline="0" dirty="0" smtClean="0"/>
              <a:t>, and under </a:t>
            </a:r>
            <a:r>
              <a:rPr lang="en-US" sz="1200" b="1" baseline="0" dirty="0" smtClean="0"/>
              <a:t>Theme</a:t>
            </a:r>
            <a:r>
              <a:rPr lang="en-US" sz="1200" baseline="0" dirty="0" smtClean="0"/>
              <a:t> </a:t>
            </a:r>
            <a:r>
              <a:rPr lang="en-US" sz="1200" b="1" baseline="0" dirty="0" smtClean="0"/>
              <a:t>Colors</a:t>
            </a:r>
            <a:r>
              <a:rPr lang="en-US" sz="1200" baseline="0" dirty="0" smtClean="0"/>
              <a:t> select </a:t>
            </a:r>
            <a:r>
              <a:rPr lang="en-US" sz="1200" b="1" baseline="0" dirty="0" smtClean="0"/>
              <a:t>Red, Accent 2 </a:t>
            </a:r>
            <a:r>
              <a:rPr lang="en-US" sz="1200" baseline="0" dirty="0" smtClean="0"/>
              <a:t>(first row, the sixth option from the right).</a:t>
            </a:r>
            <a:endParaRPr lang="en-US" sz="1200" dirty="0" smtClean="0"/>
          </a:p>
          <a:p>
            <a:pPr marL="228600" indent="-228600">
              <a:buFont typeface="+mj-lt"/>
              <a:buAutoNum type="arabicPeriod"/>
            </a:pPr>
            <a:r>
              <a:rPr lang="en-US" sz="1200" dirty="0" smtClean="0"/>
              <a:t>Select the second rectangle from the top (“Second statement” in the example slide), and on</a:t>
            </a:r>
            <a:r>
              <a:rPr lang="en-US" sz="1200" baseline="0" dirty="0" smtClean="0"/>
              <a:t> the </a:t>
            </a:r>
            <a:r>
              <a:rPr lang="en-US" sz="1200" b="1" baseline="0" dirty="0" smtClean="0"/>
              <a:t>Home</a:t>
            </a:r>
            <a:r>
              <a:rPr lang="en-US" sz="1200" baseline="0" dirty="0" smtClean="0"/>
              <a:t> tab, in the </a:t>
            </a:r>
            <a:r>
              <a:rPr lang="en-US" sz="1200" b="1" baseline="0" dirty="0" smtClean="0"/>
              <a:t>Drawing</a:t>
            </a:r>
            <a:r>
              <a:rPr lang="en-US" sz="1200" baseline="0" dirty="0" smtClean="0"/>
              <a:t> group, click the arrow to the right of </a:t>
            </a:r>
            <a:r>
              <a:rPr lang="en-US" sz="1200" b="1" baseline="0" dirty="0" smtClean="0"/>
              <a:t>Shape</a:t>
            </a:r>
            <a:r>
              <a:rPr lang="en-US" sz="1200" baseline="0" dirty="0" smtClean="0"/>
              <a:t> </a:t>
            </a:r>
            <a:r>
              <a:rPr lang="en-US" sz="1200" b="1" baseline="0" dirty="0" smtClean="0"/>
              <a:t>Fill</a:t>
            </a:r>
            <a:r>
              <a:rPr lang="en-US" sz="1200" baseline="0" dirty="0" smtClean="0"/>
              <a:t>, and under </a:t>
            </a:r>
            <a:r>
              <a:rPr lang="en-US" sz="1200" b="1" baseline="0" dirty="0" smtClean="0"/>
              <a:t>Theme</a:t>
            </a:r>
            <a:r>
              <a:rPr lang="en-US" sz="1200" baseline="0" dirty="0" smtClean="0"/>
              <a:t> </a:t>
            </a:r>
            <a:r>
              <a:rPr lang="en-US" sz="1200" b="1" baseline="0" dirty="0" smtClean="0"/>
              <a:t>Colors</a:t>
            </a:r>
            <a:r>
              <a:rPr lang="en-US" sz="1200" baseline="0" dirty="0" smtClean="0"/>
              <a:t> select </a:t>
            </a:r>
            <a:r>
              <a:rPr lang="en-US" sz="1200" b="1" baseline="0" dirty="0" smtClean="0"/>
              <a:t>Olive Green, Accent 3 </a:t>
            </a:r>
            <a:r>
              <a:rPr lang="en-US" sz="1200" baseline="0" dirty="0" smtClean="0"/>
              <a:t>(first row, the seventh option from the right)</a:t>
            </a:r>
            <a:r>
              <a:rPr lang="en-US" sz="1200" dirty="0" smtClean="0"/>
              <a:t>.</a:t>
            </a:r>
          </a:p>
          <a:p>
            <a:pPr marL="228600" indent="-228600">
              <a:buFont typeface="+mj-lt"/>
              <a:buAutoNum type="arabicPeriod"/>
            </a:pPr>
            <a:r>
              <a:rPr lang="en-US" sz="1200" dirty="0" smtClean="0"/>
              <a:t>Select the third rectangle from the top (“Third statement” in the example slide), and on</a:t>
            </a:r>
            <a:r>
              <a:rPr lang="en-US" sz="1200" baseline="0" dirty="0" smtClean="0"/>
              <a:t> the </a:t>
            </a:r>
            <a:r>
              <a:rPr lang="en-US" sz="1200" b="1" baseline="0" dirty="0" smtClean="0"/>
              <a:t>Home</a:t>
            </a:r>
            <a:r>
              <a:rPr lang="en-US" sz="1200" baseline="0" dirty="0" smtClean="0"/>
              <a:t> tab, in the </a:t>
            </a:r>
            <a:r>
              <a:rPr lang="en-US" sz="1200" b="1" baseline="0" dirty="0" smtClean="0"/>
              <a:t>Drawing</a:t>
            </a:r>
            <a:r>
              <a:rPr lang="en-US" sz="1200" baseline="0" dirty="0" smtClean="0"/>
              <a:t> group, click the arrow to the right of </a:t>
            </a:r>
            <a:r>
              <a:rPr lang="en-US" sz="1200" b="1" baseline="0" dirty="0" smtClean="0"/>
              <a:t>Shape</a:t>
            </a:r>
            <a:r>
              <a:rPr lang="en-US" sz="1200" baseline="0" dirty="0" smtClean="0"/>
              <a:t> </a:t>
            </a:r>
            <a:r>
              <a:rPr lang="en-US" sz="1200" b="1" baseline="0" dirty="0" smtClean="0"/>
              <a:t>Fill</a:t>
            </a:r>
            <a:r>
              <a:rPr lang="en-US" sz="1200" baseline="0" dirty="0" smtClean="0"/>
              <a:t>, and under </a:t>
            </a:r>
            <a:r>
              <a:rPr lang="en-US" sz="1200" b="1" baseline="0" dirty="0" smtClean="0"/>
              <a:t>Theme</a:t>
            </a:r>
            <a:r>
              <a:rPr lang="en-US" sz="1200" baseline="0" dirty="0" smtClean="0"/>
              <a:t> </a:t>
            </a:r>
            <a:r>
              <a:rPr lang="en-US" sz="1200" b="1" baseline="0" dirty="0" smtClean="0"/>
              <a:t>Colors</a:t>
            </a:r>
            <a:r>
              <a:rPr lang="en-US" sz="1200" baseline="0" dirty="0" smtClean="0"/>
              <a:t> select </a:t>
            </a:r>
            <a:r>
              <a:rPr lang="en-US" sz="1200" b="1" baseline="0" dirty="0" smtClean="0"/>
              <a:t>Purple, Accent 4 </a:t>
            </a:r>
            <a:r>
              <a:rPr lang="en-US" sz="1200" baseline="0" dirty="0" smtClean="0"/>
              <a:t>(first row, the eighth option from the right). </a:t>
            </a:r>
            <a:endParaRPr lang="en-US" sz="1200" dirty="0" smtClean="0"/>
          </a:p>
          <a:p>
            <a:pPr marL="228600" indent="-228600">
              <a:buFont typeface="+mj-lt"/>
              <a:buAutoNum type="arabicPeriod"/>
            </a:pPr>
            <a:r>
              <a:rPr lang="en-US" sz="1200" dirty="0" smtClean="0"/>
              <a:t>Select the fourth rectangle from the top (“Fourth statement” in the example slide), and on</a:t>
            </a:r>
            <a:r>
              <a:rPr lang="en-US" sz="1200" baseline="0" dirty="0" smtClean="0"/>
              <a:t> the </a:t>
            </a:r>
            <a:r>
              <a:rPr lang="en-US" sz="1200" b="1" baseline="0" dirty="0" smtClean="0"/>
              <a:t>Home</a:t>
            </a:r>
            <a:r>
              <a:rPr lang="en-US" sz="1200" baseline="0" dirty="0" smtClean="0"/>
              <a:t> tab, in the </a:t>
            </a:r>
            <a:r>
              <a:rPr lang="en-US" sz="1200" b="1" baseline="0" dirty="0" smtClean="0"/>
              <a:t>Drawing</a:t>
            </a:r>
            <a:r>
              <a:rPr lang="en-US" sz="1200" baseline="0" dirty="0" smtClean="0"/>
              <a:t> group, click the arrow to the right of </a:t>
            </a:r>
            <a:r>
              <a:rPr lang="en-US" sz="1200" b="1" baseline="0" dirty="0" smtClean="0"/>
              <a:t>Shape</a:t>
            </a:r>
            <a:r>
              <a:rPr lang="en-US" sz="1200" baseline="0" dirty="0" smtClean="0"/>
              <a:t> </a:t>
            </a:r>
            <a:r>
              <a:rPr lang="en-US" sz="1200" b="1" baseline="0" dirty="0" smtClean="0"/>
              <a:t>Fill</a:t>
            </a:r>
            <a:r>
              <a:rPr lang="en-US" sz="1200" baseline="0" dirty="0" smtClean="0"/>
              <a:t>, and under </a:t>
            </a:r>
            <a:r>
              <a:rPr lang="en-US" sz="1200" b="1" baseline="0" dirty="0" smtClean="0"/>
              <a:t>Theme</a:t>
            </a:r>
            <a:r>
              <a:rPr lang="en-US" sz="1200" baseline="0" dirty="0" smtClean="0"/>
              <a:t> </a:t>
            </a:r>
            <a:r>
              <a:rPr lang="en-US" sz="1200" b="1" baseline="0" dirty="0" smtClean="0"/>
              <a:t>Colors</a:t>
            </a:r>
            <a:r>
              <a:rPr lang="en-US" sz="1200" baseline="0" dirty="0" smtClean="0"/>
              <a:t> select </a:t>
            </a:r>
            <a:r>
              <a:rPr lang="en-US" sz="1200" b="1" baseline="0" dirty="0" smtClean="0"/>
              <a:t>Orange, Accent 6 </a:t>
            </a:r>
            <a:r>
              <a:rPr lang="en-US" sz="1200" baseline="0" dirty="0" smtClean="0"/>
              <a:t>(first row, the tenth option from the right). </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smtClean="0"/>
              <a:t>Press and hold CTRL, and select all of the rectangles (on the right side of the graphic).</a:t>
            </a:r>
            <a:r>
              <a:rPr lang="en-US" sz="1200" baseline="0" dirty="0" smtClean="0"/>
              <a:t> On the </a:t>
            </a:r>
            <a:r>
              <a:rPr lang="en-US" sz="1200" b="1" baseline="0" dirty="0" smtClean="0"/>
              <a:t>Home</a:t>
            </a:r>
            <a:r>
              <a:rPr lang="en-US" sz="1200" baseline="0" dirty="0" smtClean="0"/>
              <a:t> tab, in the </a:t>
            </a:r>
            <a:r>
              <a:rPr lang="en-US" sz="1200" b="1" baseline="0" dirty="0" smtClean="0"/>
              <a:t>Font</a:t>
            </a:r>
            <a:r>
              <a:rPr lang="en-US" sz="1200" baseline="0" dirty="0" smtClean="0"/>
              <a:t> group, in the </a:t>
            </a:r>
            <a:r>
              <a:rPr lang="en-US" sz="1200" b="1" baseline="0" dirty="0" smtClean="0"/>
              <a:t>Font</a:t>
            </a:r>
            <a:r>
              <a:rPr lang="en-US" sz="1200" baseline="0" dirty="0" smtClean="0"/>
              <a:t> </a:t>
            </a:r>
            <a:r>
              <a:rPr lang="en-US" sz="1200" b="1" baseline="0" dirty="0" smtClean="0"/>
              <a:t>Size</a:t>
            </a:r>
            <a:r>
              <a:rPr lang="en-US" sz="1200" baseline="0" dirty="0" smtClean="0"/>
              <a:t> box, select </a:t>
            </a:r>
            <a:r>
              <a:rPr lang="en-US" sz="1200" b="1" baseline="0" dirty="0" smtClean="0"/>
              <a:t>36 pt.</a:t>
            </a:r>
            <a:r>
              <a:rPr lang="en-US" sz="1200" b="0" baseline="0" dirty="0" smtClean="0"/>
              <a:t>, and </a:t>
            </a:r>
            <a:r>
              <a:rPr lang="en-US" sz="1200" dirty="0" smtClean="0"/>
              <a:t>in the </a:t>
            </a:r>
            <a:r>
              <a:rPr lang="en-US" sz="1200" b="1" dirty="0" smtClean="0"/>
              <a:t>Font</a:t>
            </a:r>
            <a:r>
              <a:rPr lang="en-US" sz="1200" dirty="0" smtClean="0"/>
              <a:t> </a:t>
            </a:r>
            <a:r>
              <a:rPr lang="en-US" sz="1200" b="1" dirty="0" smtClean="0"/>
              <a:t>Color</a:t>
            </a:r>
            <a:r>
              <a:rPr lang="en-US" sz="1200" dirty="0" smtClean="0"/>
              <a:t> list,</a:t>
            </a:r>
            <a:r>
              <a:rPr lang="en-US" sz="1200" baseline="0" dirty="0" smtClean="0"/>
              <a:t> under </a:t>
            </a:r>
            <a:r>
              <a:rPr lang="en-US" sz="1200" b="1" baseline="0" dirty="0" smtClean="0"/>
              <a:t>Theme</a:t>
            </a:r>
            <a:r>
              <a:rPr lang="en-US" sz="1200" baseline="0" dirty="0" smtClean="0"/>
              <a:t> </a:t>
            </a:r>
            <a:r>
              <a:rPr lang="en-US" sz="1200" b="1" baseline="0" dirty="0" smtClean="0"/>
              <a:t>Colors</a:t>
            </a:r>
            <a:r>
              <a:rPr lang="en-US" sz="1200" baseline="0" dirty="0" smtClean="0"/>
              <a:t> select </a:t>
            </a:r>
            <a:r>
              <a:rPr lang="en-US" sz="1200" b="1" baseline="0" dirty="0" smtClean="0"/>
              <a:t>White, Background 1</a:t>
            </a:r>
            <a:r>
              <a:rPr lang="en-US" sz="1200" baseline="0" dirty="0" smtClean="0"/>
              <a:t> (first row, the first option from the left). </a:t>
            </a:r>
          </a:p>
          <a:p>
            <a:pPr marL="685800" lvl="1" indent="-228600">
              <a:buFont typeface="+mj-lt"/>
              <a:buAutoNum type="arabicPeriod"/>
            </a:pPr>
            <a:endParaRPr lang="en-US" sz="1200" baseline="0" dirty="0" smtClean="0"/>
          </a:p>
          <a:p>
            <a:pPr marL="685800" lvl="1" indent="-228600">
              <a:buFont typeface="+mj-lt"/>
              <a:buNone/>
            </a:pPr>
            <a:endParaRPr lang="en-US" sz="1200" dirty="0" smtClean="0"/>
          </a:p>
          <a:p>
            <a:pPr marL="0" marR="0" lvl="1" indent="0" algn="l" defTabSz="914400" rtl="0" eaLnBrk="1" fontAlgn="auto" latinLnBrk="0" hangingPunct="1">
              <a:lnSpc>
                <a:spcPct val="100000"/>
              </a:lnSpc>
              <a:spcBef>
                <a:spcPts val="0"/>
              </a:spcBef>
              <a:spcAft>
                <a:spcPts val="0"/>
              </a:spcAft>
              <a:buClrTx/>
              <a:buSzTx/>
              <a:buFont typeface="+mj-lt"/>
              <a:buNone/>
              <a:tabLst/>
              <a:defRPr/>
            </a:pPr>
            <a:r>
              <a:rPr lang="en-US" sz="1200" dirty="0" smtClean="0"/>
              <a:t>To reproduce the circles</a:t>
            </a:r>
            <a:r>
              <a:rPr lang="en-US" sz="1200" baseline="0" dirty="0" smtClean="0"/>
              <a:t> </a:t>
            </a:r>
            <a:r>
              <a:rPr lang="en-US" sz="1200" dirty="0" smtClean="0"/>
              <a:t>on</a:t>
            </a:r>
            <a:r>
              <a:rPr lang="en-US" sz="1200" baseline="0" dirty="0" smtClean="0"/>
              <a:t> this slide, do the following:</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smtClean="0"/>
              <a:t>Press and hold CTRL,</a:t>
            </a:r>
            <a:r>
              <a:rPr lang="en-US" sz="1200" baseline="0" dirty="0" smtClean="0"/>
              <a:t> and then select the four block shapes (the shapes on the left) in the </a:t>
            </a:r>
            <a:r>
              <a:rPr lang="en-US" sz="1200" baseline="0" dirty="0" err="1" smtClean="0"/>
              <a:t>SmartArt</a:t>
            </a:r>
            <a:r>
              <a:rPr lang="en-US" sz="1200" baseline="0" dirty="0" smtClean="0"/>
              <a:t> graphic, and then u</a:t>
            </a:r>
            <a:r>
              <a:rPr lang="en-US" sz="1200" dirty="0" smtClean="0"/>
              <a:t>nder </a:t>
            </a:r>
            <a:r>
              <a:rPr lang="en-US" sz="1200" b="1" dirty="0" err="1" smtClean="0"/>
              <a:t>SmartArt</a:t>
            </a:r>
            <a:r>
              <a:rPr lang="en-US" sz="1200" baseline="0" dirty="0" smtClean="0"/>
              <a:t> </a:t>
            </a:r>
            <a:r>
              <a:rPr lang="en-US" sz="1200" b="1" baseline="0" dirty="0" smtClean="0"/>
              <a:t>Tools</a:t>
            </a:r>
            <a:r>
              <a:rPr lang="en-US" sz="1200" baseline="0" dirty="0" smtClean="0"/>
              <a:t>, on the </a:t>
            </a:r>
            <a:r>
              <a:rPr lang="en-US" sz="1200" b="1" baseline="0" dirty="0" smtClean="0"/>
              <a:t>Format</a:t>
            </a:r>
            <a:r>
              <a:rPr lang="en-US" sz="1200" baseline="0" dirty="0" smtClean="0"/>
              <a:t> tab, in the </a:t>
            </a:r>
            <a:r>
              <a:rPr lang="en-US" sz="1200" b="1" baseline="0" dirty="0" smtClean="0"/>
              <a:t>Shapes</a:t>
            </a:r>
            <a:r>
              <a:rPr lang="en-US" sz="1200" baseline="0" dirty="0" smtClean="0"/>
              <a:t> group, click the arrow to the right of </a:t>
            </a:r>
            <a:r>
              <a:rPr lang="en-US" sz="1200" b="1" baseline="0" dirty="0" smtClean="0"/>
              <a:t>Change</a:t>
            </a:r>
            <a:r>
              <a:rPr lang="en-US" sz="1200" baseline="0" dirty="0" smtClean="0"/>
              <a:t> </a:t>
            </a:r>
            <a:r>
              <a:rPr lang="en-US" sz="1200" b="1" baseline="0" dirty="0" smtClean="0"/>
              <a:t>Shape</a:t>
            </a:r>
            <a:r>
              <a:rPr lang="en-US" sz="1200" baseline="0" dirty="0" smtClean="0"/>
              <a:t>, and under </a:t>
            </a:r>
            <a:r>
              <a:rPr lang="en-US" sz="1200" b="1" baseline="0" dirty="0" smtClean="0"/>
              <a:t>Basic</a:t>
            </a:r>
            <a:r>
              <a:rPr lang="en-US" sz="1200" baseline="0" dirty="0" smtClean="0"/>
              <a:t> </a:t>
            </a:r>
            <a:r>
              <a:rPr lang="en-US" sz="1200" b="1" baseline="0" dirty="0" smtClean="0"/>
              <a:t>Shapes</a:t>
            </a:r>
            <a:r>
              <a:rPr lang="en-US" sz="1200" baseline="0" dirty="0" smtClean="0"/>
              <a:t> select </a:t>
            </a:r>
            <a:r>
              <a:rPr lang="en-US" sz="1200" b="1" baseline="0" dirty="0" smtClean="0"/>
              <a:t>Oval </a:t>
            </a:r>
            <a:r>
              <a:rPr lang="en-US" sz="1200" b="0" baseline="0" dirty="0" smtClean="0"/>
              <a:t>(first row, first option from the left)</a:t>
            </a:r>
            <a:r>
              <a:rPr lang="en-US" sz="1200" baseline="0" dirty="0" smtClean="0"/>
              <a:t>. </a:t>
            </a:r>
            <a:endParaRPr lang="en-US" sz="1200" dirty="0" smtClean="0"/>
          </a:p>
          <a:p>
            <a:pPr marL="228600" indent="-228600">
              <a:buFont typeface="+mj-lt"/>
              <a:buAutoNum type="arabicPeriod"/>
            </a:pPr>
            <a:r>
              <a:rPr lang="en-US" sz="1200" dirty="0" smtClean="0"/>
              <a:t>On the slide, drag</a:t>
            </a:r>
            <a:r>
              <a:rPr lang="en-US" sz="1200" baseline="0" dirty="0" smtClean="0"/>
              <a:t> one of the top right sizing handles to the left to make the ovals into a circle and to make them smaller.</a:t>
            </a:r>
            <a:endParaRPr lang="en-US" sz="1200" dirty="0" smtClean="0"/>
          </a:p>
          <a:p>
            <a:pPr marL="228600" indent="-228600">
              <a:buFont typeface="+mj-lt"/>
              <a:buAutoNum type="arabicPeriod"/>
            </a:pPr>
            <a:r>
              <a:rPr lang="en-US" sz="1200" dirty="0" smtClean="0"/>
              <a:t>Also with the four circles selected, position the circles so that they cover the bullet on the rectangles, and then on the </a:t>
            </a:r>
            <a:r>
              <a:rPr lang="en-US" sz="1200" b="1" dirty="0" smtClean="0"/>
              <a:t>Home</a:t>
            </a:r>
            <a:r>
              <a:rPr lang="en-US" sz="1200" baseline="0" dirty="0" smtClean="0"/>
              <a:t> tab, in the </a:t>
            </a:r>
            <a:r>
              <a:rPr lang="en-US" sz="1200" b="1" baseline="0" dirty="0" smtClean="0"/>
              <a:t>Font</a:t>
            </a:r>
            <a:r>
              <a:rPr lang="en-US" sz="1200" baseline="0" dirty="0" smtClean="0"/>
              <a:t> group, in the </a:t>
            </a:r>
            <a:r>
              <a:rPr lang="en-US" sz="1200" b="1" baseline="0" dirty="0" smtClean="0"/>
              <a:t>Font</a:t>
            </a:r>
            <a:r>
              <a:rPr lang="en-US" sz="1200" baseline="0" dirty="0" smtClean="0"/>
              <a:t> </a:t>
            </a:r>
            <a:r>
              <a:rPr lang="en-US" sz="1200" b="1" baseline="0" dirty="0" smtClean="0"/>
              <a:t>Color</a:t>
            </a:r>
            <a:r>
              <a:rPr lang="en-US" sz="1200" baseline="0" dirty="0" smtClean="0"/>
              <a:t> list, under </a:t>
            </a:r>
            <a:r>
              <a:rPr lang="en-US" sz="1200" b="1" baseline="0" dirty="0" smtClean="0"/>
              <a:t>Theme</a:t>
            </a:r>
            <a:r>
              <a:rPr lang="en-US" sz="1200" baseline="0" dirty="0" smtClean="0"/>
              <a:t> </a:t>
            </a:r>
            <a:r>
              <a:rPr lang="en-US" sz="1200" b="1" baseline="0" dirty="0" smtClean="0"/>
              <a:t>Colors</a:t>
            </a:r>
            <a:r>
              <a:rPr lang="en-US" sz="1200" baseline="0" dirty="0" smtClean="0"/>
              <a:t> select </a:t>
            </a:r>
            <a:r>
              <a:rPr lang="en-US" sz="1200" b="1" baseline="0" dirty="0" smtClean="0"/>
              <a:t>White, Background 1, Darker 50% </a:t>
            </a:r>
            <a:r>
              <a:rPr lang="en-US" sz="1200" baseline="0" dirty="0" smtClean="0"/>
              <a:t>(sixth row, first option from the left). </a:t>
            </a:r>
            <a:endParaRPr lang="en-US" sz="1200" dirty="0" smtClean="0"/>
          </a:p>
          <a:p>
            <a:pPr marL="228600" indent="-228600">
              <a:buFont typeface="+mj-lt"/>
              <a:buAutoNum type="arabicPeriod"/>
            </a:pPr>
            <a:r>
              <a:rPr lang="en-US" sz="1200" dirty="0" smtClean="0"/>
              <a:t>Also</a:t>
            </a:r>
            <a:r>
              <a:rPr lang="en-US" sz="1200" baseline="0" dirty="0" smtClean="0"/>
              <a:t> o</a:t>
            </a:r>
            <a:r>
              <a:rPr lang="en-US" sz="1200" dirty="0" smtClean="0"/>
              <a:t>n the </a:t>
            </a:r>
            <a:r>
              <a:rPr lang="en-US" sz="1200" b="1" dirty="0" smtClean="0"/>
              <a:t>Home</a:t>
            </a:r>
            <a:r>
              <a:rPr lang="en-US" sz="1200" dirty="0" smtClean="0"/>
              <a:t> tab, in the bottom right corner of the </a:t>
            </a:r>
            <a:r>
              <a:rPr lang="en-US" sz="1200" b="1" dirty="0" smtClean="0"/>
              <a:t>Drawing</a:t>
            </a:r>
            <a:r>
              <a:rPr lang="en-US" sz="1200" dirty="0" smtClean="0"/>
              <a:t> group,</a:t>
            </a:r>
            <a:r>
              <a:rPr lang="en-US" sz="1200" baseline="0" dirty="0" smtClean="0"/>
              <a:t> click the </a:t>
            </a:r>
            <a:r>
              <a:rPr lang="en-US" sz="1200" b="1" baseline="0" dirty="0" smtClean="0"/>
              <a:t>Format</a:t>
            </a:r>
            <a:r>
              <a:rPr lang="en-US" sz="1200" baseline="0" dirty="0" smtClean="0"/>
              <a:t> </a:t>
            </a:r>
            <a:r>
              <a:rPr lang="en-US" sz="1200" b="1" baseline="0" dirty="0" smtClean="0"/>
              <a:t>Shape</a:t>
            </a:r>
            <a:r>
              <a:rPr lang="en-US" sz="1200" baseline="0" dirty="0" smtClean="0"/>
              <a:t> dialog box launcher. In the </a:t>
            </a:r>
            <a:r>
              <a:rPr lang="en-US" sz="1200" b="1" baseline="0" dirty="0" smtClean="0"/>
              <a:t>Format</a:t>
            </a:r>
            <a:r>
              <a:rPr lang="en-US" sz="1200" baseline="0" dirty="0" smtClean="0"/>
              <a:t> </a:t>
            </a:r>
            <a:r>
              <a:rPr lang="en-US" sz="1200" b="1" baseline="0" dirty="0" smtClean="0"/>
              <a:t>Shape</a:t>
            </a:r>
            <a:r>
              <a:rPr lang="en-US" sz="1200" baseline="0" dirty="0" smtClean="0"/>
              <a:t> dialog box, click </a:t>
            </a:r>
            <a:r>
              <a:rPr lang="en-US" sz="1200" b="1" baseline="0" dirty="0" smtClean="0"/>
              <a:t>Fill</a:t>
            </a:r>
            <a:r>
              <a:rPr lang="en-US" sz="1200" baseline="0" dirty="0" smtClean="0"/>
              <a:t> in the left pane, in the </a:t>
            </a:r>
            <a:r>
              <a:rPr lang="en-US" sz="1200" b="1" baseline="0" dirty="0" smtClean="0"/>
              <a:t>Fill</a:t>
            </a:r>
            <a:r>
              <a:rPr lang="en-US" sz="1200" baseline="0" dirty="0" smtClean="0"/>
              <a:t> pane, click </a:t>
            </a:r>
            <a:r>
              <a:rPr lang="en-US" sz="1200" b="1" baseline="0" dirty="0" smtClean="0"/>
              <a:t>Gradient fill</a:t>
            </a:r>
            <a:r>
              <a:rPr lang="en-US" sz="1200" baseline="0" dirty="0" smtClean="0"/>
              <a:t>, and then do the following:</a:t>
            </a:r>
          </a:p>
          <a:p>
            <a:pPr marL="685800" lvl="1" indent="-228600">
              <a:buFont typeface="Arial" pitchFamily="34" charset="0"/>
              <a:buChar char="•"/>
            </a:pPr>
            <a:r>
              <a:rPr lang="en-US" sz="1200" baseline="0" dirty="0" smtClean="0"/>
              <a:t>In the </a:t>
            </a:r>
            <a:r>
              <a:rPr lang="en-US" sz="1200" b="1" baseline="0" dirty="0" smtClean="0"/>
              <a:t>Type</a:t>
            </a:r>
            <a:r>
              <a:rPr lang="en-US" sz="1200" baseline="0" dirty="0" smtClean="0"/>
              <a:t> list, select </a:t>
            </a:r>
            <a:r>
              <a:rPr lang="en-US" sz="1200" b="1" baseline="0" dirty="0" smtClean="0"/>
              <a:t>Radial</a:t>
            </a:r>
            <a:r>
              <a:rPr lang="en-US" sz="1200" baseline="0" dirty="0" smtClean="0"/>
              <a:t>.</a:t>
            </a:r>
          </a:p>
          <a:p>
            <a:pPr marL="685800" lvl="1" indent="-228600">
              <a:buFont typeface="Arial" pitchFamily="34" charset="0"/>
              <a:buChar char="•"/>
            </a:pPr>
            <a:r>
              <a:rPr lang="en-US" sz="1200" baseline="0" dirty="0" smtClean="0"/>
              <a:t>In the </a:t>
            </a:r>
            <a:r>
              <a:rPr lang="en-US" sz="1200" b="1" baseline="0" dirty="0" smtClean="0"/>
              <a:t>Direction</a:t>
            </a:r>
            <a:r>
              <a:rPr lang="en-US" sz="1200" baseline="0" dirty="0" smtClean="0"/>
              <a:t> list, select </a:t>
            </a:r>
            <a:r>
              <a:rPr lang="en-US" sz="1200" b="1" baseline="0" dirty="0" smtClean="0"/>
              <a:t>From</a:t>
            </a:r>
            <a:r>
              <a:rPr lang="en-US" sz="1200" baseline="0" dirty="0" smtClean="0"/>
              <a:t> </a:t>
            </a:r>
            <a:r>
              <a:rPr lang="en-US" sz="1200" b="1" baseline="0" dirty="0" smtClean="0"/>
              <a:t>Center</a:t>
            </a:r>
            <a:r>
              <a:rPr lang="en-US" sz="1200" baseline="0" dirty="0" smtClean="0"/>
              <a:t> (third option from the left).</a:t>
            </a:r>
          </a:p>
          <a:p>
            <a:pPr marL="685800" lvl="1" indent="-228600">
              <a:buFont typeface="Arial" pitchFamily="34" charset="0"/>
              <a:buChar char="•"/>
            </a:pPr>
            <a:r>
              <a:rPr lang="en-US" sz="1200" kern="1200" dirty="0" smtClean="0">
                <a:solidFill>
                  <a:schemeClr val="tx1"/>
                </a:solidFill>
                <a:latin typeface="+mn-lt"/>
                <a:ea typeface="+mn-ea"/>
                <a:cs typeface="+mn-cs"/>
              </a:rPr>
              <a:t>Under </a:t>
            </a:r>
            <a:r>
              <a:rPr lang="en-US" sz="1200" b="1" kern="1200" dirty="0" smtClean="0">
                <a:solidFill>
                  <a:schemeClr val="tx1"/>
                </a:solidFill>
                <a:latin typeface="+mn-lt"/>
                <a:ea typeface="+mn-ea"/>
                <a:cs typeface="+mn-cs"/>
              </a:rPr>
              <a:t>Gradient stops</a:t>
            </a:r>
            <a:r>
              <a:rPr lang="en-US" sz="1200" kern="1200" dirty="0" smtClean="0">
                <a:solidFill>
                  <a:schemeClr val="tx1"/>
                </a:solidFill>
                <a:latin typeface="+mn-lt"/>
                <a:ea typeface="+mn-ea"/>
                <a:cs typeface="+mn-cs"/>
              </a:rPr>
              <a:t>, click </a:t>
            </a:r>
            <a:r>
              <a:rPr lang="en-US" sz="1200" b="1" kern="1200" dirty="0" smtClean="0">
                <a:solidFill>
                  <a:schemeClr val="tx1"/>
                </a:solidFill>
                <a:latin typeface="+mn-lt"/>
                <a:ea typeface="+mn-ea"/>
                <a:cs typeface="+mn-cs"/>
              </a:rPr>
              <a:t>Add gradient stop</a:t>
            </a:r>
            <a:r>
              <a:rPr lang="en-US" sz="1200" b="0" kern="1200" dirty="0" smtClean="0">
                <a:solidFill>
                  <a:schemeClr val="tx1"/>
                </a:solidFill>
                <a:latin typeface="+mn-lt"/>
                <a:ea typeface="+mn-ea"/>
                <a:cs typeface="+mn-cs"/>
              </a:rPr>
              <a:t> or </a:t>
            </a:r>
            <a:r>
              <a:rPr lang="en-US" sz="1200" b="1" kern="1200" dirty="0" smtClean="0">
                <a:solidFill>
                  <a:schemeClr val="tx1"/>
                </a:solidFill>
                <a:latin typeface="+mn-lt"/>
                <a:ea typeface="+mn-ea"/>
                <a:cs typeface="+mn-cs"/>
              </a:rPr>
              <a:t>Remove gradient stop</a:t>
            </a:r>
            <a:r>
              <a:rPr lang="en-US" sz="1200" kern="1200" dirty="0" smtClean="0">
                <a:solidFill>
                  <a:schemeClr val="tx1"/>
                </a:solidFill>
                <a:latin typeface="+mn-lt"/>
                <a:ea typeface="+mn-ea"/>
                <a:cs typeface="+mn-cs"/>
              </a:rPr>
              <a:t> until two stops appear in </a:t>
            </a:r>
            <a:r>
              <a:rPr lang="en-US" sz="1200" kern="1200" smtClean="0">
                <a:solidFill>
                  <a:schemeClr val="tx1"/>
                </a:solidFill>
                <a:latin typeface="+mn-lt"/>
                <a:ea typeface="+mn-ea"/>
                <a:cs typeface="+mn-cs"/>
              </a:rPr>
              <a:t>the slider</a:t>
            </a:r>
            <a:endParaRPr lang="en-US" sz="1200" kern="1200" dirty="0" smtClean="0">
              <a:solidFill>
                <a:schemeClr val="tx1"/>
              </a:solidFill>
              <a:latin typeface="+mn-lt"/>
              <a:ea typeface="+mn-ea"/>
              <a:cs typeface="+mn-cs"/>
            </a:endParaRPr>
          </a:p>
          <a:p>
            <a:pPr marL="228600" lvl="0" indent="-228600">
              <a:buFont typeface="+mj-lt"/>
              <a:buAutoNum type="arabicPeriod"/>
            </a:pPr>
            <a:r>
              <a:rPr lang="en-US" sz="1200" kern="1200" dirty="0" smtClean="0">
                <a:solidFill>
                  <a:schemeClr val="tx1"/>
                </a:solidFill>
                <a:latin typeface="+mn-lt"/>
                <a:ea typeface="+mn-ea"/>
                <a:cs typeface="+mn-cs"/>
              </a:rPr>
              <a:t>Also under </a:t>
            </a:r>
            <a:r>
              <a:rPr lang="en-US" sz="1200" b="1" kern="1200" dirty="0" smtClean="0">
                <a:solidFill>
                  <a:schemeClr val="tx1"/>
                </a:solidFill>
                <a:latin typeface="+mn-lt"/>
                <a:ea typeface="+mn-ea"/>
                <a:cs typeface="+mn-cs"/>
              </a:rPr>
              <a:t>Gradient stops</a:t>
            </a:r>
            <a:r>
              <a:rPr lang="en-US" sz="1200" kern="1200" dirty="0" smtClean="0">
                <a:solidFill>
                  <a:schemeClr val="tx1"/>
                </a:solidFill>
                <a:latin typeface="+mn-lt"/>
                <a:ea typeface="+mn-ea"/>
                <a:cs typeface="+mn-cs"/>
              </a:rPr>
              <a:t>, customize the gradient stops that you added as follows:</a:t>
            </a:r>
          </a:p>
          <a:p>
            <a:pPr marL="685800" lvl="1" indent="-228600">
              <a:buFont typeface="Arial" pitchFamily="34" charset="0"/>
              <a:buChar char="•"/>
            </a:pPr>
            <a:r>
              <a:rPr lang="en-US" sz="1200" kern="1200" dirty="0" smtClean="0">
                <a:solidFill>
                  <a:schemeClr val="tx1"/>
                </a:solidFill>
                <a:latin typeface="+mn-lt"/>
                <a:ea typeface="+mn-ea"/>
                <a:cs typeface="+mn-cs"/>
              </a:rPr>
              <a:t>Select </a:t>
            </a:r>
            <a:r>
              <a:rPr lang="en-US" sz="1200" b="0" kern="1200" dirty="0" smtClean="0">
                <a:solidFill>
                  <a:schemeClr val="tx1"/>
                </a:solidFill>
                <a:latin typeface="+mn-lt"/>
                <a:ea typeface="+mn-ea"/>
                <a:cs typeface="+mn-cs"/>
              </a:rPr>
              <a:t>the first stop in the slider</a:t>
            </a:r>
            <a:r>
              <a:rPr lang="en-US" sz="1200" kern="1200" dirty="0" smtClean="0">
                <a:solidFill>
                  <a:schemeClr val="tx1"/>
                </a:solidFill>
                <a:latin typeface="+mn-lt"/>
                <a:ea typeface="+mn-ea"/>
                <a:cs typeface="+mn-cs"/>
              </a:rPr>
              <a:t>, and then do the following:</a:t>
            </a:r>
          </a:p>
          <a:p>
            <a:pPr marL="1143000" lvl="2"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Position </a:t>
            </a:r>
            <a:r>
              <a:rPr lang="en-US" sz="1200" kern="1200" dirty="0" smtClean="0">
                <a:solidFill>
                  <a:schemeClr val="tx1"/>
                </a:solidFill>
                <a:latin typeface="+mn-lt"/>
                <a:ea typeface="+mn-ea"/>
                <a:cs typeface="+mn-cs"/>
              </a:rPr>
              <a:t>box, enter </a:t>
            </a:r>
            <a:r>
              <a:rPr lang="en-US" sz="1200" b="1" kern="1200" dirty="0" smtClean="0">
                <a:solidFill>
                  <a:schemeClr val="tx1"/>
                </a:solidFill>
                <a:latin typeface="+mn-lt"/>
                <a:ea typeface="+mn-ea"/>
                <a:cs typeface="+mn-cs"/>
              </a:rPr>
              <a:t>0%</a:t>
            </a:r>
            <a:r>
              <a:rPr lang="en-US" sz="1200" b="0" kern="1200" dirty="0" smtClean="0">
                <a:solidFill>
                  <a:schemeClr val="tx1"/>
                </a:solidFill>
                <a:latin typeface="+mn-lt"/>
                <a:ea typeface="+mn-ea"/>
                <a:cs typeface="+mn-cs"/>
              </a:rPr>
              <a:t>.</a:t>
            </a:r>
          </a:p>
          <a:p>
            <a:pPr marL="1143000" lvl="2" indent="-228600">
              <a:buFont typeface="Arial" pitchFamily="34" charset="0"/>
              <a:buChar char="•"/>
            </a:pPr>
            <a:r>
              <a:rPr lang="en-US" sz="1200" kern="1200" dirty="0" smtClean="0">
                <a:solidFill>
                  <a:schemeClr val="tx1"/>
                </a:solidFill>
                <a:latin typeface="+mn-lt"/>
                <a:ea typeface="+mn-ea"/>
                <a:cs typeface="+mn-cs"/>
              </a:rPr>
              <a:t>Click the button next to </a:t>
            </a:r>
            <a:r>
              <a:rPr lang="en-US" sz="1200" b="1" kern="1200" dirty="0" smtClean="0">
                <a:solidFill>
                  <a:schemeClr val="tx1"/>
                </a:solidFill>
                <a:latin typeface="+mn-lt"/>
                <a:ea typeface="+mn-ea"/>
                <a:cs typeface="+mn-cs"/>
              </a:rPr>
              <a:t>Color</a:t>
            </a:r>
            <a:r>
              <a:rPr lang="en-US" sz="1200" kern="1200" dirty="0" smtClean="0">
                <a:solidFill>
                  <a:schemeClr val="tx1"/>
                </a:solidFill>
                <a:latin typeface="+mn-lt"/>
                <a:ea typeface="+mn-ea"/>
                <a:cs typeface="+mn-cs"/>
              </a:rPr>
              <a:t>, and then under </a:t>
            </a:r>
            <a:r>
              <a:rPr lang="en-US" sz="1200" b="1" kern="1200" dirty="0" smtClean="0">
                <a:solidFill>
                  <a:schemeClr val="tx1"/>
                </a:solidFill>
                <a:latin typeface="+mn-lt"/>
                <a:ea typeface="+mn-ea"/>
                <a:cs typeface="+mn-cs"/>
              </a:rPr>
              <a:t>Theme</a:t>
            </a:r>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Colors</a:t>
            </a:r>
            <a:r>
              <a:rPr lang="en-US" sz="1200" kern="1200" baseline="0" dirty="0" smtClean="0">
                <a:solidFill>
                  <a:schemeClr val="tx1"/>
                </a:solidFill>
                <a:latin typeface="+mn-lt"/>
                <a:ea typeface="+mn-ea"/>
                <a:cs typeface="+mn-cs"/>
              </a:rPr>
              <a:t> select </a:t>
            </a:r>
            <a:r>
              <a:rPr lang="en-US" sz="1200" b="1" kern="1200" baseline="0" dirty="0" smtClean="0">
                <a:solidFill>
                  <a:schemeClr val="tx1"/>
                </a:solidFill>
                <a:latin typeface="+mn-lt"/>
                <a:ea typeface="+mn-ea"/>
                <a:cs typeface="+mn-cs"/>
              </a:rPr>
              <a:t>White, Background 1 </a:t>
            </a:r>
            <a:r>
              <a:rPr lang="en-US" sz="1200" b="0" baseline="0" dirty="0" smtClean="0">
                <a:solidFill>
                  <a:schemeClr val="accent6"/>
                </a:solidFill>
                <a:latin typeface="+mn-lt"/>
              </a:rPr>
              <a:t>(first row, first option from the left). </a:t>
            </a:r>
            <a:endParaRPr lang="en-US" sz="1200" b="1" kern="1200" baseline="0" dirty="0" smtClean="0">
              <a:solidFill>
                <a:schemeClr val="tx1"/>
              </a:solidFill>
              <a:latin typeface="+mn-lt"/>
              <a:ea typeface="+mn-ea"/>
              <a:cs typeface="+mn-cs"/>
            </a:endParaRPr>
          </a:p>
          <a:p>
            <a:pPr marL="685800" lvl="1" indent="-228600">
              <a:buFont typeface="Arial" pitchFamily="34" charset="0"/>
              <a:buChar char="•"/>
            </a:pPr>
            <a:r>
              <a:rPr lang="en-US" sz="1200" kern="1200" dirty="0" smtClean="0">
                <a:solidFill>
                  <a:schemeClr val="tx1"/>
                </a:solidFill>
                <a:latin typeface="+mn-lt"/>
                <a:ea typeface="+mn-ea"/>
                <a:cs typeface="+mn-cs"/>
              </a:rPr>
              <a:t>Select </a:t>
            </a:r>
            <a:r>
              <a:rPr lang="en-US" sz="1200" b="0" kern="1200" dirty="0" smtClean="0">
                <a:solidFill>
                  <a:schemeClr val="tx1"/>
                </a:solidFill>
                <a:latin typeface="+mn-lt"/>
                <a:ea typeface="+mn-ea"/>
                <a:cs typeface="+mn-cs"/>
              </a:rPr>
              <a:t>the last stop in the slider</a:t>
            </a:r>
            <a:r>
              <a:rPr lang="en-US" sz="1200" kern="1200" dirty="0" smtClean="0">
                <a:solidFill>
                  <a:schemeClr val="tx1"/>
                </a:solidFill>
                <a:latin typeface="+mn-lt"/>
                <a:ea typeface="+mn-ea"/>
                <a:cs typeface="+mn-cs"/>
              </a:rPr>
              <a:t>, and then do the following: </a:t>
            </a:r>
          </a:p>
          <a:p>
            <a:pPr marL="1143000" lvl="2"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Position </a:t>
            </a:r>
            <a:r>
              <a:rPr lang="en-US" sz="1200" kern="1200" dirty="0" smtClean="0">
                <a:solidFill>
                  <a:schemeClr val="tx1"/>
                </a:solidFill>
                <a:latin typeface="+mn-lt"/>
                <a:ea typeface="+mn-ea"/>
                <a:cs typeface="+mn-cs"/>
              </a:rPr>
              <a:t>box, enter </a:t>
            </a:r>
            <a:r>
              <a:rPr lang="en-US" sz="1200" b="1" kern="1200" dirty="0" smtClean="0">
                <a:solidFill>
                  <a:schemeClr val="tx1"/>
                </a:solidFill>
                <a:latin typeface="+mn-lt"/>
                <a:ea typeface="+mn-ea"/>
                <a:cs typeface="+mn-cs"/>
              </a:rPr>
              <a:t>100%</a:t>
            </a:r>
            <a:r>
              <a:rPr lang="en-US" sz="1200" kern="1200" dirty="0" smtClean="0">
                <a:solidFill>
                  <a:schemeClr val="tx1"/>
                </a:solidFill>
                <a:latin typeface="+mn-lt"/>
                <a:ea typeface="+mn-ea"/>
                <a:cs typeface="+mn-cs"/>
              </a:rPr>
              <a:t>.</a:t>
            </a:r>
          </a:p>
          <a:p>
            <a:pPr marL="1143000" marR="0" lvl="2"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t>Click the button next to </a:t>
            </a:r>
            <a:r>
              <a:rPr lang="en-US" sz="1200" b="1" dirty="0" smtClean="0"/>
              <a:t>Color</a:t>
            </a:r>
            <a:r>
              <a:rPr lang="en-US" sz="1200" dirty="0" smtClean="0"/>
              <a:t>, </a:t>
            </a:r>
            <a:r>
              <a:rPr lang="en-US" sz="1200" kern="1200" dirty="0" smtClean="0">
                <a:solidFill>
                  <a:schemeClr val="tx1"/>
                </a:solidFill>
                <a:latin typeface="+mn-lt"/>
                <a:ea typeface="+mn-ea"/>
                <a:cs typeface="+mn-cs"/>
              </a:rPr>
              <a:t>and then under </a:t>
            </a:r>
            <a:r>
              <a:rPr lang="en-US" sz="1200" b="1" kern="1200" dirty="0" smtClean="0">
                <a:solidFill>
                  <a:schemeClr val="tx1"/>
                </a:solidFill>
                <a:latin typeface="+mn-lt"/>
                <a:ea typeface="+mn-ea"/>
                <a:cs typeface="+mn-cs"/>
              </a:rPr>
              <a:t>Theme</a:t>
            </a:r>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Colors</a:t>
            </a:r>
            <a:r>
              <a:rPr lang="en-US" sz="1200" kern="1200" baseline="0" dirty="0" smtClean="0">
                <a:solidFill>
                  <a:schemeClr val="tx1"/>
                </a:solidFill>
                <a:latin typeface="+mn-lt"/>
                <a:ea typeface="+mn-ea"/>
                <a:cs typeface="+mn-cs"/>
              </a:rPr>
              <a:t> select </a:t>
            </a:r>
            <a:r>
              <a:rPr lang="en-US" sz="1200" b="1" kern="1200" baseline="0" dirty="0" smtClean="0">
                <a:solidFill>
                  <a:schemeClr val="tx1"/>
                </a:solidFill>
                <a:latin typeface="+mn-lt"/>
                <a:ea typeface="+mn-ea"/>
                <a:cs typeface="+mn-cs"/>
              </a:rPr>
              <a:t>White, Background 2, Darker 25% </a:t>
            </a:r>
            <a:r>
              <a:rPr lang="en-US" sz="1200" b="0" baseline="0" dirty="0" smtClean="0">
                <a:solidFill>
                  <a:schemeClr val="accent6"/>
                </a:solidFill>
                <a:latin typeface="+mn-lt"/>
              </a:rPr>
              <a:t>(fourth row, first option from the left). </a:t>
            </a:r>
            <a:endParaRPr lang="en-US" sz="1200" dirty="0" smtClean="0"/>
          </a:p>
          <a:p>
            <a:pPr marL="228600" indent="-228600">
              <a:buFont typeface="+mj-lt"/>
              <a:buAutoNum type="arabicPeriod"/>
            </a:pPr>
            <a:endParaRPr lang="en-US" sz="1200" dirty="0" smtClean="0"/>
          </a:p>
          <a:p>
            <a:pPr marL="228600" indent="-228600">
              <a:buFont typeface="+mj-lt"/>
              <a:buNone/>
            </a:pPr>
            <a:endParaRPr lang="en-US" sz="1200" dirty="0" smtClean="0"/>
          </a:p>
          <a:p>
            <a:pPr marL="228600" indent="-228600">
              <a:buFont typeface="+mj-lt"/>
              <a:buNone/>
            </a:pPr>
            <a:r>
              <a:rPr lang="en-US" sz="1200" dirty="0" smtClean="0"/>
              <a:t>To</a:t>
            </a:r>
            <a:r>
              <a:rPr lang="en-US" sz="1200" baseline="0" dirty="0" smtClean="0"/>
              <a:t> reproduce the animation effects on this slide, do the following:</a:t>
            </a:r>
            <a:endParaRPr lang="en-US" sz="1200" dirty="0" smtClean="0"/>
          </a:p>
          <a:p>
            <a:pPr marL="228600" indent="-228600">
              <a:buFont typeface="+mj-lt"/>
              <a:buAutoNum type="arabicPeriod"/>
            </a:pPr>
            <a:r>
              <a:rPr lang="en-US" sz="1200" dirty="0" smtClean="0"/>
              <a:t>On the slide, select the SmartArt graphic. On the </a:t>
            </a:r>
            <a:r>
              <a:rPr lang="en-US" sz="1200" b="1" dirty="0" smtClean="0"/>
              <a:t>Animations</a:t>
            </a:r>
            <a:r>
              <a:rPr lang="en-US" sz="1200" dirty="0" smtClean="0"/>
              <a:t> tab, in the </a:t>
            </a:r>
            <a:r>
              <a:rPr lang="en-US" sz="1200" b="1" dirty="0" smtClean="0"/>
              <a:t>Advanced</a:t>
            </a:r>
            <a:r>
              <a:rPr lang="en-US" sz="1200" b="1" baseline="0" dirty="0" smtClean="0"/>
              <a:t> Animation </a:t>
            </a:r>
            <a:r>
              <a:rPr lang="en-US" sz="1200" baseline="0" dirty="0" smtClean="0"/>
              <a:t>group, click </a:t>
            </a:r>
            <a:r>
              <a:rPr lang="en-US" sz="1200" b="1" baseline="0" dirty="0" smtClean="0"/>
              <a:t>Add Animation</a:t>
            </a:r>
            <a:r>
              <a:rPr lang="en-US" sz="1200" baseline="0" dirty="0" smtClean="0"/>
              <a:t>, and then under </a:t>
            </a:r>
            <a:r>
              <a:rPr lang="en-US" sz="1200" b="1" baseline="0" dirty="0" smtClean="0"/>
              <a:t>Entrance</a:t>
            </a:r>
            <a:r>
              <a:rPr lang="en-US" sz="1200" baseline="0" dirty="0" smtClean="0"/>
              <a:t> click </a:t>
            </a:r>
            <a:r>
              <a:rPr lang="en-US" sz="1200" b="1" baseline="0" dirty="0" smtClean="0"/>
              <a:t>Fade</a:t>
            </a:r>
            <a:r>
              <a:rPr lang="en-US" sz="1200" baseline="0" dirty="0" smtClean="0"/>
              <a:t>.</a:t>
            </a:r>
            <a:endParaRPr lang="en-US" sz="1200" dirty="0" smtClean="0"/>
          </a:p>
          <a:p>
            <a:pPr marL="228600" indent="-228600">
              <a:buFont typeface="+mj-lt"/>
              <a:buAutoNum type="arabicPeriod"/>
            </a:pPr>
            <a:r>
              <a:rPr lang="en-US" sz="1200" dirty="0" smtClean="0"/>
              <a:t>Also on</a:t>
            </a:r>
            <a:r>
              <a:rPr lang="en-US" sz="1200" baseline="0" dirty="0" smtClean="0"/>
              <a:t> the </a:t>
            </a:r>
            <a:r>
              <a:rPr lang="en-US" sz="1200" b="1" baseline="0" dirty="0" smtClean="0"/>
              <a:t>Animations</a:t>
            </a:r>
            <a:r>
              <a:rPr lang="en-US" sz="1200" baseline="0" dirty="0" smtClean="0"/>
              <a:t> tab, in the </a:t>
            </a:r>
            <a:r>
              <a:rPr lang="en-US" sz="1200" b="1" baseline="0" dirty="0" smtClean="0"/>
              <a:t>Advanced Animation</a:t>
            </a:r>
            <a:r>
              <a:rPr lang="en-US" sz="1200" baseline="0" dirty="0" smtClean="0"/>
              <a:t> group, click </a:t>
            </a:r>
            <a:r>
              <a:rPr lang="en-US" sz="1200" b="1" baseline="0" dirty="0" smtClean="0"/>
              <a:t>Add Animation</a:t>
            </a:r>
            <a:r>
              <a:rPr lang="en-US" sz="1200" baseline="0" dirty="0" smtClean="0"/>
              <a:t>, and then under </a:t>
            </a:r>
            <a:r>
              <a:rPr lang="en-US" sz="1200" b="1" baseline="0" dirty="0" smtClean="0"/>
              <a:t>Motion Paths </a:t>
            </a:r>
            <a:r>
              <a:rPr lang="en-US" sz="1200" baseline="0" dirty="0" smtClean="0"/>
              <a:t>click </a:t>
            </a:r>
            <a:r>
              <a:rPr lang="en-US" sz="1200" b="1" baseline="0" dirty="0" smtClean="0"/>
              <a:t>Lines</a:t>
            </a:r>
            <a:r>
              <a:rPr lang="en-US" sz="1200" baseline="0" dirty="0" smtClean="0"/>
              <a:t>.</a:t>
            </a:r>
          </a:p>
          <a:p>
            <a:pPr marL="228600" indent="-228600">
              <a:buFont typeface="+mj-lt"/>
              <a:buAutoNum type="arabicPeriod"/>
            </a:pPr>
            <a:r>
              <a:rPr lang="en-US" sz="1200" baseline="0" dirty="0" smtClean="0"/>
              <a:t>Also on the </a:t>
            </a:r>
            <a:r>
              <a:rPr lang="en-US" sz="1200" b="1" baseline="0" dirty="0" smtClean="0"/>
              <a:t>Animations</a:t>
            </a:r>
            <a:r>
              <a:rPr lang="en-US" sz="1200" baseline="0" dirty="0" smtClean="0"/>
              <a:t> tab, in the </a:t>
            </a:r>
            <a:r>
              <a:rPr lang="en-US" sz="1200" b="1" baseline="0" dirty="0" smtClean="0"/>
              <a:t>Animation</a:t>
            </a:r>
            <a:r>
              <a:rPr lang="en-US" sz="1200" baseline="0" dirty="0" smtClean="0"/>
              <a:t> group, click </a:t>
            </a:r>
            <a:r>
              <a:rPr lang="en-US" sz="1200" b="1" baseline="0" dirty="0" smtClean="0"/>
              <a:t>Effect Options</a:t>
            </a:r>
            <a:r>
              <a:rPr lang="en-US" sz="1200" baseline="0" dirty="0" smtClean="0"/>
              <a:t>, and then click </a:t>
            </a:r>
            <a:r>
              <a:rPr lang="en-US" sz="1200" b="1" baseline="0" dirty="0" smtClean="0"/>
              <a:t>Right</a:t>
            </a:r>
            <a:r>
              <a:rPr lang="en-US" sz="1200" baseline="0" dirty="0" smtClean="0"/>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On the slide, right-click the motion path and select </a:t>
            </a:r>
            <a:r>
              <a:rPr lang="en-US" sz="1200" b="1" baseline="0" dirty="0" smtClean="0"/>
              <a:t>Reverse</a:t>
            </a:r>
            <a:r>
              <a:rPr lang="en-US" sz="1200" baseline="0" dirty="0" smtClean="0"/>
              <a:t> </a:t>
            </a:r>
            <a:r>
              <a:rPr lang="en-US" sz="1200" b="1" baseline="0" dirty="0" smtClean="0"/>
              <a:t>Path</a:t>
            </a:r>
            <a:r>
              <a:rPr lang="en-US" sz="1200" baseline="0" dirty="0" smtClean="0"/>
              <a:t> </a:t>
            </a:r>
            <a:r>
              <a:rPr lang="en-US" sz="1200" b="1" baseline="0" dirty="0" smtClean="0"/>
              <a:t>Direction</a:t>
            </a:r>
            <a:r>
              <a:rPr lang="en-US" sz="1200" baseline="0" dirty="0" smtClean="0"/>
              <a:t>.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On the </a:t>
            </a:r>
            <a:r>
              <a:rPr lang="en-US" sz="1200" b="1" baseline="0" dirty="0" smtClean="0"/>
              <a:t>Animations</a:t>
            </a:r>
            <a:r>
              <a:rPr lang="en-US" sz="1200" baseline="0" dirty="0" smtClean="0"/>
              <a:t> tab, in the </a:t>
            </a:r>
            <a:r>
              <a:rPr lang="en-US" sz="1200" b="1" baseline="0" dirty="0" smtClean="0"/>
              <a:t>Advanced Animation </a:t>
            </a:r>
            <a:r>
              <a:rPr lang="en-US" sz="1200" baseline="0" dirty="0" smtClean="0"/>
              <a:t>group, click </a:t>
            </a:r>
            <a:r>
              <a:rPr lang="en-US" sz="1200" b="1" baseline="0" dirty="0" smtClean="0"/>
              <a:t>Animation Pane</a:t>
            </a:r>
            <a:r>
              <a:rPr lang="en-US" sz="1200" baseline="0" dirty="0" smtClean="0"/>
              <a:t>. </a:t>
            </a:r>
            <a:r>
              <a:rPr lang="en-US" sz="1200" dirty="0" smtClean="0"/>
              <a:t>Press and hold CTRL, and select the two effects in the </a:t>
            </a:r>
            <a:r>
              <a:rPr lang="en-US" sz="1200" b="1" dirty="0" smtClean="0"/>
              <a:t>Animation Pane</a:t>
            </a:r>
            <a:r>
              <a:rPr lang="en-US" sz="1200" dirty="0" smtClean="0"/>
              <a:t>.</a:t>
            </a:r>
            <a:r>
              <a:rPr lang="en-US" sz="1200" baseline="0" dirty="0" smtClean="0"/>
              <a:t> Click the arrow to the right of the selected effects and select </a:t>
            </a:r>
            <a:r>
              <a:rPr lang="en-US" sz="1200" b="1" baseline="0" dirty="0" smtClean="0"/>
              <a:t>Effect</a:t>
            </a:r>
            <a:r>
              <a:rPr lang="en-US" sz="1200" baseline="0" dirty="0" smtClean="0"/>
              <a:t> </a:t>
            </a:r>
            <a:r>
              <a:rPr lang="en-US" sz="1200" b="1" baseline="0" dirty="0" smtClean="0"/>
              <a:t>Options</a:t>
            </a:r>
            <a:r>
              <a:rPr lang="en-US" sz="1200" baseline="0" dirty="0" smtClean="0"/>
              <a:t>. In the </a:t>
            </a:r>
            <a:r>
              <a:rPr lang="en-US" sz="1200" b="1" baseline="0" dirty="0" smtClean="0"/>
              <a:t>Effects</a:t>
            </a:r>
            <a:r>
              <a:rPr lang="en-US" sz="1200" baseline="0" dirty="0" smtClean="0"/>
              <a:t> </a:t>
            </a:r>
            <a:r>
              <a:rPr lang="en-US" sz="1200" b="1" baseline="0" dirty="0" smtClean="0"/>
              <a:t>Options</a:t>
            </a:r>
            <a:r>
              <a:rPr lang="en-US" sz="1200" baseline="0" dirty="0" smtClean="0"/>
              <a:t> dialog box, do the following:</a:t>
            </a:r>
          </a:p>
          <a:p>
            <a:pPr marL="1143000" lvl="2" indent="-228600">
              <a:buFont typeface="Arial" pitchFamily="34" charset="0"/>
              <a:buChar char="•"/>
            </a:pPr>
            <a:r>
              <a:rPr lang="en-US" sz="1200" baseline="0" dirty="0" smtClean="0"/>
              <a:t>On the </a:t>
            </a:r>
            <a:r>
              <a:rPr lang="en-US" sz="1200" b="1" baseline="0" dirty="0" smtClean="0"/>
              <a:t>Timing</a:t>
            </a:r>
            <a:r>
              <a:rPr lang="en-US" sz="1200" baseline="0" dirty="0" smtClean="0"/>
              <a:t> tab, in the </a:t>
            </a:r>
            <a:r>
              <a:rPr lang="en-US" sz="1200" b="1" baseline="0" dirty="0" smtClean="0"/>
              <a:t>Duration </a:t>
            </a:r>
            <a:r>
              <a:rPr lang="en-US" sz="1200" b="0" baseline="0" dirty="0" smtClean="0"/>
              <a:t>box</a:t>
            </a:r>
            <a:r>
              <a:rPr lang="en-US" sz="1200" baseline="0" dirty="0" smtClean="0"/>
              <a:t> enter </a:t>
            </a:r>
            <a:r>
              <a:rPr lang="en-US" sz="1200" b="1" baseline="0" dirty="0" smtClean="0"/>
              <a:t>1.00</a:t>
            </a:r>
            <a:r>
              <a:rPr lang="en-US" sz="1200" baseline="0" dirty="0" smtClean="0"/>
              <a:t>.</a:t>
            </a:r>
            <a:endParaRPr lang="en-US" sz="1200" dirty="0" smtClean="0"/>
          </a:p>
          <a:p>
            <a:pPr marL="1143000" lvl="2" indent="-228600">
              <a:buFont typeface="Arial" pitchFamily="34" charset="0"/>
              <a:buChar char="•"/>
            </a:pPr>
            <a:r>
              <a:rPr lang="en-US" sz="1200" baseline="0" dirty="0" smtClean="0"/>
              <a:t>On the </a:t>
            </a:r>
            <a:r>
              <a:rPr lang="en-US" sz="1200" b="1" baseline="0" dirty="0" err="1" smtClean="0"/>
              <a:t>SmartArt</a:t>
            </a:r>
            <a:r>
              <a:rPr lang="en-US" sz="1200" baseline="0" dirty="0" smtClean="0"/>
              <a:t> </a:t>
            </a:r>
            <a:r>
              <a:rPr lang="en-US" sz="1200" b="1" baseline="0" dirty="0" smtClean="0"/>
              <a:t>Animation</a:t>
            </a:r>
            <a:r>
              <a:rPr lang="en-US" sz="1200" baseline="0" dirty="0" smtClean="0"/>
              <a:t> tab, in the </a:t>
            </a:r>
            <a:r>
              <a:rPr lang="en-US" sz="1200" b="1" baseline="0" dirty="0" smtClean="0"/>
              <a:t>Group</a:t>
            </a:r>
            <a:r>
              <a:rPr lang="en-US" sz="1200" baseline="0" dirty="0" smtClean="0"/>
              <a:t> graphic list select </a:t>
            </a:r>
            <a:r>
              <a:rPr lang="en-US" sz="1200" b="1" baseline="0" dirty="0" smtClean="0"/>
              <a:t>One</a:t>
            </a:r>
            <a:r>
              <a:rPr lang="en-US" sz="1200" baseline="0" dirty="0" smtClean="0"/>
              <a:t> </a:t>
            </a:r>
            <a:r>
              <a:rPr lang="en-US" sz="1200" b="1" baseline="0" dirty="0" smtClean="0"/>
              <a:t>by</a:t>
            </a:r>
            <a:r>
              <a:rPr lang="en-US" sz="1200" baseline="0" dirty="0" smtClean="0"/>
              <a:t> </a:t>
            </a:r>
            <a:r>
              <a:rPr lang="en-US" sz="1200" b="1" baseline="0" dirty="0" smtClean="0"/>
              <a:t>one</a:t>
            </a:r>
            <a:r>
              <a:rPr lang="en-US" sz="1200" b="0" baseline="0" dirty="0" smtClean="0"/>
              <a:t>.</a:t>
            </a:r>
          </a:p>
          <a:p>
            <a:pPr marL="1143000" lvl="2" indent="-228600">
              <a:buFont typeface="Arial" pitchFamily="34" charset="0"/>
              <a:buChar char="•"/>
            </a:pPr>
            <a:r>
              <a:rPr lang="en-US" sz="1200" b="0" baseline="0" dirty="0" smtClean="0"/>
              <a:t>Click </a:t>
            </a:r>
            <a:r>
              <a:rPr lang="en-US" sz="1200" b="1" baseline="0" dirty="0" smtClean="0"/>
              <a:t>OK</a:t>
            </a:r>
            <a:r>
              <a:rPr lang="en-US" sz="1200" baseline="0" dirty="0" smtClean="0"/>
              <a:t>. </a:t>
            </a:r>
            <a:endParaRPr lang="en-US" sz="1200" dirty="0" smtClean="0"/>
          </a:p>
          <a:p>
            <a:pPr marL="228600" lvl="0" indent="-228600">
              <a:buFont typeface="+mj-lt"/>
              <a:buAutoNum type="arabicPeriod"/>
            </a:pPr>
            <a:r>
              <a:rPr lang="en-US" sz="1200" dirty="0" smtClean="0"/>
              <a:t>In the </a:t>
            </a:r>
            <a:r>
              <a:rPr lang="en-US" sz="1200" b="1" dirty="0" smtClean="0"/>
              <a:t>Animation Pane</a:t>
            </a:r>
            <a:r>
              <a:rPr lang="en-US" sz="1200" dirty="0" smtClean="0"/>
              <a:t>, click the double arrows under the two effects to show all the effects for all the shapes (16 effects)</a:t>
            </a:r>
            <a:r>
              <a:rPr lang="en-US" sz="1200" baseline="0" dirty="0" smtClean="0"/>
              <a:t>.</a:t>
            </a:r>
          </a:p>
          <a:p>
            <a:pPr marL="228600" lvl="0" indent="-228600">
              <a:buFont typeface="+mj-lt"/>
              <a:buAutoNum type="arabicPeriod"/>
            </a:pPr>
            <a:r>
              <a:rPr lang="en-US" sz="1200" dirty="0" smtClean="0"/>
              <a:t>Press and hold CTRL, and select </a:t>
            </a:r>
            <a:r>
              <a:rPr lang="en-US" sz="1200" baseline="0" dirty="0" smtClean="0"/>
              <a:t>all of the effects in the </a:t>
            </a:r>
            <a:r>
              <a:rPr lang="en-US" sz="1200" b="1" baseline="0" dirty="0" smtClean="0"/>
              <a:t>Animation Pane</a:t>
            </a:r>
            <a:r>
              <a:rPr lang="en-US" sz="1200" baseline="0" dirty="0" smtClean="0"/>
              <a:t>. On the </a:t>
            </a:r>
            <a:r>
              <a:rPr lang="en-US" sz="1200" b="1" baseline="0" dirty="0" smtClean="0"/>
              <a:t>Animations</a:t>
            </a:r>
            <a:r>
              <a:rPr lang="en-US" sz="1200" baseline="0" dirty="0" smtClean="0"/>
              <a:t> tab, in the </a:t>
            </a:r>
            <a:r>
              <a:rPr lang="en-US" sz="1200" b="1" baseline="0" dirty="0" smtClean="0"/>
              <a:t>Timing</a:t>
            </a:r>
            <a:r>
              <a:rPr lang="en-US" sz="1200" baseline="0" dirty="0" smtClean="0"/>
              <a:t> group, in the </a:t>
            </a:r>
            <a:r>
              <a:rPr lang="en-US" sz="1200" b="1" baseline="0" dirty="0" smtClean="0"/>
              <a:t>Start</a:t>
            </a:r>
            <a:r>
              <a:rPr lang="en-US" sz="1200" baseline="0" dirty="0" smtClean="0"/>
              <a:t> list, select </a:t>
            </a:r>
            <a:r>
              <a:rPr lang="en-US" sz="1200" b="1" baseline="0" dirty="0" smtClean="0"/>
              <a:t>With</a:t>
            </a:r>
            <a:r>
              <a:rPr lang="en-US" sz="1200" baseline="0" dirty="0" smtClean="0"/>
              <a:t> </a:t>
            </a:r>
            <a:r>
              <a:rPr lang="en-US" sz="1200" b="1" baseline="0" dirty="0" smtClean="0"/>
              <a:t>Previous</a:t>
            </a:r>
            <a:r>
              <a:rPr lang="en-US" sz="1200" baseline="0" dirty="0" smtClean="0"/>
              <a:t>.</a:t>
            </a:r>
            <a:endParaRPr lang="en-US" sz="1200" dirty="0" smtClean="0"/>
          </a:p>
          <a:p>
            <a:pPr marL="228600" lvl="0" indent="-228600">
              <a:buFont typeface="+mj-lt"/>
              <a:buAutoNum type="arabicPeriod"/>
            </a:pPr>
            <a:r>
              <a:rPr lang="en-US" sz="1200" dirty="0" smtClean="0"/>
              <a:t>Press and hold CTRL, and select the first, third,</a:t>
            </a:r>
            <a:r>
              <a:rPr lang="en-US" sz="1200" baseline="0" dirty="0" smtClean="0"/>
              <a:t> fifth, and seventh effects (fade entrance effects). On the </a:t>
            </a:r>
            <a:r>
              <a:rPr lang="en-US" sz="1200" b="1" baseline="0" dirty="0" smtClean="0"/>
              <a:t>Animations</a:t>
            </a:r>
            <a:r>
              <a:rPr lang="en-US" sz="1200" baseline="0" dirty="0" smtClean="0"/>
              <a:t> tab, do the following:</a:t>
            </a:r>
          </a:p>
          <a:p>
            <a:pPr marL="685800" lvl="1" indent="-228600">
              <a:buFont typeface="Arial" pitchFamily="34" charset="0"/>
              <a:buChar char="•"/>
            </a:pPr>
            <a:r>
              <a:rPr lang="en-US" sz="1200" baseline="0" dirty="0" smtClean="0"/>
              <a:t>In the </a:t>
            </a:r>
            <a:r>
              <a:rPr lang="en-US" sz="1200" b="1" baseline="0" dirty="0" smtClean="0"/>
              <a:t>Advanced</a:t>
            </a:r>
            <a:r>
              <a:rPr lang="en-US" sz="1200" baseline="0" dirty="0" smtClean="0"/>
              <a:t> </a:t>
            </a:r>
            <a:r>
              <a:rPr lang="en-US" sz="1200" b="1" baseline="0" dirty="0" smtClean="0"/>
              <a:t>Animation</a:t>
            </a:r>
            <a:r>
              <a:rPr lang="en-US" sz="1200" baseline="0" dirty="0" smtClean="0"/>
              <a:t> group, click </a:t>
            </a:r>
            <a:r>
              <a:rPr lang="en-US" sz="1200" b="1" baseline="0" dirty="0" smtClean="0"/>
              <a:t>Add Animation</a:t>
            </a:r>
            <a:r>
              <a:rPr lang="en-US" sz="1200" baseline="0" dirty="0" smtClean="0"/>
              <a:t>, and then under </a:t>
            </a:r>
            <a:r>
              <a:rPr lang="en-US" sz="1200" b="1" baseline="0" dirty="0" smtClean="0"/>
              <a:t>Entrance</a:t>
            </a:r>
            <a:r>
              <a:rPr lang="en-US" sz="1200" baseline="0" dirty="0" smtClean="0"/>
              <a:t> click </a:t>
            </a:r>
            <a:r>
              <a:rPr lang="en-US" sz="1200" b="1" baseline="0" dirty="0" smtClean="0"/>
              <a:t>Grow &amp; Turn</a:t>
            </a:r>
            <a:r>
              <a:rPr lang="en-US" sz="1200" baseline="0" dirty="0" smtClean="0"/>
              <a:t>.</a:t>
            </a:r>
          </a:p>
          <a:p>
            <a:pPr marL="685800" lvl="1" indent="-228600">
              <a:buFont typeface="Arial" pitchFamily="34" charset="0"/>
              <a:buChar char="•"/>
            </a:pPr>
            <a:r>
              <a:rPr lang="en-US" sz="1200" baseline="0" dirty="0" smtClean="0"/>
              <a:t>In the </a:t>
            </a:r>
            <a:r>
              <a:rPr lang="en-US" sz="1200" b="1" baseline="0" dirty="0" smtClean="0"/>
              <a:t>Timing</a:t>
            </a:r>
            <a:r>
              <a:rPr lang="en-US" sz="1200" baseline="0" dirty="0" smtClean="0"/>
              <a:t> group, in the </a:t>
            </a:r>
            <a:r>
              <a:rPr lang="en-US" sz="1200" b="1" baseline="0" dirty="0" smtClean="0"/>
              <a:t>Start</a:t>
            </a:r>
            <a:r>
              <a:rPr lang="en-US" sz="1200" baseline="0" dirty="0" smtClean="0"/>
              <a:t> list, select </a:t>
            </a:r>
            <a:r>
              <a:rPr lang="en-US" sz="1200" b="1" baseline="0" dirty="0" smtClean="0"/>
              <a:t>After Previous</a:t>
            </a:r>
            <a:r>
              <a:rPr lang="en-US" sz="1200" baseline="0" dirty="0" smtClean="0"/>
              <a:t>.</a:t>
            </a:r>
          </a:p>
          <a:p>
            <a:pPr marL="228600" lvl="0" indent="-228600">
              <a:buFont typeface="+mj-lt"/>
              <a:buAutoNum type="arabicPeriod"/>
            </a:pPr>
            <a:r>
              <a:rPr lang="en-US" sz="1200" dirty="0" smtClean="0"/>
              <a:t>Press and hold CTRL, and select the ninth, eleventh,</a:t>
            </a:r>
            <a:r>
              <a:rPr lang="en-US" sz="1200" baseline="0" dirty="0" smtClean="0"/>
              <a:t> thirteenth, and fifteenth effects (right motion paths) in the </a:t>
            </a:r>
            <a:r>
              <a:rPr lang="en-US" sz="1200" b="1" baseline="0" dirty="0" smtClean="0"/>
              <a:t>Animation Pane</a:t>
            </a:r>
            <a:r>
              <a:rPr lang="en-US" sz="1200" baseline="0" dirty="0" smtClean="0"/>
              <a:t>. Click the arrow next to the effect and then click </a:t>
            </a:r>
            <a:r>
              <a:rPr lang="en-US" sz="1200" b="1" dirty="0" smtClean="0"/>
              <a:t>Remove</a:t>
            </a:r>
            <a:r>
              <a:rPr lang="en-US" sz="1200" dirty="0" smtClean="0"/>
              <a:t>.</a:t>
            </a:r>
          </a:p>
          <a:p>
            <a:pPr marL="228600" lvl="0" indent="-228600">
              <a:buFont typeface="+mj-lt"/>
              <a:buAutoNum type="arabicPeriod"/>
            </a:pPr>
            <a:r>
              <a:rPr lang="en-US" sz="1200" dirty="0" smtClean="0"/>
              <a:t>Select the ninth effect (right motion path)</a:t>
            </a:r>
            <a:r>
              <a:rPr lang="en-US" sz="1200" baseline="0" dirty="0" smtClean="0"/>
              <a:t> in the </a:t>
            </a:r>
            <a:r>
              <a:rPr lang="en-US" sz="1200" b="1" baseline="0" dirty="0" smtClean="0"/>
              <a:t>Animation Pane</a:t>
            </a:r>
            <a:r>
              <a:rPr lang="en-US" sz="1200" dirty="0" smtClean="0"/>
              <a:t> and drag it before the third effect in the list.</a:t>
            </a:r>
          </a:p>
          <a:p>
            <a:pPr marL="228600" lvl="0" indent="-228600">
              <a:buFont typeface="+mj-lt"/>
              <a:buAutoNum type="arabicPeriod"/>
            </a:pPr>
            <a:r>
              <a:rPr lang="en-US" sz="1200" dirty="0" smtClean="0"/>
              <a:t>Select the tenth</a:t>
            </a:r>
            <a:r>
              <a:rPr lang="en-US" sz="1200" baseline="0" dirty="0" smtClean="0"/>
              <a:t> effect (right motion path) in the </a:t>
            </a:r>
            <a:r>
              <a:rPr lang="en-US" sz="1200" b="1" baseline="0" dirty="0" smtClean="0"/>
              <a:t>Animation Pane</a:t>
            </a:r>
            <a:r>
              <a:rPr lang="en-US" sz="1200" dirty="0" smtClean="0"/>
              <a:t> </a:t>
            </a:r>
            <a:r>
              <a:rPr lang="en-US" sz="1200" baseline="0" dirty="0" smtClean="0"/>
              <a:t> and drag it before the sixth effect in the list.</a:t>
            </a:r>
          </a:p>
          <a:p>
            <a:pPr marL="228600" lvl="0" indent="-228600">
              <a:buFont typeface="+mj-lt"/>
              <a:buAutoNum type="arabicPeriod"/>
            </a:pPr>
            <a:r>
              <a:rPr lang="en-US" sz="1200" baseline="0" dirty="0" smtClean="0"/>
              <a:t>Select the eleventh effect (right motion path) in the </a:t>
            </a:r>
            <a:r>
              <a:rPr lang="en-US" sz="1200" b="1" baseline="0" dirty="0" smtClean="0"/>
              <a:t>Animation Pane</a:t>
            </a:r>
            <a:r>
              <a:rPr lang="en-US" sz="1200" dirty="0" smtClean="0"/>
              <a:t> </a:t>
            </a:r>
            <a:r>
              <a:rPr lang="en-US" sz="1200" baseline="0" dirty="0" smtClean="0"/>
              <a:t>and drag it before the ninth effect in the list.</a:t>
            </a:r>
          </a:p>
          <a:p>
            <a:pPr marL="228600" indent="-228600">
              <a:buFont typeface="+mj-lt"/>
              <a:buNone/>
            </a:pPr>
            <a:endParaRPr lang="en-US" sz="1200" dirty="0" smtClean="0"/>
          </a:p>
          <a:p>
            <a:pPr marL="228600" indent="-228600">
              <a:buFont typeface="+mj-lt"/>
              <a:buNone/>
            </a:pPr>
            <a:endParaRPr lang="en-US" sz="1200" dirty="0" smtClean="0"/>
          </a:p>
          <a:p>
            <a:r>
              <a:rPr lang="en-US" sz="1200" baseline="0" dirty="0" smtClean="0">
                <a:latin typeface="+mn-lt"/>
              </a:rPr>
              <a:t>To reproduce the background effects on this slide, do the following:</a:t>
            </a:r>
          </a:p>
          <a:p>
            <a:pPr marL="228600" lvl="0" indent="-228600">
              <a:buFont typeface="+mj-lt"/>
              <a:buAutoNum type="arabicPeriod"/>
            </a:pPr>
            <a:r>
              <a:rPr lang="en-US" sz="1200" kern="1200" dirty="0" smtClean="0">
                <a:solidFill>
                  <a:schemeClr val="tx1"/>
                </a:solidFill>
                <a:latin typeface="+mn-lt"/>
                <a:ea typeface="+mn-ea"/>
                <a:cs typeface="+mn-cs"/>
              </a:rPr>
              <a:t>Right-click the slide background area, and then click </a:t>
            </a:r>
            <a:r>
              <a:rPr lang="en-US" sz="1200" b="1" kern="1200" dirty="0" smtClean="0">
                <a:solidFill>
                  <a:schemeClr val="tx1"/>
                </a:solidFill>
                <a:latin typeface="+mn-lt"/>
                <a:ea typeface="+mn-ea"/>
                <a:cs typeface="+mn-cs"/>
              </a:rPr>
              <a:t>Format Background</a:t>
            </a:r>
            <a:r>
              <a:rPr lang="en-US" sz="1200" kern="1200" dirty="0" smtClean="0">
                <a:solidFill>
                  <a:schemeClr val="tx1"/>
                </a:solidFill>
                <a:latin typeface="+mn-lt"/>
                <a:ea typeface="+mn-ea"/>
                <a:cs typeface="+mn-cs"/>
              </a:rPr>
              <a:t>. In the </a:t>
            </a:r>
            <a:r>
              <a:rPr lang="en-US" sz="1200" b="1" kern="1200" dirty="0" smtClean="0">
                <a:solidFill>
                  <a:schemeClr val="tx1"/>
                </a:solidFill>
                <a:latin typeface="+mn-lt"/>
                <a:ea typeface="+mn-ea"/>
                <a:cs typeface="+mn-cs"/>
              </a:rPr>
              <a:t>Format Background </a:t>
            </a:r>
            <a:r>
              <a:rPr lang="en-US" sz="1200" kern="1200" dirty="0" smtClean="0">
                <a:solidFill>
                  <a:schemeClr val="tx1"/>
                </a:solidFill>
                <a:latin typeface="+mn-lt"/>
                <a:ea typeface="+mn-ea"/>
                <a:cs typeface="+mn-cs"/>
              </a:rPr>
              <a:t>dialog box, click </a:t>
            </a:r>
            <a:r>
              <a:rPr lang="en-US" sz="1200" b="1" kern="1200" dirty="0" smtClean="0">
                <a:solidFill>
                  <a:schemeClr val="tx1"/>
                </a:solidFill>
                <a:latin typeface="+mn-lt"/>
                <a:ea typeface="+mn-ea"/>
                <a:cs typeface="+mn-cs"/>
              </a:rPr>
              <a:t>Fill</a:t>
            </a:r>
            <a:r>
              <a:rPr lang="en-US" sz="1200" kern="1200" dirty="0" smtClean="0">
                <a:solidFill>
                  <a:schemeClr val="tx1"/>
                </a:solidFill>
                <a:latin typeface="+mn-lt"/>
                <a:ea typeface="+mn-ea"/>
                <a:cs typeface="+mn-cs"/>
              </a:rPr>
              <a:t> in the left pane, select </a:t>
            </a:r>
            <a:r>
              <a:rPr lang="en-US" sz="1200" b="1" kern="1200" dirty="0" smtClean="0">
                <a:solidFill>
                  <a:schemeClr val="tx1"/>
                </a:solidFill>
                <a:latin typeface="+mn-lt"/>
                <a:ea typeface="+mn-ea"/>
                <a:cs typeface="+mn-cs"/>
              </a:rPr>
              <a:t>Gradient fill</a:t>
            </a:r>
            <a:r>
              <a:rPr lang="en-US" sz="1200" kern="1200" dirty="0" smtClean="0">
                <a:solidFill>
                  <a:schemeClr val="tx1"/>
                </a:solidFill>
                <a:latin typeface="+mn-lt"/>
                <a:ea typeface="+mn-ea"/>
                <a:cs typeface="+mn-cs"/>
              </a:rPr>
              <a:t> in the </a:t>
            </a:r>
            <a:r>
              <a:rPr lang="en-US" sz="1200" b="1" kern="1200" dirty="0" smtClean="0">
                <a:solidFill>
                  <a:schemeClr val="tx1"/>
                </a:solidFill>
                <a:latin typeface="+mn-lt"/>
                <a:ea typeface="+mn-ea"/>
                <a:cs typeface="+mn-cs"/>
              </a:rPr>
              <a:t>Fill</a:t>
            </a:r>
            <a:r>
              <a:rPr lang="en-US" sz="1200" kern="1200" dirty="0" smtClean="0">
                <a:solidFill>
                  <a:schemeClr val="tx1"/>
                </a:solidFill>
                <a:latin typeface="+mn-lt"/>
                <a:ea typeface="+mn-ea"/>
                <a:cs typeface="+mn-cs"/>
              </a:rPr>
              <a:t> pane, and then do the following:</a:t>
            </a:r>
          </a:p>
          <a:p>
            <a:pPr marL="685800" lvl="1"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Type</a:t>
            </a:r>
            <a:r>
              <a:rPr lang="en-US" sz="1200" kern="1200" dirty="0" smtClean="0">
                <a:solidFill>
                  <a:schemeClr val="tx1"/>
                </a:solidFill>
                <a:latin typeface="+mn-lt"/>
                <a:ea typeface="+mn-ea"/>
                <a:cs typeface="+mn-cs"/>
              </a:rPr>
              <a:t> list, select </a:t>
            </a:r>
            <a:r>
              <a:rPr lang="en-US" sz="1200" b="1" kern="1200" dirty="0" smtClean="0">
                <a:solidFill>
                  <a:schemeClr val="tx1"/>
                </a:solidFill>
                <a:latin typeface="+mn-lt"/>
                <a:ea typeface="+mn-ea"/>
                <a:cs typeface="+mn-cs"/>
              </a:rPr>
              <a:t>Radial</a:t>
            </a:r>
            <a:r>
              <a:rPr lang="en-US" sz="1200" kern="1200" dirty="0" smtClean="0">
                <a:solidFill>
                  <a:schemeClr val="tx1"/>
                </a:solidFill>
                <a:latin typeface="+mn-lt"/>
                <a:ea typeface="+mn-ea"/>
                <a:cs typeface="+mn-cs"/>
              </a:rPr>
              <a:t>.</a:t>
            </a:r>
          </a:p>
          <a:p>
            <a:pPr marL="685800" lvl="1" indent="-228600">
              <a:buFont typeface="Arial" pitchFamily="34" charset="0"/>
              <a:buChar char="•"/>
            </a:pPr>
            <a:r>
              <a:rPr lang="en-US" sz="1200" kern="1200" dirty="0" smtClean="0">
                <a:solidFill>
                  <a:schemeClr val="tx1"/>
                </a:solidFill>
                <a:latin typeface="+mn-lt"/>
                <a:ea typeface="+mn-ea"/>
                <a:cs typeface="+mn-cs"/>
              </a:rPr>
              <a:t>Click the button next to </a:t>
            </a:r>
            <a:r>
              <a:rPr lang="en-US" sz="1200" b="1" kern="1200" dirty="0" smtClean="0">
                <a:solidFill>
                  <a:schemeClr val="tx1"/>
                </a:solidFill>
                <a:latin typeface="+mn-lt"/>
                <a:ea typeface="+mn-ea"/>
                <a:cs typeface="+mn-cs"/>
              </a:rPr>
              <a:t>Direction</a:t>
            </a:r>
            <a:r>
              <a:rPr lang="en-US" sz="1200" kern="1200" dirty="0" smtClean="0">
                <a:solidFill>
                  <a:schemeClr val="tx1"/>
                </a:solidFill>
                <a:latin typeface="+mn-lt"/>
                <a:ea typeface="+mn-ea"/>
                <a:cs typeface="+mn-cs"/>
              </a:rPr>
              <a:t>, and then click </a:t>
            </a:r>
            <a:r>
              <a:rPr lang="en-US" sz="1200" b="1" kern="1200" dirty="0" smtClean="0">
                <a:solidFill>
                  <a:schemeClr val="tx1"/>
                </a:solidFill>
                <a:latin typeface="+mn-lt"/>
                <a:ea typeface="+mn-ea"/>
                <a:cs typeface="+mn-cs"/>
              </a:rPr>
              <a:t>From Center </a:t>
            </a:r>
            <a:r>
              <a:rPr lang="en-US" sz="1200" b="0" kern="1200" dirty="0" smtClean="0">
                <a:solidFill>
                  <a:schemeClr val="tx1"/>
                </a:solidFill>
                <a:latin typeface="+mn-lt"/>
                <a:ea typeface="+mn-ea"/>
                <a:cs typeface="+mn-cs"/>
              </a:rPr>
              <a:t>(third option from the left). </a:t>
            </a:r>
            <a:endParaRPr lang="en-US" sz="1200" b="1" kern="1200" dirty="0" smtClean="0">
              <a:solidFill>
                <a:schemeClr val="tx1"/>
              </a:solidFill>
              <a:latin typeface="+mn-lt"/>
              <a:ea typeface="+mn-ea"/>
              <a:cs typeface="+mn-cs"/>
            </a:endParaRPr>
          </a:p>
          <a:p>
            <a:pPr marL="685800" lvl="1" indent="-228600">
              <a:buFont typeface="Arial" pitchFamily="34" charset="0"/>
              <a:buChar char="•"/>
            </a:pPr>
            <a:r>
              <a:rPr lang="en-US" sz="1200" kern="1200" dirty="0" smtClean="0">
                <a:solidFill>
                  <a:schemeClr val="tx1"/>
                </a:solidFill>
                <a:latin typeface="+mn-lt"/>
                <a:ea typeface="+mn-ea"/>
                <a:cs typeface="+mn-cs"/>
              </a:rPr>
              <a:t>Under </a:t>
            </a:r>
            <a:r>
              <a:rPr lang="en-US" sz="1200" b="1" kern="1200" dirty="0" smtClean="0">
                <a:solidFill>
                  <a:schemeClr val="tx1"/>
                </a:solidFill>
                <a:latin typeface="+mn-lt"/>
                <a:ea typeface="+mn-ea"/>
                <a:cs typeface="+mn-cs"/>
              </a:rPr>
              <a:t>Gradient stops</a:t>
            </a:r>
            <a:r>
              <a:rPr lang="en-US" sz="1200" kern="1200" dirty="0" smtClean="0">
                <a:solidFill>
                  <a:schemeClr val="tx1"/>
                </a:solidFill>
                <a:latin typeface="+mn-lt"/>
                <a:ea typeface="+mn-ea"/>
                <a:cs typeface="+mn-cs"/>
              </a:rPr>
              <a:t>, click </a:t>
            </a:r>
            <a:r>
              <a:rPr lang="en-US" sz="1200" b="1" kern="1200" dirty="0" smtClean="0">
                <a:solidFill>
                  <a:schemeClr val="tx1"/>
                </a:solidFill>
                <a:latin typeface="+mn-lt"/>
                <a:ea typeface="+mn-ea"/>
                <a:cs typeface="+mn-cs"/>
              </a:rPr>
              <a:t>Add gradient stop</a:t>
            </a:r>
            <a:r>
              <a:rPr lang="en-US" sz="1200" b="0" kern="1200" dirty="0" smtClean="0">
                <a:solidFill>
                  <a:schemeClr val="tx1"/>
                </a:solidFill>
                <a:latin typeface="+mn-lt"/>
                <a:ea typeface="+mn-ea"/>
                <a:cs typeface="+mn-cs"/>
              </a:rPr>
              <a:t> or </a:t>
            </a:r>
            <a:r>
              <a:rPr lang="en-US" sz="1200" b="1" kern="1200" dirty="0" smtClean="0">
                <a:solidFill>
                  <a:schemeClr val="tx1"/>
                </a:solidFill>
                <a:latin typeface="+mn-lt"/>
                <a:ea typeface="+mn-ea"/>
                <a:cs typeface="+mn-cs"/>
              </a:rPr>
              <a:t>Remove gradient stop</a:t>
            </a:r>
            <a:r>
              <a:rPr lang="en-US" sz="1200" kern="1200" dirty="0" smtClean="0">
                <a:solidFill>
                  <a:schemeClr val="tx1"/>
                </a:solidFill>
                <a:latin typeface="+mn-lt"/>
                <a:ea typeface="+mn-ea"/>
                <a:cs typeface="+mn-cs"/>
              </a:rPr>
              <a:t> until two stops appear in the slider</a:t>
            </a:r>
          </a:p>
          <a:p>
            <a:pPr marL="228600" lvl="0" indent="-228600">
              <a:buFont typeface="+mj-lt"/>
              <a:buAutoNum type="arabicPeriod"/>
            </a:pPr>
            <a:r>
              <a:rPr lang="en-US" sz="1200" kern="1200" dirty="0" smtClean="0">
                <a:solidFill>
                  <a:schemeClr val="tx1"/>
                </a:solidFill>
                <a:latin typeface="+mn-lt"/>
                <a:ea typeface="+mn-ea"/>
                <a:cs typeface="+mn-cs"/>
              </a:rPr>
              <a:t>Also under </a:t>
            </a:r>
            <a:r>
              <a:rPr lang="en-US" sz="1200" b="1" kern="1200" dirty="0" smtClean="0">
                <a:solidFill>
                  <a:schemeClr val="tx1"/>
                </a:solidFill>
                <a:latin typeface="+mn-lt"/>
                <a:ea typeface="+mn-ea"/>
                <a:cs typeface="+mn-cs"/>
              </a:rPr>
              <a:t>Gradient stops</a:t>
            </a:r>
            <a:r>
              <a:rPr lang="en-US" sz="1200" kern="1200" dirty="0" smtClean="0">
                <a:solidFill>
                  <a:schemeClr val="tx1"/>
                </a:solidFill>
                <a:latin typeface="+mn-lt"/>
                <a:ea typeface="+mn-ea"/>
                <a:cs typeface="+mn-cs"/>
              </a:rPr>
              <a:t>, customize the gradient stops that you added as follows:</a:t>
            </a:r>
          </a:p>
          <a:p>
            <a:pPr marL="685800" lvl="1" indent="-228600">
              <a:buFont typeface="Arial" pitchFamily="34" charset="0"/>
              <a:buChar char="•"/>
            </a:pPr>
            <a:r>
              <a:rPr lang="en-US" sz="1200" kern="1200" dirty="0" smtClean="0">
                <a:solidFill>
                  <a:schemeClr val="tx1"/>
                </a:solidFill>
                <a:latin typeface="+mn-lt"/>
                <a:ea typeface="+mn-ea"/>
                <a:cs typeface="+mn-cs"/>
              </a:rPr>
              <a:t>Select </a:t>
            </a:r>
            <a:r>
              <a:rPr lang="en-US" sz="1200" b="0" kern="1200" dirty="0" smtClean="0">
                <a:solidFill>
                  <a:schemeClr val="tx1"/>
                </a:solidFill>
                <a:latin typeface="+mn-lt"/>
                <a:ea typeface="+mn-ea"/>
                <a:cs typeface="+mn-cs"/>
              </a:rPr>
              <a:t>the</a:t>
            </a:r>
            <a:r>
              <a:rPr lang="en-US" sz="1200" b="0" kern="1200" baseline="0" dirty="0" smtClean="0">
                <a:solidFill>
                  <a:schemeClr val="tx1"/>
                </a:solidFill>
                <a:latin typeface="+mn-lt"/>
                <a:ea typeface="+mn-ea"/>
                <a:cs typeface="+mn-cs"/>
              </a:rPr>
              <a:t> first stop in the slider</a:t>
            </a:r>
            <a:r>
              <a:rPr lang="en-US" sz="1200" kern="1200" dirty="0" smtClean="0">
                <a:solidFill>
                  <a:schemeClr val="tx1"/>
                </a:solidFill>
                <a:latin typeface="+mn-lt"/>
                <a:ea typeface="+mn-ea"/>
                <a:cs typeface="+mn-cs"/>
              </a:rPr>
              <a:t>, and then do the following:</a:t>
            </a:r>
          </a:p>
          <a:p>
            <a:pPr marL="1143000" lvl="2"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Position </a:t>
            </a:r>
            <a:r>
              <a:rPr lang="en-US" sz="1200" kern="1200" dirty="0" smtClean="0">
                <a:solidFill>
                  <a:schemeClr val="tx1"/>
                </a:solidFill>
                <a:latin typeface="+mn-lt"/>
                <a:ea typeface="+mn-ea"/>
                <a:cs typeface="+mn-cs"/>
              </a:rPr>
              <a:t>box, enter </a:t>
            </a:r>
            <a:r>
              <a:rPr lang="en-US" sz="1200" b="1" kern="1200" dirty="0" smtClean="0">
                <a:solidFill>
                  <a:schemeClr val="tx1"/>
                </a:solidFill>
                <a:latin typeface="+mn-lt"/>
                <a:ea typeface="+mn-ea"/>
                <a:cs typeface="+mn-cs"/>
              </a:rPr>
              <a:t>33%</a:t>
            </a:r>
            <a:r>
              <a:rPr lang="en-US" sz="1200" b="0" kern="1200" dirty="0" smtClean="0">
                <a:solidFill>
                  <a:schemeClr val="tx1"/>
                </a:solidFill>
                <a:latin typeface="+mn-lt"/>
                <a:ea typeface="+mn-ea"/>
                <a:cs typeface="+mn-cs"/>
              </a:rPr>
              <a:t>.</a:t>
            </a:r>
          </a:p>
          <a:p>
            <a:pPr marL="1143000" lvl="2" indent="-228600">
              <a:buFont typeface="Arial" pitchFamily="34" charset="0"/>
              <a:buChar char="•"/>
            </a:pPr>
            <a:r>
              <a:rPr lang="en-US" sz="1200" kern="1200" dirty="0" smtClean="0">
                <a:solidFill>
                  <a:schemeClr val="tx1"/>
                </a:solidFill>
                <a:latin typeface="+mn-lt"/>
                <a:ea typeface="+mn-ea"/>
                <a:cs typeface="+mn-cs"/>
              </a:rPr>
              <a:t>Click the button next to </a:t>
            </a:r>
            <a:r>
              <a:rPr lang="en-US" sz="1200" b="1" kern="1200" dirty="0" smtClean="0">
                <a:solidFill>
                  <a:schemeClr val="tx1"/>
                </a:solidFill>
                <a:latin typeface="+mn-lt"/>
                <a:ea typeface="+mn-ea"/>
                <a:cs typeface="+mn-cs"/>
              </a:rPr>
              <a:t>Color</a:t>
            </a:r>
            <a:r>
              <a:rPr lang="en-US" sz="1200" kern="1200" dirty="0" smtClean="0">
                <a:solidFill>
                  <a:schemeClr val="tx1"/>
                </a:solidFill>
                <a:latin typeface="+mn-lt"/>
                <a:ea typeface="+mn-ea"/>
                <a:cs typeface="+mn-cs"/>
              </a:rPr>
              <a:t>, and then under </a:t>
            </a:r>
            <a:r>
              <a:rPr lang="en-US" sz="1200" b="1" kern="1200" dirty="0" smtClean="0">
                <a:solidFill>
                  <a:schemeClr val="tx1"/>
                </a:solidFill>
                <a:latin typeface="+mn-lt"/>
                <a:ea typeface="+mn-ea"/>
                <a:cs typeface="+mn-cs"/>
              </a:rPr>
              <a:t>Theme</a:t>
            </a:r>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Colors</a:t>
            </a:r>
            <a:r>
              <a:rPr lang="en-US" sz="1200" kern="1200" baseline="0" dirty="0" smtClean="0">
                <a:solidFill>
                  <a:schemeClr val="tx1"/>
                </a:solidFill>
                <a:latin typeface="+mn-lt"/>
                <a:ea typeface="+mn-ea"/>
                <a:cs typeface="+mn-cs"/>
              </a:rPr>
              <a:t> select </a:t>
            </a:r>
            <a:r>
              <a:rPr lang="en-US" sz="1200" b="1" kern="1200" baseline="0" dirty="0" smtClean="0">
                <a:solidFill>
                  <a:schemeClr val="tx1"/>
                </a:solidFill>
                <a:latin typeface="+mn-lt"/>
                <a:ea typeface="+mn-ea"/>
                <a:cs typeface="+mn-cs"/>
              </a:rPr>
              <a:t>White, Background 1 </a:t>
            </a:r>
            <a:r>
              <a:rPr lang="en-US" sz="1200" b="0" baseline="0" dirty="0" smtClean="0">
                <a:solidFill>
                  <a:schemeClr val="accent6"/>
                </a:solidFill>
                <a:latin typeface="+mn-lt"/>
              </a:rPr>
              <a:t>(first row, the first option from the left). </a:t>
            </a:r>
            <a:endParaRPr lang="en-US" sz="1200" b="1" kern="1200" baseline="0" dirty="0" smtClean="0">
              <a:solidFill>
                <a:schemeClr val="tx1"/>
              </a:solidFill>
              <a:latin typeface="+mn-lt"/>
              <a:ea typeface="+mn-ea"/>
              <a:cs typeface="+mn-cs"/>
            </a:endParaRPr>
          </a:p>
          <a:p>
            <a:pPr marL="685800" lvl="1" indent="-228600">
              <a:buFont typeface="Arial" pitchFamily="34" charset="0"/>
              <a:buChar char="•"/>
            </a:pPr>
            <a:r>
              <a:rPr lang="en-US" sz="1200" kern="1200" dirty="0" smtClean="0">
                <a:solidFill>
                  <a:schemeClr val="tx1"/>
                </a:solidFill>
                <a:latin typeface="+mn-lt"/>
                <a:ea typeface="+mn-ea"/>
                <a:cs typeface="+mn-cs"/>
              </a:rPr>
              <a:t>Select </a:t>
            </a:r>
            <a:r>
              <a:rPr lang="en-US" sz="1200" b="0" kern="1200" dirty="0" smtClean="0">
                <a:solidFill>
                  <a:schemeClr val="tx1"/>
                </a:solidFill>
                <a:latin typeface="+mn-lt"/>
                <a:ea typeface="+mn-ea"/>
                <a:cs typeface="+mn-cs"/>
              </a:rPr>
              <a:t>the last stop in the slider</a:t>
            </a:r>
            <a:r>
              <a:rPr lang="en-US" sz="1200" kern="1200" dirty="0" smtClean="0">
                <a:solidFill>
                  <a:schemeClr val="tx1"/>
                </a:solidFill>
                <a:latin typeface="+mn-lt"/>
                <a:ea typeface="+mn-ea"/>
                <a:cs typeface="+mn-cs"/>
              </a:rPr>
              <a:t>, and then do the following: </a:t>
            </a:r>
          </a:p>
          <a:p>
            <a:pPr marL="1143000" lvl="2"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Position </a:t>
            </a:r>
            <a:r>
              <a:rPr lang="en-US" sz="1200" kern="1200" dirty="0" smtClean="0">
                <a:solidFill>
                  <a:schemeClr val="tx1"/>
                </a:solidFill>
                <a:latin typeface="+mn-lt"/>
                <a:ea typeface="+mn-ea"/>
                <a:cs typeface="+mn-cs"/>
              </a:rPr>
              <a:t>box, enter </a:t>
            </a:r>
            <a:r>
              <a:rPr lang="en-US" sz="1200" b="1" kern="1200" dirty="0" smtClean="0">
                <a:solidFill>
                  <a:schemeClr val="tx1"/>
                </a:solidFill>
                <a:latin typeface="+mn-lt"/>
                <a:ea typeface="+mn-ea"/>
                <a:cs typeface="+mn-cs"/>
              </a:rPr>
              <a:t>100%</a:t>
            </a:r>
            <a:r>
              <a:rPr lang="en-US" sz="1200" kern="1200" dirty="0" smtClean="0">
                <a:solidFill>
                  <a:schemeClr val="tx1"/>
                </a:solidFill>
                <a:latin typeface="+mn-lt"/>
                <a:ea typeface="+mn-ea"/>
                <a:cs typeface="+mn-cs"/>
              </a:rPr>
              <a:t>.</a:t>
            </a:r>
          </a:p>
          <a:p>
            <a:pPr marL="1143000" marR="0" lvl="2"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t>Click the button next to </a:t>
            </a:r>
            <a:r>
              <a:rPr lang="en-US" sz="1200" b="1" dirty="0" smtClean="0"/>
              <a:t>Color</a:t>
            </a:r>
            <a:r>
              <a:rPr lang="en-US" sz="1200" dirty="0" smtClean="0"/>
              <a:t>, </a:t>
            </a:r>
            <a:r>
              <a:rPr lang="en-US" sz="1200" kern="1200" dirty="0" smtClean="0">
                <a:solidFill>
                  <a:schemeClr val="tx1"/>
                </a:solidFill>
                <a:latin typeface="+mn-lt"/>
                <a:ea typeface="+mn-ea"/>
                <a:cs typeface="+mn-cs"/>
              </a:rPr>
              <a:t>and then under </a:t>
            </a:r>
            <a:r>
              <a:rPr lang="en-US" sz="1200" b="1" kern="1200" dirty="0" smtClean="0">
                <a:solidFill>
                  <a:schemeClr val="tx1"/>
                </a:solidFill>
                <a:latin typeface="+mn-lt"/>
                <a:ea typeface="+mn-ea"/>
                <a:cs typeface="+mn-cs"/>
              </a:rPr>
              <a:t>Theme</a:t>
            </a:r>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Colors</a:t>
            </a:r>
            <a:r>
              <a:rPr lang="en-US" sz="1200" kern="1200" baseline="0" dirty="0" smtClean="0">
                <a:solidFill>
                  <a:schemeClr val="tx1"/>
                </a:solidFill>
                <a:latin typeface="+mn-lt"/>
                <a:ea typeface="+mn-ea"/>
                <a:cs typeface="+mn-cs"/>
              </a:rPr>
              <a:t> select </a:t>
            </a:r>
            <a:r>
              <a:rPr lang="en-US" sz="1200" b="1" kern="1200" baseline="0" dirty="0" smtClean="0">
                <a:solidFill>
                  <a:schemeClr val="tx1"/>
                </a:solidFill>
                <a:latin typeface="+mn-lt"/>
                <a:ea typeface="+mn-ea"/>
                <a:cs typeface="+mn-cs"/>
              </a:rPr>
              <a:t>White, Background 1, Darker 25% </a:t>
            </a:r>
            <a:r>
              <a:rPr lang="en-US" sz="1200" b="0" baseline="0" dirty="0" smtClean="0">
                <a:solidFill>
                  <a:schemeClr val="accent6"/>
                </a:solidFill>
                <a:latin typeface="+mn-lt"/>
              </a:rPr>
              <a:t>(fourth row, first option from the left). </a:t>
            </a:r>
            <a:endParaRPr lang="en-US" sz="1200" dirty="0" smtClean="0"/>
          </a:p>
          <a:p>
            <a:endParaRPr lang="en-US" sz="1200" dirty="0" smtClean="0"/>
          </a:p>
        </p:txBody>
      </p:sp>
      <p:sp>
        <p:nvSpPr>
          <p:cNvPr id="6" name="Slide Image Placeholder 5"/>
          <p:cNvSpPr>
            <a:spLocks noGrp="1" noRot="1" noChangeAspect="1"/>
          </p:cNvSpPr>
          <p:nvPr>
            <p:ph type="sldImg"/>
          </p:nvPr>
        </p:nvSpPr>
        <p:spPr>
          <a:xfrm>
            <a:off x="539750" y="503238"/>
            <a:ext cx="3143250" cy="2359025"/>
          </a:xfrm>
        </p:spPr>
      </p:sp>
      <p:sp>
        <p:nvSpPr>
          <p:cNvPr id="2" name="Footer Placeholder 1"/>
          <p:cNvSpPr>
            <a:spLocks noGrp="1"/>
          </p:cNvSpPr>
          <p:nvPr>
            <p:ph type="ftr" sz="quarter" idx="10"/>
          </p:nvPr>
        </p:nvSpPr>
        <p:spPr/>
        <p:txBody>
          <a:bodyPr/>
          <a:lstStyle/>
          <a:p>
            <a:r>
              <a:rPr lang="en-US" smtClean="0"/>
              <a:t>Hassan Tariq</a:t>
            </a:r>
            <a:endParaRPr lang="en-US"/>
          </a:p>
        </p:txBody>
      </p:sp>
      <p:sp>
        <p:nvSpPr>
          <p:cNvPr id="4" name="Header Placeholder 3"/>
          <p:cNvSpPr>
            <a:spLocks noGrp="1"/>
          </p:cNvSpPr>
          <p:nvPr>
            <p:ph type="hdr" sz="quarter" idx="11"/>
          </p:nvPr>
        </p:nvSpPr>
        <p:spPr/>
        <p:txBody>
          <a:bodyPr/>
          <a:lstStyle/>
          <a:p>
            <a:r>
              <a:rPr lang="en-US" smtClean="0"/>
              <a:t>Hassan Tariq</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3/1/2013</a:t>
            </a:fld>
            <a:endParaRPr lang="en-US"/>
          </a:p>
        </p:txBody>
      </p:sp>
      <p:sp>
        <p:nvSpPr>
          <p:cNvPr id="5" name="Rectangle 5"/>
          <p:cNvSpPr>
            <a:spLocks noGrp="1"/>
          </p:cNvSpPr>
          <p:nvPr>
            <p:ph type="ftr" sz="quarter" idx="11"/>
          </p:nvPr>
        </p:nvSpPr>
        <p:spPr/>
        <p:txBody>
          <a:bodyPr/>
          <a:lstStyle/>
          <a:p>
            <a:r>
              <a:rPr lang="en-US" smtClean="0"/>
              <a:t>Hassan Tariq</a:t>
            </a:r>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15</a:t>
            </a:fld>
            <a:endParaRPr lang="en-US"/>
          </a:p>
        </p:txBody>
      </p:sp>
      <p:sp>
        <p:nvSpPr>
          <p:cNvPr id="7" name="Rectangle 7"/>
          <p:cNvSpPr>
            <a:spLocks noGrp="1"/>
          </p:cNvSpPr>
          <p:nvPr>
            <p:ph type="hdr" sz="quarter" idx="13"/>
          </p:nvPr>
        </p:nvSpPr>
        <p:spPr/>
        <p:txBody>
          <a:bodyPr/>
          <a:lstStyle/>
          <a:p>
            <a:r>
              <a:rPr lang="en-US" smtClean="0"/>
              <a:t>Hassan Tariq</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3/1/2013</a:t>
            </a:fld>
            <a:endParaRPr lang="en-US"/>
          </a:p>
        </p:txBody>
      </p:sp>
      <p:sp>
        <p:nvSpPr>
          <p:cNvPr id="5" name="Rectangle 5"/>
          <p:cNvSpPr>
            <a:spLocks noGrp="1"/>
          </p:cNvSpPr>
          <p:nvPr>
            <p:ph type="ftr" sz="quarter" idx="11"/>
          </p:nvPr>
        </p:nvSpPr>
        <p:spPr/>
        <p:txBody>
          <a:bodyPr/>
          <a:lstStyle/>
          <a:p>
            <a:r>
              <a:rPr lang="en-US" smtClean="0"/>
              <a:t>Hassan Tariq</a:t>
            </a:r>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16</a:t>
            </a:fld>
            <a:endParaRPr lang="en-US"/>
          </a:p>
        </p:txBody>
      </p:sp>
      <p:sp>
        <p:nvSpPr>
          <p:cNvPr id="7" name="Rectangle 7"/>
          <p:cNvSpPr>
            <a:spLocks noGrp="1"/>
          </p:cNvSpPr>
          <p:nvPr>
            <p:ph type="hdr" sz="quarter" idx="13"/>
          </p:nvPr>
        </p:nvSpPr>
        <p:spPr/>
        <p:txBody>
          <a:bodyPr/>
          <a:lstStyle/>
          <a:p>
            <a:r>
              <a:rPr lang="en-US" smtClean="0"/>
              <a:t>Hassan Tariq</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19FCC6-CE06-4D5D-901E-E8BA1159F347}" type="slidenum">
              <a:rPr lang="zh-TW" altLang="en-US"/>
              <a:pPr/>
              <a:t>19</a:t>
            </a:fld>
            <a:endParaRPr lang="zh-TW" altLang="en-US"/>
          </a:p>
        </p:txBody>
      </p:sp>
      <p:sp>
        <p:nvSpPr>
          <p:cNvPr id="56322" name="Rectangle 2"/>
          <p:cNvSpPr>
            <a:spLocks noGrp="1" noRot="1" noChangeAspect="1" noChangeArrowheads="1"/>
          </p:cNvSpPr>
          <p:nvPr>
            <p:ph type="sldImg"/>
          </p:nvPr>
        </p:nvSpPr>
        <p:spPr>
          <a:ln/>
        </p:spPr>
      </p:sp>
      <p:sp>
        <p:nvSpPr>
          <p:cNvPr id="56323" name="Rectangle 3"/>
          <p:cNvSpPr>
            <a:spLocks noGrp="1" noChangeArrowheads="1"/>
          </p:cNvSpPr>
          <p:nvPr>
            <p:ph type="body" idx="1"/>
          </p:nvPr>
        </p:nvSpPr>
        <p:spPr/>
        <p:txBody>
          <a:bodyPr/>
          <a:lstStyle/>
          <a:p>
            <a:endParaRPr lang="zh-TW" altLang="en-US"/>
          </a:p>
        </p:txBody>
      </p:sp>
      <p:sp>
        <p:nvSpPr>
          <p:cNvPr id="2" name="Footer Placeholder 1"/>
          <p:cNvSpPr>
            <a:spLocks noGrp="1"/>
          </p:cNvSpPr>
          <p:nvPr>
            <p:ph type="ftr" sz="quarter" idx="10"/>
          </p:nvPr>
        </p:nvSpPr>
        <p:spPr/>
        <p:txBody>
          <a:bodyPr/>
          <a:lstStyle/>
          <a:p>
            <a:r>
              <a:rPr lang="en-US" smtClean="0"/>
              <a:t>Hassan Tariq</a:t>
            </a:r>
            <a:endParaRPr lang="en-US"/>
          </a:p>
        </p:txBody>
      </p:sp>
      <p:sp>
        <p:nvSpPr>
          <p:cNvPr id="3" name="Header Placeholder 2"/>
          <p:cNvSpPr>
            <a:spLocks noGrp="1"/>
          </p:cNvSpPr>
          <p:nvPr>
            <p:ph type="hdr" sz="quarter" idx="11"/>
          </p:nvPr>
        </p:nvSpPr>
        <p:spPr/>
        <p:txBody>
          <a:bodyPr/>
          <a:lstStyle/>
          <a:p>
            <a:r>
              <a:rPr lang="en-US" smtClean="0"/>
              <a:t>Hassan Tariq</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38EB21-1A9F-4698-A4DC-E2A879E9B8F5}" type="slidenum">
              <a:rPr lang="zh-TW" altLang="en-US"/>
              <a:pPr/>
              <a:t>22</a:t>
            </a:fld>
            <a:endParaRPr lang="zh-TW" altLang="en-US"/>
          </a:p>
        </p:txBody>
      </p:sp>
      <p:sp>
        <p:nvSpPr>
          <p:cNvPr id="129026" name="Rectangle 2"/>
          <p:cNvSpPr>
            <a:spLocks noGrp="1" noRot="1" noChangeAspect="1" noChangeArrowheads="1"/>
          </p:cNvSpPr>
          <p:nvPr>
            <p:ph type="sldImg"/>
          </p:nvPr>
        </p:nvSpPr>
        <p:spPr>
          <a:ln/>
        </p:spPr>
      </p:sp>
      <p:sp>
        <p:nvSpPr>
          <p:cNvPr id="129027" name="Rectangle 3"/>
          <p:cNvSpPr>
            <a:spLocks noGrp="1" noChangeArrowheads="1"/>
          </p:cNvSpPr>
          <p:nvPr>
            <p:ph type="body" idx="1"/>
          </p:nvPr>
        </p:nvSpPr>
        <p:spPr/>
        <p:txBody>
          <a:bodyPr/>
          <a:lstStyle/>
          <a:p>
            <a:endParaRPr lang="zh-TW" altLang="en-US"/>
          </a:p>
        </p:txBody>
      </p:sp>
      <p:sp>
        <p:nvSpPr>
          <p:cNvPr id="2" name="Footer Placeholder 1"/>
          <p:cNvSpPr>
            <a:spLocks noGrp="1"/>
          </p:cNvSpPr>
          <p:nvPr>
            <p:ph type="ftr" sz="quarter" idx="10"/>
          </p:nvPr>
        </p:nvSpPr>
        <p:spPr/>
        <p:txBody>
          <a:bodyPr/>
          <a:lstStyle/>
          <a:p>
            <a:r>
              <a:rPr lang="en-US" smtClean="0"/>
              <a:t>Hassan Tariq</a:t>
            </a:r>
            <a:endParaRPr lang="en-US"/>
          </a:p>
        </p:txBody>
      </p:sp>
      <p:sp>
        <p:nvSpPr>
          <p:cNvPr id="3" name="Header Placeholder 2"/>
          <p:cNvSpPr>
            <a:spLocks noGrp="1"/>
          </p:cNvSpPr>
          <p:nvPr>
            <p:ph type="hdr" sz="quarter" idx="11"/>
          </p:nvPr>
        </p:nvSpPr>
        <p:spPr/>
        <p:txBody>
          <a:bodyPr/>
          <a:lstStyle/>
          <a:p>
            <a:r>
              <a:rPr lang="en-US" smtClean="0"/>
              <a:t>Hassan Tariq</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1F1931-DE65-46E4-B059-A09339A5F550}" type="slidenum">
              <a:rPr lang="zh-TW" altLang="en-US"/>
              <a:pPr/>
              <a:t>24</a:t>
            </a:fld>
            <a:endParaRPr lang="zh-TW" altLang="en-US"/>
          </a:p>
        </p:txBody>
      </p:sp>
      <p:sp>
        <p:nvSpPr>
          <p:cNvPr id="105474" name="Rectangle 2"/>
          <p:cNvSpPr>
            <a:spLocks noGrp="1" noRot="1" noChangeAspect="1" noChangeArrowheads="1"/>
          </p:cNvSpPr>
          <p:nvPr>
            <p:ph type="sldImg"/>
          </p:nvPr>
        </p:nvSpPr>
        <p:spPr>
          <a:ln/>
        </p:spPr>
      </p:sp>
      <p:sp>
        <p:nvSpPr>
          <p:cNvPr id="105475" name="Rectangle 3"/>
          <p:cNvSpPr>
            <a:spLocks noGrp="1" noChangeArrowheads="1"/>
          </p:cNvSpPr>
          <p:nvPr>
            <p:ph type="body" idx="1"/>
          </p:nvPr>
        </p:nvSpPr>
        <p:spPr/>
        <p:txBody>
          <a:bodyPr/>
          <a:lstStyle/>
          <a:p>
            <a:endParaRPr lang="zh-TW" altLang="en-US"/>
          </a:p>
        </p:txBody>
      </p:sp>
      <p:sp>
        <p:nvSpPr>
          <p:cNvPr id="2" name="Footer Placeholder 1"/>
          <p:cNvSpPr>
            <a:spLocks noGrp="1"/>
          </p:cNvSpPr>
          <p:nvPr>
            <p:ph type="ftr" sz="quarter" idx="10"/>
          </p:nvPr>
        </p:nvSpPr>
        <p:spPr/>
        <p:txBody>
          <a:bodyPr/>
          <a:lstStyle/>
          <a:p>
            <a:r>
              <a:rPr lang="en-US" smtClean="0"/>
              <a:t>Hassan Tariq</a:t>
            </a:r>
            <a:endParaRPr lang="en-US"/>
          </a:p>
        </p:txBody>
      </p:sp>
      <p:sp>
        <p:nvSpPr>
          <p:cNvPr id="3" name="Header Placeholder 2"/>
          <p:cNvSpPr>
            <a:spLocks noGrp="1"/>
          </p:cNvSpPr>
          <p:nvPr>
            <p:ph type="hdr" sz="quarter" idx="11"/>
          </p:nvPr>
        </p:nvSpPr>
        <p:spPr/>
        <p:txBody>
          <a:bodyPr/>
          <a:lstStyle/>
          <a:p>
            <a:r>
              <a:rPr lang="en-US" smtClean="0"/>
              <a:t>Hassan Tariq</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3/1/2013</a:t>
            </a:fld>
            <a:endParaRPr lang="en-US"/>
          </a:p>
        </p:txBody>
      </p:sp>
      <p:sp>
        <p:nvSpPr>
          <p:cNvPr id="5" name="Rectangle 5"/>
          <p:cNvSpPr>
            <a:spLocks noGrp="1"/>
          </p:cNvSpPr>
          <p:nvPr>
            <p:ph type="ftr" sz="quarter" idx="11"/>
          </p:nvPr>
        </p:nvSpPr>
        <p:spPr/>
        <p:txBody>
          <a:bodyPr/>
          <a:lstStyle/>
          <a:p>
            <a:r>
              <a:rPr lang="en-US" smtClean="0"/>
              <a:t>Hassan Tariq</a:t>
            </a:r>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27</a:t>
            </a:fld>
            <a:endParaRPr lang="en-US"/>
          </a:p>
        </p:txBody>
      </p:sp>
      <p:sp>
        <p:nvSpPr>
          <p:cNvPr id="7" name="Rectangle 7"/>
          <p:cNvSpPr>
            <a:spLocks noGrp="1"/>
          </p:cNvSpPr>
          <p:nvPr>
            <p:ph type="hdr" sz="quarter" idx="13"/>
          </p:nvPr>
        </p:nvSpPr>
        <p:spPr/>
        <p:txBody>
          <a:bodyPr/>
          <a:lstStyle/>
          <a:p>
            <a:r>
              <a:rPr lang="en-US" smtClean="0"/>
              <a:t>Hassan Tariq</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a:p>
        </p:txBody>
      </p:sp>
      <p:sp>
        <p:nvSpPr>
          <p:cNvPr id="29" name="Title 28"/>
          <p:cNvSpPr>
            <a:spLocks noGrp="1"/>
          </p:cNvSpPr>
          <p:nvPr>
            <p:ph type="ctrTitle"/>
          </p:nvPr>
        </p:nvSpPr>
        <p:spPr>
          <a:xfrm>
            <a:off x="381000" y="4853411"/>
            <a:ext cx="8458200" cy="1222375"/>
          </a:xfrm>
        </p:spPr>
        <p:txBody>
          <a:bodyPr anchor="t"/>
          <a:lstStyle/>
          <a:p>
            <a:r>
              <a:rPr lang="en-US" smtClean="0"/>
              <a:t>Click to edit Master title style</a:t>
            </a:r>
            <a:endParaRPr lang="en-US" dirty="0"/>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dirty="0"/>
          </a:p>
        </p:txBody>
      </p:sp>
      <p:sp>
        <p:nvSpPr>
          <p:cNvPr id="16" name="Date Placeholder 15"/>
          <p:cNvSpPr>
            <a:spLocks noGrp="1"/>
          </p:cNvSpPr>
          <p:nvPr>
            <p:ph type="dt" sz="half" idx="10"/>
          </p:nvPr>
        </p:nvSpPr>
        <p:spPr/>
        <p:txBody>
          <a:bodyPr/>
          <a:lstStyle/>
          <a:p>
            <a:fld id="{2B10AB5E-65B2-470F-A90D-8944CCF2250D}" type="datetime2">
              <a:rPr lang="en-US" smtClean="0"/>
              <a:pPr/>
              <a:t>Friday, March 01, 2013</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CF7A2BDD-D331-44F0-96AA-4FB4ED49706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lang="en-US" smtClean="0"/>
              <a:t>Click to edit Master title style</a:t>
            </a:r>
            <a:endParaRPr lang="en-US"/>
          </a:p>
        </p:txBody>
      </p:sp>
      <p:sp>
        <p:nvSpPr>
          <p:cNvPr id="27" name="Content Placeholder 26"/>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5" name="Date Placeholder 24"/>
          <p:cNvSpPr>
            <a:spLocks noGrp="1"/>
          </p:cNvSpPr>
          <p:nvPr>
            <p:ph type="dt" sz="half" idx="10"/>
          </p:nvPr>
        </p:nvSpPr>
        <p:spPr/>
        <p:txBody>
          <a:bodyPr/>
          <a:lstStyle/>
          <a:p>
            <a:fld id="{B5F4066D-E18E-46CA-ADDB-DC7D9F287FCD}" type="datetime2">
              <a:rPr lang="en-US" smtClean="0"/>
              <a:pPr/>
              <a:t>Friday, March 01, 2013</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CF7A2BDD-D331-44F0-96AA-4FB4ED49706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lang="en-US" smtClean="0"/>
              <a:t>Click to edit Master title style</a:t>
            </a:r>
            <a:endParaRPr lang="en-US" dirty="0"/>
          </a:p>
        </p:txBody>
      </p:sp>
      <p:sp>
        <p:nvSpPr>
          <p:cNvPr id="12" name="Date Placeholder 11"/>
          <p:cNvSpPr>
            <a:spLocks noGrp="1"/>
          </p:cNvSpPr>
          <p:nvPr>
            <p:ph type="dt" sz="half" idx="10"/>
          </p:nvPr>
        </p:nvSpPr>
        <p:spPr/>
        <p:txBody>
          <a:bodyPr/>
          <a:lstStyle/>
          <a:p>
            <a:fld id="{8E2E5AB2-AD30-4274-ADEE-77A916493B5C}" type="datetime2">
              <a:rPr lang="en-US" smtClean="0"/>
              <a:pPr/>
              <a:t>Friday, March 01, 2013</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7A2BDD-D331-44F0-96AA-4FB4ED49706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C76396-5064-41C5-A285-015EE0047001}" type="datetime2">
              <a:rPr lang="en-US" smtClean="0"/>
              <a:pPr/>
              <a:t>Friday, March 01, 2013</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7A2BDD-D331-44F0-96AA-4FB4ED49706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 and 2 Content">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lvl1pPr algn="l">
              <a:defRPr/>
            </a:lvl1pPr>
          </a:lstStyle>
          <a:p>
            <a:r>
              <a:rPr lang="en-US" noProof="1" smtClean="0"/>
              <a:t>Click to edit Master title style</a:t>
            </a:r>
            <a:endParaRPr lang="en-US" dirty="0"/>
          </a:p>
        </p:txBody>
      </p:sp>
      <p:sp>
        <p:nvSpPr>
          <p:cNvPr id="3" name="Rectangle 3"/>
          <p:cNvSpPr>
            <a:spLocks noGrp="1"/>
          </p:cNvSpPr>
          <p:nvPr>
            <p:ph sz="half" idx="1"/>
          </p:nvPr>
        </p:nvSpPr>
        <p:spPr>
          <a:xfrm>
            <a:off x="457200" y="1600200"/>
            <a:ext cx="4038600" cy="4525963"/>
          </a:xfrm>
        </p:spPr>
        <p:txBody>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a:p>
        </p:txBody>
      </p:sp>
      <p:sp>
        <p:nvSpPr>
          <p:cNvPr id="4" name="Rectangle 4"/>
          <p:cNvSpPr>
            <a:spLocks noGrp="1"/>
          </p:cNvSpPr>
          <p:nvPr>
            <p:ph sz="half" idx="2"/>
          </p:nvPr>
        </p:nvSpPr>
        <p:spPr>
          <a:xfrm>
            <a:off x="4648200" y="1600200"/>
            <a:ext cx="4038600" cy="4525963"/>
          </a:xfrm>
        </p:spPr>
        <p:txBody>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a:p>
        </p:txBody>
      </p:sp>
      <p:sp>
        <p:nvSpPr>
          <p:cNvPr id="5" name="Rectangle 5"/>
          <p:cNvSpPr>
            <a:spLocks noGrp="1"/>
          </p:cNvSpPr>
          <p:nvPr>
            <p:ph type="dt" sz="half" idx="10"/>
          </p:nvPr>
        </p:nvSpPr>
        <p:spPr/>
        <p:txBody>
          <a:bodyPr/>
          <a:lstStyle/>
          <a:p>
            <a:fld id="{F83034B0-3E89-40BA-B086-97296A422E36}" type="datetimeFigureOut">
              <a:rPr lang="en-US" smtClean="0"/>
              <a:pPr/>
              <a:t>3/1/2013</a:t>
            </a:fld>
            <a:endParaRPr lang="en-US"/>
          </a:p>
        </p:txBody>
      </p:sp>
      <p:sp>
        <p:nvSpPr>
          <p:cNvPr id="6" name="Rectangle 6"/>
          <p:cNvSpPr>
            <a:spLocks noGrp="1"/>
          </p:cNvSpPr>
          <p:nvPr>
            <p:ph type="ftr" sz="quarter" idx="11"/>
          </p:nvPr>
        </p:nvSpPr>
        <p:spPr/>
        <p:txBody>
          <a:bodyPr/>
          <a:lstStyle/>
          <a:p>
            <a:endParaRPr lang="en-US"/>
          </a:p>
        </p:txBody>
      </p:sp>
      <p:sp>
        <p:nvSpPr>
          <p:cNvPr id="7" name="Rectangle 7"/>
          <p:cNvSpPr>
            <a:spLocks noGrp="1"/>
          </p:cNvSpPr>
          <p:nvPr>
            <p:ph type="sldNum" sz="quarter" idx="12"/>
          </p:nvPr>
        </p:nvSpPr>
        <p:spPr/>
        <p:txBody>
          <a:bodyPr/>
          <a:lstStyle/>
          <a:p>
            <a:fld id="{1D24C974-5669-4F4D-B5F7-AEFAF0EB8F6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lvl1pPr algn="l">
              <a:defRPr/>
            </a:lvl1pPr>
          </a:lstStyle>
          <a:p>
            <a:r>
              <a:rPr lang="en-US" noProof="1" smtClean="0"/>
              <a:t>Click to edit Master title style</a:t>
            </a:r>
            <a:endParaRPr lang="en-US" dirty="0"/>
          </a:p>
        </p:txBody>
      </p:sp>
      <p:sp>
        <p:nvSpPr>
          <p:cNvPr id="3" name="Rectangle 3"/>
          <p:cNvSpPr>
            <a:spLocks noGrp="1"/>
          </p:cNvSpPr>
          <p:nvPr>
            <p:ph type="body" idx="1"/>
          </p:nvPr>
        </p:nvSpPr>
        <p:spPr/>
        <p:txBody>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a:p>
        </p:txBody>
      </p:sp>
      <p:sp>
        <p:nvSpPr>
          <p:cNvPr id="4" name="Rectangle 4"/>
          <p:cNvSpPr>
            <a:spLocks noGrp="1"/>
          </p:cNvSpPr>
          <p:nvPr>
            <p:ph type="dt" sz="half" idx="10"/>
          </p:nvPr>
        </p:nvSpPr>
        <p:spPr/>
        <p:txBody>
          <a:bodyPr/>
          <a:lstStyle/>
          <a:p>
            <a:fld id="{F83034B0-3E89-40BA-B086-97296A422E36}" type="datetimeFigureOut">
              <a:rPr lang="en-US" smtClean="0"/>
              <a:pPr/>
              <a:t>3/1/2013</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D24C974-5669-4F4D-B5F7-AEFAF0EB8F6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ColTx" preserve="1">
  <p:cSld name="Title and 2-Column Text">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lvl1pPr algn="l">
              <a:defRPr/>
            </a:lvl1pPr>
          </a:lstStyle>
          <a:p>
            <a:r>
              <a:rPr lang="en-US" noProof="1" smtClean="0"/>
              <a:t>Click to edit Master title style</a:t>
            </a:r>
            <a:endParaRPr lang="en-US" dirty="0"/>
          </a:p>
        </p:txBody>
      </p:sp>
      <p:sp>
        <p:nvSpPr>
          <p:cNvPr id="3" name="Rectangle 3"/>
          <p:cNvSpPr>
            <a:spLocks noGrp="1"/>
          </p:cNvSpPr>
          <p:nvPr>
            <p:ph type="body" sz="half" idx="1"/>
          </p:nvPr>
        </p:nvSpPr>
        <p:spPr>
          <a:xfrm>
            <a:off x="457200" y="1600200"/>
            <a:ext cx="4038600" cy="4525963"/>
          </a:xfrm>
        </p:spPr>
        <p:txBody>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a:p>
        </p:txBody>
      </p:sp>
      <p:sp>
        <p:nvSpPr>
          <p:cNvPr id="4" name="Rectangle 4"/>
          <p:cNvSpPr>
            <a:spLocks noGrp="1"/>
          </p:cNvSpPr>
          <p:nvPr>
            <p:ph type="body" sz="half" idx="2"/>
          </p:nvPr>
        </p:nvSpPr>
        <p:spPr>
          <a:xfrm>
            <a:off x="4648200" y="1600200"/>
            <a:ext cx="4038600" cy="4525963"/>
          </a:xfrm>
        </p:spPr>
        <p:txBody>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a:p>
        </p:txBody>
      </p:sp>
      <p:sp>
        <p:nvSpPr>
          <p:cNvPr id="5" name="Rectangle 5"/>
          <p:cNvSpPr>
            <a:spLocks noGrp="1"/>
          </p:cNvSpPr>
          <p:nvPr>
            <p:ph type="dt" sz="half" idx="10"/>
          </p:nvPr>
        </p:nvSpPr>
        <p:spPr/>
        <p:txBody>
          <a:bodyPr/>
          <a:lstStyle/>
          <a:p>
            <a:fld id="{F83034B0-3E89-40BA-B086-97296A422E36}" type="datetimeFigureOut">
              <a:rPr lang="en-US" smtClean="0"/>
              <a:pPr/>
              <a:t>3/1/2013</a:t>
            </a:fld>
            <a:endParaRPr lang="en-US"/>
          </a:p>
        </p:txBody>
      </p:sp>
      <p:sp>
        <p:nvSpPr>
          <p:cNvPr id="6" name="Rectangle 6"/>
          <p:cNvSpPr>
            <a:spLocks noGrp="1"/>
          </p:cNvSpPr>
          <p:nvPr>
            <p:ph type="ftr" sz="quarter" idx="11"/>
          </p:nvPr>
        </p:nvSpPr>
        <p:spPr/>
        <p:txBody>
          <a:bodyPr/>
          <a:lstStyle/>
          <a:p>
            <a:endParaRPr lang="en-US"/>
          </a:p>
        </p:txBody>
      </p:sp>
      <p:sp>
        <p:nvSpPr>
          <p:cNvPr id="7" name="Rectangle 7"/>
          <p:cNvSpPr>
            <a:spLocks noGrp="1"/>
          </p:cNvSpPr>
          <p:nvPr>
            <p:ph type="sldNum" sz="quarter" idx="12"/>
          </p:nvPr>
        </p:nvSpPr>
        <p:spPr/>
        <p:txBody>
          <a:bodyPr/>
          <a:lstStyle/>
          <a:p>
            <a:fld id="{1D24C974-5669-4F4D-B5F7-AEFAF0EB8F6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a:defRPr sz="1200">
                <a:solidFill>
                  <a:schemeClr val="accent1">
                    <a:shade val="75000"/>
                  </a:schemeClr>
                </a:solidFill>
              </a:defRPr>
            </a:lvl1pPr>
          </a:lstStyle>
          <a:p>
            <a:pPr algn="l"/>
            <a:fld id="{4C8A7A92-D244-4C94-97DC-00C50A8E32A7}" type="datetime2">
              <a:rPr lang="en-US" smtClean="0"/>
              <a:pPr algn="l"/>
              <a:t>Friday, March 01, 2013</a:t>
            </a:fld>
            <a:endParaRPr lang="en-US" dirty="0">
              <a:solidFill>
                <a:schemeClr val="accent1">
                  <a:shade val="75000"/>
                </a:schemeClr>
              </a:solidFill>
            </a:endParaRPr>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a:defRPr sz="1200">
                <a:solidFill>
                  <a:schemeClr val="accent1">
                    <a:shade val="75000"/>
                  </a:schemeClr>
                </a:solidFill>
              </a:defRPr>
            </a:lvl1pPr>
          </a:lstStyle>
          <a:p>
            <a:pPr algn="r"/>
            <a:endParaRPr lang="en-US" dirty="0">
              <a:solidFill>
                <a:schemeClr val="accent1">
                  <a:shade val="75000"/>
                </a:schemeClr>
              </a:solidFill>
            </a:endParaRPr>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a:defRPr sz="1200">
                <a:solidFill>
                  <a:schemeClr val="accent1">
                    <a:shade val="75000"/>
                  </a:schemeClr>
                </a:solidFill>
              </a:defRPr>
            </a:lvl1pPr>
          </a:lstStyle>
          <a:p>
            <a:fld id="{CF7A2BDD-D331-44F0-96AA-4FB4ED497064}" type="slidenum">
              <a:rPr lang="en-US" smtClean="0">
                <a:solidFill>
                  <a:schemeClr val="accent1">
                    <a:shade val="75000"/>
                  </a:schemeClr>
                </a:solidFill>
              </a:rPr>
              <a:pPr/>
              <a:t>‹#›</a:t>
            </a:fld>
            <a:endParaRPr lang="en-US" dirty="0">
              <a:solidFill>
                <a:schemeClr val="accent1">
                  <a:shade val="75000"/>
                </a:schemeClr>
              </a:solidFill>
            </a:endParaRPr>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lang="en-US" smtClean="0"/>
              <a:t>Click to edit Master title style</a:t>
            </a:r>
            <a:endParaRPr lang="en-US" dirty="0"/>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Lst>
  <p:txStyles>
    <p:title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sz="1400" kern="1200" baseline="0">
          <a:solidFill>
            <a:schemeClr val="tx2"/>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audio" Target="../media/audio4.wav"/></Relationships>
</file>

<file path=ppt/slides/_rels/slide23.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audio" Target="../media/audio4.wav"/></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p:txBody>
          <a:bodyPr/>
          <a:lstStyle/>
          <a:p>
            <a:r>
              <a:rPr lang="en-US" dirty="0" smtClean="0"/>
              <a:t>INTRODUCTION TO SQL</a:t>
            </a:r>
            <a:endParaRPr lang="en-US" dirty="0"/>
          </a:p>
        </p:txBody>
      </p:sp>
      <p:sp>
        <p:nvSpPr>
          <p:cNvPr id="3" name="Rectangle 3"/>
          <p:cNvSpPr>
            <a:spLocks noGrp="1"/>
          </p:cNvSpPr>
          <p:nvPr>
            <p:ph type="subTitle" idx="1"/>
          </p:nvPr>
        </p:nvSpPr>
        <p:spPr/>
        <p:txBody>
          <a:bodyPr>
            <a:normAutofit/>
          </a:bodyPr>
          <a:lstStyle/>
          <a:p>
            <a:r>
              <a:rPr lang="en-US" dirty="0" smtClean="0"/>
              <a:t>Hassan Tariq</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371600" y="-21771"/>
            <a:ext cx="7772400" cy="1143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b" anchorCtr="0" compatLnSpc="1">
            <a:prstTxWarp prst="textNoShape">
              <a:avLst/>
            </a:prstTxWarp>
          </a:bodyPr>
          <a:lstStyle/>
          <a:p>
            <a:r>
              <a:rPr lang="en-US"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Introduction to SQL</a:t>
            </a:r>
            <a:endParaRPr lang="zh-TW" altLang="zh-TW" b="0" i="1" dirty="0">
              <a:solidFill>
                <a:schemeClr val="tx1"/>
              </a:solidFill>
              <a:ea typeface="細明體" pitchFamily="49" charset="-120"/>
            </a:endParaRPr>
          </a:p>
        </p:txBody>
      </p:sp>
      <p:sp>
        <p:nvSpPr>
          <p:cNvPr id="5123" name="Rectangle 3"/>
          <p:cNvSpPr>
            <a:spLocks noGrp="1" noChangeArrowheads="1"/>
          </p:cNvSpPr>
          <p:nvPr>
            <p:ph type="body" idx="1"/>
          </p:nvPr>
        </p:nvSpPr>
        <p:spPr bwMode="auto">
          <a:xfrm>
            <a:off x="990600" y="1524000"/>
            <a:ext cx="7315200" cy="725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p>
            <a:pPr lvl="1">
              <a:spcBef>
                <a:spcPts val="600"/>
              </a:spcBef>
              <a:buFontTx/>
              <a:buNone/>
            </a:pPr>
            <a:r>
              <a:rPr lang="en-US" altLang="zh-TW" sz="3200" i="1" dirty="0">
                <a:solidFill>
                  <a:srgbClr val="FF3300"/>
                </a:solidFill>
                <a:latin typeface="Bookman Old Style" pitchFamily="18" charset="0"/>
                <a:ea typeface="標楷體" pitchFamily="49" charset="-120"/>
              </a:rPr>
              <a:t>What is SQL?</a:t>
            </a:r>
            <a:endParaRPr lang="en-US" altLang="zh-TW" sz="3200" i="1" u="sng" dirty="0">
              <a:solidFill>
                <a:srgbClr val="FF3300"/>
              </a:solidFill>
              <a:latin typeface="Bookman Old Style" pitchFamily="18" charset="0"/>
              <a:ea typeface="標楷體" pitchFamily="49" charset="-120"/>
            </a:endParaRPr>
          </a:p>
        </p:txBody>
      </p:sp>
      <p:sp>
        <p:nvSpPr>
          <p:cNvPr id="5127" name="Rectangle 7"/>
          <p:cNvSpPr>
            <a:spLocks noChangeArrowheads="1"/>
          </p:cNvSpPr>
          <p:nvPr/>
        </p:nvSpPr>
        <p:spPr bwMode="auto">
          <a:xfrm>
            <a:off x="990600" y="2179638"/>
            <a:ext cx="7315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742950" lvl="1" indent="-285750" eaLnBrk="1" hangingPunct="1">
              <a:spcBef>
                <a:spcPct val="20000"/>
              </a:spcBef>
              <a:buFontTx/>
              <a:buChar char="–"/>
            </a:pPr>
            <a:r>
              <a:rPr lang="en-US" altLang="zh-TW" sz="2800" dirty="0">
                <a:effectLst/>
                <a:ea typeface="標楷體" pitchFamily="49" charset="-120"/>
              </a:rPr>
              <a:t>When a user wants to get some information from a database file, he can issue a </a:t>
            </a:r>
            <a:r>
              <a:rPr lang="en-US" altLang="zh-TW" sz="2800" b="1" i="1" dirty="0">
                <a:effectLst/>
                <a:ea typeface="標楷體" pitchFamily="49" charset="-120"/>
              </a:rPr>
              <a:t>query</a:t>
            </a:r>
            <a:r>
              <a:rPr lang="en-US" altLang="zh-TW" sz="2800" dirty="0">
                <a:effectLst/>
                <a:ea typeface="標楷體" pitchFamily="49" charset="-120"/>
              </a:rPr>
              <a:t>. </a:t>
            </a:r>
            <a:endParaRPr lang="zh-TW" altLang="zh-TW" sz="2800" dirty="0">
              <a:effectLst/>
              <a:ea typeface="標楷體" pitchFamily="49" charset="-120"/>
            </a:endParaRPr>
          </a:p>
        </p:txBody>
      </p:sp>
      <p:sp>
        <p:nvSpPr>
          <p:cNvPr id="5131" name="Rectangle 11"/>
          <p:cNvSpPr>
            <a:spLocks noChangeArrowheads="1"/>
          </p:cNvSpPr>
          <p:nvPr/>
        </p:nvSpPr>
        <p:spPr bwMode="auto">
          <a:xfrm>
            <a:off x="990600" y="3581400"/>
            <a:ext cx="7315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742950" lvl="1" indent="-285750" eaLnBrk="1" hangingPunct="1">
              <a:spcBef>
                <a:spcPct val="20000"/>
              </a:spcBef>
              <a:buFontTx/>
              <a:buChar char="–"/>
            </a:pPr>
            <a:r>
              <a:rPr lang="zh-TW" altLang="en-US" sz="2800" dirty="0">
                <a:effectLst/>
                <a:ea typeface="標楷體" pitchFamily="49" charset="-120"/>
              </a:rPr>
              <a:t> </a:t>
            </a:r>
            <a:r>
              <a:rPr lang="en-US" altLang="zh-TW" sz="2800" dirty="0">
                <a:effectLst/>
                <a:ea typeface="標楷體" pitchFamily="49" charset="-120"/>
              </a:rPr>
              <a:t>A query is a user–request to retrieve data or information with a certain condition.</a:t>
            </a:r>
            <a:endParaRPr lang="zh-TW" altLang="zh-TW" sz="2800" dirty="0">
              <a:effectLst/>
              <a:ea typeface="標楷體" pitchFamily="49" charset="-120"/>
            </a:endParaRPr>
          </a:p>
        </p:txBody>
      </p:sp>
      <p:sp>
        <p:nvSpPr>
          <p:cNvPr id="5132" name="Rectangle 12"/>
          <p:cNvSpPr>
            <a:spLocks noChangeArrowheads="1"/>
          </p:cNvSpPr>
          <p:nvPr/>
        </p:nvSpPr>
        <p:spPr bwMode="auto">
          <a:xfrm>
            <a:off x="990600" y="4647066"/>
            <a:ext cx="7686675"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742950" lvl="1" indent="-285750" eaLnBrk="1" hangingPunct="1">
              <a:spcBef>
                <a:spcPct val="20000"/>
              </a:spcBef>
              <a:buFontTx/>
              <a:buChar char="–"/>
            </a:pPr>
            <a:r>
              <a:rPr lang="en-US" altLang="zh-TW" sz="2800" dirty="0">
                <a:effectLst/>
                <a:ea typeface="標楷體" pitchFamily="49" charset="-120"/>
              </a:rPr>
              <a:t>SQL is a query language that allows user to specify the conditions. (instead of algorithms)</a:t>
            </a:r>
            <a:endParaRPr lang="zh-TW" altLang="zh-TW" sz="2800" dirty="0">
              <a:effectLst/>
              <a:ea typeface="標楷體" pitchFamily="49" charset="-120"/>
            </a:endParaRPr>
          </a:p>
        </p:txBody>
      </p:sp>
      <p:sp>
        <p:nvSpPr>
          <p:cNvPr id="7"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15936797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iterate type="wd">
                                    <p:tmPct val="100000"/>
                                  </p:iterate>
                                  <p:childTnLst>
                                    <p:set>
                                      <p:cBhvr>
                                        <p:cTn id="6" dur="1" fill="hold">
                                          <p:stCondLst>
                                            <p:cond delay="0"/>
                                          </p:stCondLst>
                                        </p:cTn>
                                        <p:tgtEl>
                                          <p:spTgt spid="5123"/>
                                        </p:tgtEl>
                                        <p:attrNameLst>
                                          <p:attrName>style.visibility</p:attrName>
                                        </p:attrNameLst>
                                      </p:cBhvr>
                                      <p:to>
                                        <p:strVal val="visible"/>
                                      </p:to>
                                    </p:set>
                                    <p:anim calcmode="lin" valueType="num">
                                      <p:cBhvr additive="base">
                                        <p:cTn id="7" dur="300"/>
                                        <p:tgtEl>
                                          <p:spTgt spid="5123"/>
                                        </p:tgtEl>
                                        <p:attrNameLst>
                                          <p:attrName>ppt_x</p:attrName>
                                        </p:attrNameLst>
                                      </p:cBhvr>
                                      <p:tavLst>
                                        <p:tav tm="0">
                                          <p:val>
                                            <p:strVal val="#ppt_x-#ppt_w*1.125000"/>
                                          </p:val>
                                        </p:tav>
                                        <p:tav tm="100000">
                                          <p:val>
                                            <p:strVal val="#ppt_x"/>
                                          </p:val>
                                        </p:tav>
                                      </p:tavLst>
                                    </p:anim>
                                    <p:animEffect transition="in" filter="wipe(right)">
                                      <p:cBhvr>
                                        <p:cTn id="8" dur="300"/>
                                        <p:tgtEl>
                                          <p:spTgt spid="5123"/>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5127"/>
                                        </p:tgtEl>
                                        <p:attrNameLst>
                                          <p:attrName>style.visibility</p:attrName>
                                        </p:attrNameLst>
                                      </p:cBhvr>
                                      <p:to>
                                        <p:strVal val="visible"/>
                                      </p:to>
                                    </p:set>
                                    <p:anim calcmode="lin" valueType="num">
                                      <p:cBhvr additive="base">
                                        <p:cTn id="13" dur="500"/>
                                        <p:tgtEl>
                                          <p:spTgt spid="5127"/>
                                        </p:tgtEl>
                                        <p:attrNameLst>
                                          <p:attrName>ppt_x</p:attrName>
                                        </p:attrNameLst>
                                      </p:cBhvr>
                                      <p:tavLst>
                                        <p:tav tm="0">
                                          <p:val>
                                            <p:strVal val="#ppt_x-#ppt_w*1.125000"/>
                                          </p:val>
                                        </p:tav>
                                        <p:tav tm="100000">
                                          <p:val>
                                            <p:strVal val="#ppt_x"/>
                                          </p:val>
                                        </p:tav>
                                      </p:tavLst>
                                    </p:anim>
                                    <p:animEffect transition="in" filter="wipe(right)">
                                      <p:cBhvr>
                                        <p:cTn id="14" dur="500"/>
                                        <p:tgtEl>
                                          <p:spTgt spid="5127"/>
                                        </p:tgtEl>
                                      </p:cBhvr>
                                    </p:animEffect>
                                  </p:childTnLst>
                                  <p:subTnLst>
                                    <p:animClr clrSpc="rgb" dir="cw">
                                      <p:cBhvr override="childStyle">
                                        <p:cTn dur="1" fill="hold" display="0" masterRel="nextClick" afterEffect="1"/>
                                        <p:tgtEl>
                                          <p:spTgt spid="5127"/>
                                        </p:tgtEl>
                                        <p:attrNameLst>
                                          <p:attrName>ppt_c</p:attrName>
                                        </p:attrNameLst>
                                      </p:cBhvr>
                                      <p:to>
                                        <a:schemeClr val="folHlink"/>
                                      </p:to>
                                    </p:animClr>
                                    <p:audio>
                                      <p:cMediaNode>
                                        <p:cTn display="0" masterRel="sameClick">
                                          <p:stCondLst>
                                            <p:cond evt="begin" delay="0">
                                              <p:tn val="11"/>
                                            </p:cond>
                                          </p:stCondLst>
                                          <p:endCondLst>
                                            <p:cond evt="onStopAudio" delay="0">
                                              <p:tgtEl>
                                                <p:sldTgt/>
                                              </p:tgtEl>
                                            </p:cond>
                                          </p:endCondLst>
                                        </p:cTn>
                                        <p:tgtEl>
                                          <p:sndTgt r:embed="rId2" name="TYP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5131"/>
                                        </p:tgtEl>
                                        <p:attrNameLst>
                                          <p:attrName>style.visibility</p:attrName>
                                        </p:attrNameLst>
                                      </p:cBhvr>
                                      <p:to>
                                        <p:strVal val="visible"/>
                                      </p:to>
                                    </p:set>
                                    <p:anim calcmode="lin" valueType="num">
                                      <p:cBhvr additive="base">
                                        <p:cTn id="19" dur="500"/>
                                        <p:tgtEl>
                                          <p:spTgt spid="5131"/>
                                        </p:tgtEl>
                                        <p:attrNameLst>
                                          <p:attrName>ppt_x</p:attrName>
                                        </p:attrNameLst>
                                      </p:cBhvr>
                                      <p:tavLst>
                                        <p:tav tm="0">
                                          <p:val>
                                            <p:strVal val="#ppt_x-#ppt_w*1.125000"/>
                                          </p:val>
                                        </p:tav>
                                        <p:tav tm="100000">
                                          <p:val>
                                            <p:strVal val="#ppt_x"/>
                                          </p:val>
                                        </p:tav>
                                      </p:tavLst>
                                    </p:anim>
                                    <p:animEffect transition="in" filter="wipe(right)">
                                      <p:cBhvr>
                                        <p:cTn id="20" dur="500"/>
                                        <p:tgtEl>
                                          <p:spTgt spid="5131"/>
                                        </p:tgtEl>
                                      </p:cBhvr>
                                    </p:animEffect>
                                  </p:childTnLst>
                                  <p:subTnLst>
                                    <p:animClr clrSpc="rgb" dir="cw">
                                      <p:cBhvr override="childStyle">
                                        <p:cTn dur="1" fill="hold" display="0" masterRel="nextClick" afterEffect="1"/>
                                        <p:tgtEl>
                                          <p:spTgt spid="5131"/>
                                        </p:tgtEl>
                                        <p:attrNameLst>
                                          <p:attrName>ppt_c</p:attrName>
                                        </p:attrNameLst>
                                      </p:cBhvr>
                                      <p:to>
                                        <a:schemeClr val="folHlink"/>
                                      </p:to>
                                    </p:animClr>
                                    <p:audio>
                                      <p:cMediaNode>
                                        <p:cTn display="0" masterRel="sameClick">
                                          <p:stCondLst>
                                            <p:cond evt="begin" delay="0">
                                              <p:tn val="17"/>
                                            </p:cond>
                                          </p:stCondLst>
                                          <p:endCondLst>
                                            <p:cond evt="onStopAudio" delay="0">
                                              <p:tgtEl>
                                                <p:sldTgt/>
                                              </p:tgtEl>
                                            </p:cond>
                                          </p:endCondLst>
                                        </p:cTn>
                                        <p:tgtEl>
                                          <p:sndTgt r:embed="rId2" name="TYP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5132"/>
                                        </p:tgtEl>
                                        <p:attrNameLst>
                                          <p:attrName>style.visibility</p:attrName>
                                        </p:attrNameLst>
                                      </p:cBhvr>
                                      <p:to>
                                        <p:strVal val="visible"/>
                                      </p:to>
                                    </p:set>
                                    <p:anim calcmode="lin" valueType="num">
                                      <p:cBhvr additive="base">
                                        <p:cTn id="25" dur="500"/>
                                        <p:tgtEl>
                                          <p:spTgt spid="5132"/>
                                        </p:tgtEl>
                                        <p:attrNameLst>
                                          <p:attrName>ppt_x</p:attrName>
                                        </p:attrNameLst>
                                      </p:cBhvr>
                                      <p:tavLst>
                                        <p:tav tm="0">
                                          <p:val>
                                            <p:strVal val="#ppt_x-#ppt_w*1.125000"/>
                                          </p:val>
                                        </p:tav>
                                        <p:tav tm="100000">
                                          <p:val>
                                            <p:strVal val="#ppt_x"/>
                                          </p:val>
                                        </p:tav>
                                      </p:tavLst>
                                    </p:anim>
                                    <p:animEffect transition="in" filter="wipe(right)">
                                      <p:cBhvr>
                                        <p:cTn id="26" dur="500"/>
                                        <p:tgtEl>
                                          <p:spTgt spid="5132"/>
                                        </p:tgtEl>
                                      </p:cBhvr>
                                    </p:animEffect>
                                  </p:childTnLst>
                                  <p:subTnLst>
                                    <p:audio>
                                      <p:cMediaNode>
                                        <p:cTn display="0" masterRel="sameClick">
                                          <p:stCondLst>
                                            <p:cond evt="begin" delay="0">
                                              <p:tn val="23"/>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nimBg="1" autoUpdateAnimBg="0"/>
      <p:bldP spid="5127" grpId="0" autoUpdateAnimBg="0"/>
      <p:bldP spid="5131" grpId="0" autoUpdateAnimBg="0"/>
      <p:bldP spid="5132"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2050"/>
          <p:cNvSpPr>
            <a:spLocks noGrp="1" noChangeArrowheads="1"/>
          </p:cNvSpPr>
          <p:nvPr>
            <p:ph type="title"/>
          </p:nvPr>
        </p:nvSpPr>
        <p:spPr bwMode="auto">
          <a:xfrm>
            <a:off x="1338943" y="0"/>
            <a:ext cx="7772400" cy="1143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b" anchorCtr="0" compatLnSpc="1">
            <a:prstTxWarp prst="textNoShape">
              <a:avLst/>
            </a:prstTxWarp>
          </a:bodyPr>
          <a:lstStyle/>
          <a:p>
            <a:r>
              <a:rPr lang="en-US" altLang="zh-TW" sz="3600" b="0" i="1" dirty="0" smtClean="0">
                <a:solidFill>
                  <a:schemeClr val="tx1"/>
                </a:solidFill>
                <a:effectLst>
                  <a:outerShdw blurRad="38100" dist="38100" dir="2700000" algn="tl">
                    <a:srgbClr val="C0C0C0"/>
                  </a:outerShdw>
                </a:effectLst>
                <a:latin typeface="Arial Black" pitchFamily="34" charset="0"/>
                <a:ea typeface="細明體" pitchFamily="49" charset="-120"/>
              </a:rPr>
              <a:t>Introduction to SQL</a:t>
            </a:r>
            <a:endParaRPr lang="zh-TW" altLang="zh-TW" b="0" i="1" dirty="0">
              <a:solidFill>
                <a:schemeClr val="tx1"/>
              </a:solidFill>
              <a:ea typeface="細明體" pitchFamily="49" charset="-120"/>
            </a:endParaRPr>
          </a:p>
        </p:txBody>
      </p:sp>
      <p:sp>
        <p:nvSpPr>
          <p:cNvPr id="158723" name="Rectangle 2051"/>
          <p:cNvSpPr>
            <a:spLocks noGrp="1" noChangeArrowheads="1"/>
          </p:cNvSpPr>
          <p:nvPr>
            <p:ph type="body" idx="1"/>
          </p:nvPr>
        </p:nvSpPr>
        <p:spPr bwMode="auto">
          <a:xfrm>
            <a:off x="990600" y="1524000"/>
            <a:ext cx="7315200" cy="725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p>
            <a:pPr lvl="1">
              <a:spcBef>
                <a:spcPts val="600"/>
              </a:spcBef>
              <a:buFontTx/>
              <a:buNone/>
            </a:pPr>
            <a:r>
              <a:rPr lang="en-US" altLang="zh-TW" sz="3200" i="1" dirty="0">
                <a:solidFill>
                  <a:srgbClr val="FF3300"/>
                </a:solidFill>
                <a:latin typeface="Bookman Old Style" pitchFamily="18" charset="0"/>
                <a:ea typeface="標楷體" pitchFamily="49" charset="-120"/>
              </a:rPr>
              <a:t>Concept of SQL</a:t>
            </a:r>
            <a:endParaRPr lang="en-US" altLang="zh-TW" b="0" dirty="0">
              <a:latin typeface="Times New Roman" pitchFamily="18" charset="0"/>
              <a:ea typeface="標楷體" pitchFamily="49" charset="-120"/>
            </a:endParaRPr>
          </a:p>
        </p:txBody>
      </p:sp>
      <p:sp>
        <p:nvSpPr>
          <p:cNvPr id="158724" name="Rectangle 2052"/>
          <p:cNvSpPr>
            <a:spLocks noChangeArrowheads="1"/>
          </p:cNvSpPr>
          <p:nvPr/>
        </p:nvSpPr>
        <p:spPr bwMode="auto">
          <a:xfrm>
            <a:off x="725488" y="2524125"/>
            <a:ext cx="7315200" cy="65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742950" lvl="1" indent="-285750" eaLnBrk="1" hangingPunct="1">
              <a:spcBef>
                <a:spcPct val="20000"/>
              </a:spcBef>
              <a:buFontTx/>
              <a:buChar char="–"/>
            </a:pPr>
            <a:r>
              <a:rPr lang="en-US" altLang="zh-TW" sz="2800">
                <a:effectLst/>
                <a:ea typeface="標楷體" pitchFamily="49" charset="-120"/>
              </a:rPr>
              <a:t>The user specifies a certain condition.</a:t>
            </a:r>
          </a:p>
        </p:txBody>
      </p:sp>
      <p:sp>
        <p:nvSpPr>
          <p:cNvPr id="158726" name="Rectangle 2054"/>
          <p:cNvSpPr>
            <a:spLocks noChangeArrowheads="1"/>
          </p:cNvSpPr>
          <p:nvPr/>
        </p:nvSpPr>
        <p:spPr bwMode="auto">
          <a:xfrm>
            <a:off x="743631" y="5410200"/>
            <a:ext cx="7315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742950" lvl="1" indent="-285750" eaLnBrk="1" hangingPunct="1">
              <a:spcBef>
                <a:spcPct val="20000"/>
              </a:spcBef>
              <a:buFontTx/>
              <a:buChar char="–"/>
            </a:pPr>
            <a:r>
              <a:rPr lang="en-US" altLang="zh-TW" sz="2800" dirty="0">
                <a:effectLst/>
                <a:ea typeface="標楷體" pitchFamily="49" charset="-120"/>
              </a:rPr>
              <a:t>The result of the query will then be stored in form of a table.</a:t>
            </a:r>
            <a:endParaRPr lang="zh-TW" altLang="zh-TW" sz="2800" dirty="0">
              <a:effectLst/>
              <a:ea typeface="標楷體" pitchFamily="49" charset="-120"/>
            </a:endParaRPr>
          </a:p>
        </p:txBody>
      </p:sp>
      <p:sp>
        <p:nvSpPr>
          <p:cNvPr id="158727" name="Rectangle 2055"/>
          <p:cNvSpPr>
            <a:spLocks noChangeArrowheads="1"/>
          </p:cNvSpPr>
          <p:nvPr/>
        </p:nvSpPr>
        <p:spPr bwMode="auto">
          <a:xfrm>
            <a:off x="750888" y="4865348"/>
            <a:ext cx="7686675" cy="79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742950" lvl="1" indent="-285750" eaLnBrk="1" hangingPunct="1">
              <a:spcBef>
                <a:spcPct val="20000"/>
              </a:spcBef>
              <a:buFontTx/>
              <a:buChar char="–"/>
            </a:pPr>
            <a:r>
              <a:rPr lang="en-US" altLang="zh-TW" sz="2800" dirty="0">
                <a:effectLst/>
                <a:ea typeface="標楷體" pitchFamily="49" charset="-120"/>
              </a:rPr>
              <a:t>Statistical information of the data.</a:t>
            </a:r>
            <a:endParaRPr lang="zh-TW" altLang="zh-TW" sz="2800" dirty="0">
              <a:effectLst/>
              <a:ea typeface="標楷體" pitchFamily="49" charset="-120"/>
            </a:endParaRPr>
          </a:p>
        </p:txBody>
      </p:sp>
      <p:sp>
        <p:nvSpPr>
          <p:cNvPr id="158728" name="Rectangle 2056"/>
          <p:cNvSpPr>
            <a:spLocks noChangeArrowheads="1"/>
          </p:cNvSpPr>
          <p:nvPr/>
        </p:nvSpPr>
        <p:spPr bwMode="auto">
          <a:xfrm>
            <a:off x="725488" y="3067050"/>
            <a:ext cx="7315200"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742950" lvl="1" indent="-285750" eaLnBrk="1" hangingPunct="1">
              <a:spcBef>
                <a:spcPct val="20000"/>
              </a:spcBef>
              <a:buFontTx/>
              <a:buChar char="–"/>
            </a:pPr>
            <a:r>
              <a:rPr lang="en-US" altLang="zh-TW" sz="2800" dirty="0">
                <a:effectLst/>
                <a:ea typeface="標楷體" pitchFamily="49" charset="-120"/>
              </a:rPr>
              <a:t>The program will go through all the records in the database file and select those records that satisfy the condition.(searching).</a:t>
            </a:r>
            <a:endParaRPr lang="zh-TW" altLang="zh-TW" sz="2800" dirty="0">
              <a:effectLst/>
              <a:ea typeface="標楷體" pitchFamily="49" charset="-120"/>
            </a:endParaRPr>
          </a:p>
        </p:txBody>
      </p:sp>
      <p:sp>
        <p:nvSpPr>
          <p:cNvPr id="8"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6229429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iterate type="wd">
                                    <p:tmPct val="100000"/>
                                  </p:iterate>
                                  <p:childTnLst>
                                    <p:set>
                                      <p:cBhvr>
                                        <p:cTn id="6" dur="1" fill="hold">
                                          <p:stCondLst>
                                            <p:cond delay="0"/>
                                          </p:stCondLst>
                                        </p:cTn>
                                        <p:tgtEl>
                                          <p:spTgt spid="158723"/>
                                        </p:tgtEl>
                                        <p:attrNameLst>
                                          <p:attrName>style.visibility</p:attrName>
                                        </p:attrNameLst>
                                      </p:cBhvr>
                                      <p:to>
                                        <p:strVal val="visible"/>
                                      </p:to>
                                    </p:set>
                                    <p:anim calcmode="lin" valueType="num">
                                      <p:cBhvr additive="base">
                                        <p:cTn id="7" dur="300"/>
                                        <p:tgtEl>
                                          <p:spTgt spid="158723"/>
                                        </p:tgtEl>
                                        <p:attrNameLst>
                                          <p:attrName>ppt_x</p:attrName>
                                        </p:attrNameLst>
                                      </p:cBhvr>
                                      <p:tavLst>
                                        <p:tav tm="0">
                                          <p:val>
                                            <p:strVal val="#ppt_x-#ppt_w*1.125000"/>
                                          </p:val>
                                        </p:tav>
                                        <p:tav tm="100000">
                                          <p:val>
                                            <p:strVal val="#ppt_x"/>
                                          </p:val>
                                        </p:tav>
                                      </p:tavLst>
                                    </p:anim>
                                    <p:animEffect transition="in" filter="wipe(right)">
                                      <p:cBhvr>
                                        <p:cTn id="8" dur="300"/>
                                        <p:tgtEl>
                                          <p:spTgt spid="158723"/>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58724"/>
                                        </p:tgtEl>
                                        <p:attrNameLst>
                                          <p:attrName>style.visibility</p:attrName>
                                        </p:attrNameLst>
                                      </p:cBhvr>
                                      <p:to>
                                        <p:strVal val="visible"/>
                                      </p:to>
                                    </p:set>
                                    <p:anim calcmode="lin" valueType="num">
                                      <p:cBhvr additive="base">
                                        <p:cTn id="13" dur="500"/>
                                        <p:tgtEl>
                                          <p:spTgt spid="158724"/>
                                        </p:tgtEl>
                                        <p:attrNameLst>
                                          <p:attrName>ppt_x</p:attrName>
                                        </p:attrNameLst>
                                      </p:cBhvr>
                                      <p:tavLst>
                                        <p:tav tm="0">
                                          <p:val>
                                            <p:strVal val="#ppt_x-#ppt_w*1.125000"/>
                                          </p:val>
                                        </p:tav>
                                        <p:tav tm="100000">
                                          <p:val>
                                            <p:strVal val="#ppt_x"/>
                                          </p:val>
                                        </p:tav>
                                      </p:tavLst>
                                    </p:anim>
                                    <p:animEffect transition="in" filter="wipe(right)">
                                      <p:cBhvr>
                                        <p:cTn id="14" dur="500"/>
                                        <p:tgtEl>
                                          <p:spTgt spid="158724"/>
                                        </p:tgtEl>
                                      </p:cBhvr>
                                    </p:animEffect>
                                  </p:childTnLst>
                                  <p:subTnLst>
                                    <p:animClr clrSpc="rgb" dir="cw">
                                      <p:cBhvr override="childStyle">
                                        <p:cTn dur="1" fill="hold" display="0" masterRel="nextClick" afterEffect="1"/>
                                        <p:tgtEl>
                                          <p:spTgt spid="158724"/>
                                        </p:tgtEl>
                                        <p:attrNameLst>
                                          <p:attrName>ppt_c</p:attrName>
                                        </p:attrNameLst>
                                      </p:cBhvr>
                                      <p:to>
                                        <a:schemeClr val="folHlink"/>
                                      </p:to>
                                    </p:animClr>
                                    <p:audio>
                                      <p:cMediaNode>
                                        <p:cTn display="0" masterRel="sameClick">
                                          <p:stCondLst>
                                            <p:cond evt="begin" delay="0">
                                              <p:tn val="11"/>
                                            </p:cond>
                                          </p:stCondLst>
                                          <p:endCondLst>
                                            <p:cond evt="onStopAudio" delay="0">
                                              <p:tgtEl>
                                                <p:sldTgt/>
                                              </p:tgtEl>
                                            </p:cond>
                                          </p:endCondLst>
                                        </p:cTn>
                                        <p:tgtEl>
                                          <p:sndTgt r:embed="rId2" name="TYP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158728"/>
                                        </p:tgtEl>
                                        <p:attrNameLst>
                                          <p:attrName>style.visibility</p:attrName>
                                        </p:attrNameLst>
                                      </p:cBhvr>
                                      <p:to>
                                        <p:strVal val="visible"/>
                                      </p:to>
                                    </p:set>
                                    <p:anim calcmode="lin" valueType="num">
                                      <p:cBhvr additive="base">
                                        <p:cTn id="19" dur="500"/>
                                        <p:tgtEl>
                                          <p:spTgt spid="158728"/>
                                        </p:tgtEl>
                                        <p:attrNameLst>
                                          <p:attrName>ppt_x</p:attrName>
                                        </p:attrNameLst>
                                      </p:cBhvr>
                                      <p:tavLst>
                                        <p:tav tm="0">
                                          <p:val>
                                            <p:strVal val="#ppt_x-#ppt_w*1.125000"/>
                                          </p:val>
                                        </p:tav>
                                        <p:tav tm="100000">
                                          <p:val>
                                            <p:strVal val="#ppt_x"/>
                                          </p:val>
                                        </p:tav>
                                      </p:tavLst>
                                    </p:anim>
                                    <p:animEffect transition="in" filter="wipe(right)">
                                      <p:cBhvr>
                                        <p:cTn id="20" dur="500"/>
                                        <p:tgtEl>
                                          <p:spTgt spid="158728"/>
                                        </p:tgtEl>
                                      </p:cBhvr>
                                    </p:animEffect>
                                  </p:childTnLst>
                                  <p:subTnLst>
                                    <p:animClr clrSpc="rgb" dir="cw">
                                      <p:cBhvr override="childStyle">
                                        <p:cTn dur="1" fill="hold" display="0" masterRel="nextClick" afterEffect="1"/>
                                        <p:tgtEl>
                                          <p:spTgt spid="158728"/>
                                        </p:tgtEl>
                                        <p:attrNameLst>
                                          <p:attrName>ppt_c</p:attrName>
                                        </p:attrNameLst>
                                      </p:cBhvr>
                                      <p:to>
                                        <a:schemeClr val="folHlink"/>
                                      </p:to>
                                    </p:animClr>
                                    <p:audio>
                                      <p:cMediaNode>
                                        <p:cTn display="0" masterRel="sameClick">
                                          <p:stCondLst>
                                            <p:cond evt="begin" delay="0">
                                              <p:tn val="17"/>
                                            </p:cond>
                                          </p:stCondLst>
                                          <p:endCondLst>
                                            <p:cond evt="onStopAudio" delay="0">
                                              <p:tgtEl>
                                                <p:sldTgt/>
                                              </p:tgtEl>
                                            </p:cond>
                                          </p:endCondLst>
                                        </p:cTn>
                                        <p:tgtEl>
                                          <p:sndTgt r:embed="rId2" name="TYP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158727"/>
                                        </p:tgtEl>
                                        <p:attrNameLst>
                                          <p:attrName>style.visibility</p:attrName>
                                        </p:attrNameLst>
                                      </p:cBhvr>
                                      <p:to>
                                        <p:strVal val="visible"/>
                                      </p:to>
                                    </p:set>
                                    <p:anim calcmode="lin" valueType="num">
                                      <p:cBhvr additive="base">
                                        <p:cTn id="25" dur="500"/>
                                        <p:tgtEl>
                                          <p:spTgt spid="158727"/>
                                        </p:tgtEl>
                                        <p:attrNameLst>
                                          <p:attrName>ppt_x</p:attrName>
                                        </p:attrNameLst>
                                      </p:cBhvr>
                                      <p:tavLst>
                                        <p:tav tm="0">
                                          <p:val>
                                            <p:strVal val="#ppt_x-#ppt_w*1.125000"/>
                                          </p:val>
                                        </p:tav>
                                        <p:tav tm="100000">
                                          <p:val>
                                            <p:strVal val="#ppt_x"/>
                                          </p:val>
                                        </p:tav>
                                      </p:tavLst>
                                    </p:anim>
                                    <p:animEffect transition="in" filter="wipe(right)">
                                      <p:cBhvr>
                                        <p:cTn id="26" dur="500"/>
                                        <p:tgtEl>
                                          <p:spTgt spid="158727"/>
                                        </p:tgtEl>
                                      </p:cBhvr>
                                    </p:animEffect>
                                  </p:childTnLst>
                                  <p:subTnLst>
                                    <p:animClr clrSpc="rgb" dir="cw">
                                      <p:cBhvr override="childStyle">
                                        <p:cTn dur="1" fill="hold" display="0" masterRel="nextClick" afterEffect="1"/>
                                        <p:tgtEl>
                                          <p:spTgt spid="158727"/>
                                        </p:tgtEl>
                                        <p:attrNameLst>
                                          <p:attrName>ppt_c</p:attrName>
                                        </p:attrNameLst>
                                      </p:cBhvr>
                                      <p:to>
                                        <a:schemeClr val="folHlink"/>
                                      </p:to>
                                    </p:animClr>
                                    <p:audio>
                                      <p:cMediaNode>
                                        <p:cTn display="0" masterRel="sameClick">
                                          <p:stCondLst>
                                            <p:cond evt="begin" delay="0">
                                              <p:tn val="23"/>
                                            </p:cond>
                                          </p:stCondLst>
                                          <p:endCondLst>
                                            <p:cond evt="onStopAudio" delay="0">
                                              <p:tgtEl>
                                                <p:sldTgt/>
                                              </p:tgtEl>
                                            </p:cond>
                                          </p:endCondLst>
                                        </p:cTn>
                                        <p:tgtEl>
                                          <p:sndTgt r:embed="rId2" name="TYP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158726"/>
                                        </p:tgtEl>
                                        <p:attrNameLst>
                                          <p:attrName>style.visibility</p:attrName>
                                        </p:attrNameLst>
                                      </p:cBhvr>
                                      <p:to>
                                        <p:strVal val="visible"/>
                                      </p:to>
                                    </p:set>
                                    <p:anim calcmode="lin" valueType="num">
                                      <p:cBhvr additive="base">
                                        <p:cTn id="31" dur="500"/>
                                        <p:tgtEl>
                                          <p:spTgt spid="158726"/>
                                        </p:tgtEl>
                                        <p:attrNameLst>
                                          <p:attrName>ppt_x</p:attrName>
                                        </p:attrNameLst>
                                      </p:cBhvr>
                                      <p:tavLst>
                                        <p:tav tm="0">
                                          <p:val>
                                            <p:strVal val="#ppt_x-#ppt_w*1.125000"/>
                                          </p:val>
                                        </p:tav>
                                        <p:tav tm="100000">
                                          <p:val>
                                            <p:strVal val="#ppt_x"/>
                                          </p:val>
                                        </p:tav>
                                      </p:tavLst>
                                    </p:anim>
                                    <p:animEffect transition="in" filter="wipe(right)">
                                      <p:cBhvr>
                                        <p:cTn id="32" dur="500"/>
                                        <p:tgtEl>
                                          <p:spTgt spid="158726"/>
                                        </p:tgtEl>
                                      </p:cBhvr>
                                    </p:animEffect>
                                  </p:childTnLst>
                                  <p:subTnLst>
                                    <p:audio>
                                      <p:cMediaNode>
                                        <p:cTn display="0" masterRel="sameClick">
                                          <p:stCondLst>
                                            <p:cond evt="begin" delay="0">
                                              <p:tn val="29"/>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animBg="1" autoUpdateAnimBg="0"/>
      <p:bldP spid="158724" grpId="0" autoUpdateAnimBg="0"/>
      <p:bldP spid="158726" grpId="0" autoUpdateAnimBg="0"/>
      <p:bldP spid="158727" grpId="0" autoUpdateAnimBg="0"/>
      <p:bldP spid="15872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SQL - QUERY Hierarchy</a:t>
            </a:r>
            <a:endParaRPr lang="en-US" dirty="0"/>
          </a:p>
        </p:txBody>
      </p:sp>
      <p:graphicFrame>
        <p:nvGraphicFramePr>
          <p:cNvPr id="4" name="Diagram 4"/>
          <p:cNvGraphicFramePr>
            <a:graphicFrameLocks noGrp="1"/>
          </p:cNvGraphicFramePr>
          <p:nvPr>
            <p:ph idx="1"/>
            <p:extLst>
              <p:ext uri="{D42A27DB-BD31-4B8C-83A1-F6EECF244321}">
                <p14:modId xmlns:p14="http://schemas.microsoft.com/office/powerpoint/2010/main" val="1917752528"/>
              </p:ext>
            </p:extLst>
          </p:nvPr>
        </p:nvGraphicFramePr>
        <p:xfrm>
          <a:off x="304800" y="1554163"/>
          <a:ext cx="86868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8"/>
          <p:cNvGrpSpPr/>
          <p:nvPr/>
        </p:nvGrpSpPr>
        <p:grpSpPr>
          <a:xfrm>
            <a:off x="4242247" y="1385925"/>
            <a:ext cx="2743200" cy="1668546"/>
            <a:chOff x="3656488" y="471125"/>
            <a:chExt cx="2743200" cy="1668546"/>
          </a:xfrm>
        </p:grpSpPr>
        <p:sp>
          <p:nvSpPr>
            <p:cNvPr id="10" name="Rectangle 9"/>
            <p:cNvSpPr/>
            <p:nvPr/>
          </p:nvSpPr>
          <p:spPr>
            <a:xfrm>
              <a:off x="3656488" y="471125"/>
              <a:ext cx="2743200" cy="1371600"/>
            </a:xfrm>
            <a:prstGeom prst="rect">
              <a:avLst/>
            </a:prstGeom>
            <a:gradFill>
              <a:gsLst>
                <a:gs pos="0">
                  <a:schemeClr val="bg1"/>
                </a:gs>
                <a:gs pos="100000">
                  <a:schemeClr val="bg1"/>
                </a:gs>
              </a:gsLst>
              <a:lin ang="13500000" scaled="1"/>
            </a:gradFill>
            <a:ln w="34925">
              <a:noFill/>
            </a:ln>
            <a:effectLst/>
            <a:scene3d>
              <a:camera prst="isometricOffAxis2Top"/>
              <a:lightRig rig="twoPt" dir="t">
                <a:rot lat="0" lon="0" rev="4200000"/>
              </a:lightRig>
            </a:scene3d>
            <a:sp3d extrusionH="508000" prstMaterial="clear">
              <a:bevelT w="88900" h="88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0" name="TextBox 19"/>
            <p:cNvSpPr txBox="1"/>
            <p:nvPr/>
          </p:nvSpPr>
          <p:spPr>
            <a:xfrm>
              <a:off x="4132221" y="1493340"/>
              <a:ext cx="1898075" cy="646331"/>
            </a:xfrm>
            <a:prstGeom prst="rect">
              <a:avLst/>
            </a:prstGeom>
            <a:noFill/>
          </p:spPr>
          <p:txBody>
            <a:bodyPr wrap="square" rtlCol="0">
              <a:spAutoFit/>
              <a:scene3d>
                <a:camera prst="isometricOffAxis2Left"/>
                <a:lightRig rig="threePt" dir="t"/>
              </a:scene3d>
              <a:sp3d/>
            </a:bodyPr>
            <a:lstStyle/>
            <a:p>
              <a:pPr algn="r"/>
              <a:r>
                <a:rPr lang="en-US" sz="3600" dirty="0" smtClean="0">
                  <a:solidFill>
                    <a:prstClr val="white"/>
                  </a:solidFill>
                  <a:latin typeface="Tw Cen MT Condensed" pitchFamily="34" charset="0"/>
                </a:rPr>
                <a:t>FROM</a:t>
              </a:r>
              <a:endParaRPr lang="en-US" sz="3600" dirty="0">
                <a:solidFill>
                  <a:prstClr val="white"/>
                </a:solidFill>
                <a:latin typeface="Tw Cen MT Condensed" pitchFamily="34" charset="0"/>
              </a:endParaRPr>
            </a:p>
          </p:txBody>
        </p:sp>
      </p:grpSp>
      <p:grpSp>
        <p:nvGrpSpPr>
          <p:cNvPr id="5" name="Group 39"/>
          <p:cNvGrpSpPr/>
          <p:nvPr/>
        </p:nvGrpSpPr>
        <p:grpSpPr>
          <a:xfrm>
            <a:off x="3616020" y="2300725"/>
            <a:ext cx="2743200" cy="1655300"/>
            <a:chOff x="3085238" y="1317681"/>
            <a:chExt cx="2743200" cy="1655300"/>
          </a:xfrm>
        </p:grpSpPr>
        <p:sp>
          <p:nvSpPr>
            <p:cNvPr id="9" name="Rectangle 8"/>
            <p:cNvSpPr/>
            <p:nvPr/>
          </p:nvSpPr>
          <p:spPr>
            <a:xfrm>
              <a:off x="3085238" y="1317681"/>
              <a:ext cx="2743200" cy="1371600"/>
            </a:xfrm>
            <a:prstGeom prst="rect">
              <a:avLst/>
            </a:prstGeom>
            <a:gradFill>
              <a:gsLst>
                <a:gs pos="0">
                  <a:schemeClr val="bg1"/>
                </a:gs>
                <a:gs pos="100000">
                  <a:schemeClr val="bg1"/>
                </a:gs>
              </a:gsLst>
              <a:lin ang="13500000" scaled="1"/>
            </a:gradFill>
            <a:ln w="34925">
              <a:noFill/>
            </a:ln>
            <a:effectLst/>
            <a:scene3d>
              <a:camera prst="isometricOffAxis2Top"/>
              <a:lightRig rig="twoPt" dir="t">
                <a:rot lat="0" lon="0" rev="4200000"/>
              </a:lightRig>
            </a:scene3d>
            <a:sp3d extrusionH="508000" prstMaterial="clear">
              <a:bevelT w="88900" h="88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1" name="TextBox 20"/>
            <p:cNvSpPr txBox="1"/>
            <p:nvPr/>
          </p:nvSpPr>
          <p:spPr>
            <a:xfrm>
              <a:off x="3557650" y="2326650"/>
              <a:ext cx="1898075" cy="646331"/>
            </a:xfrm>
            <a:prstGeom prst="rect">
              <a:avLst/>
            </a:prstGeom>
            <a:noFill/>
          </p:spPr>
          <p:txBody>
            <a:bodyPr wrap="square" rtlCol="0">
              <a:spAutoFit/>
              <a:scene3d>
                <a:camera prst="isometricOffAxis2Left"/>
                <a:lightRig rig="threePt" dir="t"/>
              </a:scene3d>
              <a:sp3d/>
            </a:bodyPr>
            <a:lstStyle/>
            <a:p>
              <a:pPr algn="r"/>
              <a:r>
                <a:rPr lang="en-US" sz="3600" dirty="0" smtClean="0">
                  <a:solidFill>
                    <a:prstClr val="white"/>
                  </a:solidFill>
                  <a:latin typeface="Tw Cen MT Condensed" pitchFamily="34" charset="0"/>
                </a:rPr>
                <a:t>WHERE</a:t>
              </a:r>
              <a:endParaRPr lang="en-US" sz="3600" dirty="0">
                <a:solidFill>
                  <a:prstClr val="white"/>
                </a:solidFill>
                <a:latin typeface="Tw Cen MT Condensed" pitchFamily="34" charset="0"/>
              </a:endParaRPr>
            </a:p>
          </p:txBody>
        </p:sp>
      </p:grpSp>
      <p:grpSp>
        <p:nvGrpSpPr>
          <p:cNvPr id="6" name="Group 40"/>
          <p:cNvGrpSpPr/>
          <p:nvPr/>
        </p:nvGrpSpPr>
        <p:grpSpPr>
          <a:xfrm>
            <a:off x="2989793" y="3206229"/>
            <a:ext cx="2743200" cy="1653506"/>
            <a:chOff x="2438651" y="2223975"/>
            <a:chExt cx="2743200" cy="1653506"/>
          </a:xfrm>
        </p:grpSpPr>
        <p:sp>
          <p:nvSpPr>
            <p:cNvPr id="23" name="Rectangle 22"/>
            <p:cNvSpPr/>
            <p:nvPr/>
          </p:nvSpPr>
          <p:spPr>
            <a:xfrm>
              <a:off x="2438651" y="2223975"/>
              <a:ext cx="2743200" cy="1371600"/>
            </a:xfrm>
            <a:prstGeom prst="rect">
              <a:avLst/>
            </a:prstGeom>
            <a:gradFill>
              <a:gsLst>
                <a:gs pos="0">
                  <a:schemeClr val="bg1"/>
                </a:gs>
                <a:gs pos="100000">
                  <a:schemeClr val="bg1"/>
                </a:gs>
              </a:gsLst>
              <a:lin ang="13500000" scaled="1"/>
            </a:gradFill>
            <a:ln w="34925">
              <a:noFill/>
            </a:ln>
            <a:effectLst/>
            <a:scene3d>
              <a:camera prst="isometricOffAxis2Top"/>
              <a:lightRig rig="twoPt" dir="t">
                <a:rot lat="0" lon="0" rev="4200000"/>
              </a:lightRig>
            </a:scene3d>
            <a:sp3d extrusionH="508000" prstMaterial="clear">
              <a:bevelT w="88900" h="88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4" name="TextBox 23"/>
            <p:cNvSpPr txBox="1"/>
            <p:nvPr/>
          </p:nvSpPr>
          <p:spPr>
            <a:xfrm>
              <a:off x="2887313" y="3231150"/>
              <a:ext cx="1898075" cy="646331"/>
            </a:xfrm>
            <a:prstGeom prst="rect">
              <a:avLst/>
            </a:prstGeom>
            <a:noFill/>
          </p:spPr>
          <p:txBody>
            <a:bodyPr wrap="square" rtlCol="0">
              <a:spAutoFit/>
              <a:scene3d>
                <a:camera prst="isometricOffAxis2Left"/>
                <a:lightRig rig="threePt" dir="t"/>
              </a:scene3d>
              <a:sp3d/>
            </a:bodyPr>
            <a:lstStyle/>
            <a:p>
              <a:pPr algn="r"/>
              <a:r>
                <a:rPr lang="en-US" sz="3600" dirty="0" smtClean="0">
                  <a:solidFill>
                    <a:prstClr val="white"/>
                  </a:solidFill>
                  <a:latin typeface="Tw Cen MT Condensed" pitchFamily="34" charset="0"/>
                </a:rPr>
                <a:t>GROUP BY</a:t>
              </a:r>
              <a:endParaRPr lang="en-US" sz="3600" dirty="0">
                <a:solidFill>
                  <a:prstClr val="white"/>
                </a:solidFill>
                <a:latin typeface="Tw Cen MT Condensed" pitchFamily="34" charset="0"/>
              </a:endParaRPr>
            </a:p>
          </p:txBody>
        </p:sp>
      </p:grpSp>
      <p:grpSp>
        <p:nvGrpSpPr>
          <p:cNvPr id="7" name="Group 41"/>
          <p:cNvGrpSpPr/>
          <p:nvPr/>
        </p:nvGrpSpPr>
        <p:grpSpPr>
          <a:xfrm>
            <a:off x="2363566" y="4123587"/>
            <a:ext cx="2743200" cy="1655300"/>
            <a:chOff x="1810251" y="3127681"/>
            <a:chExt cx="2743200" cy="1655300"/>
          </a:xfrm>
        </p:grpSpPr>
        <p:sp>
          <p:nvSpPr>
            <p:cNvPr id="22" name="Rectangle 21"/>
            <p:cNvSpPr/>
            <p:nvPr/>
          </p:nvSpPr>
          <p:spPr>
            <a:xfrm>
              <a:off x="1810251" y="3127681"/>
              <a:ext cx="2743200" cy="1371600"/>
            </a:xfrm>
            <a:prstGeom prst="rect">
              <a:avLst/>
            </a:prstGeom>
            <a:gradFill>
              <a:gsLst>
                <a:gs pos="0">
                  <a:schemeClr val="bg1"/>
                </a:gs>
                <a:gs pos="100000">
                  <a:schemeClr val="bg1"/>
                </a:gs>
              </a:gsLst>
              <a:lin ang="13500000" scaled="1"/>
            </a:gradFill>
            <a:ln w="34925">
              <a:noFill/>
            </a:ln>
            <a:effectLst/>
            <a:scene3d>
              <a:camera prst="isometricOffAxis2Top"/>
              <a:lightRig rig="twoPt" dir="t">
                <a:rot lat="0" lon="0" rev="4200000"/>
              </a:lightRig>
            </a:scene3d>
            <a:sp3d extrusionH="508000" prstMaterial="clear">
              <a:bevelT w="88900" h="88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5" name="TextBox 24"/>
            <p:cNvSpPr txBox="1"/>
            <p:nvPr/>
          </p:nvSpPr>
          <p:spPr>
            <a:xfrm>
              <a:off x="2282663" y="4136650"/>
              <a:ext cx="1898075" cy="646331"/>
            </a:xfrm>
            <a:prstGeom prst="rect">
              <a:avLst/>
            </a:prstGeom>
            <a:noFill/>
          </p:spPr>
          <p:txBody>
            <a:bodyPr wrap="square" rtlCol="0">
              <a:spAutoFit/>
              <a:scene3d>
                <a:camera prst="isometricOffAxis2Left"/>
                <a:lightRig rig="threePt" dir="t"/>
              </a:scene3d>
              <a:sp3d/>
            </a:bodyPr>
            <a:lstStyle/>
            <a:p>
              <a:pPr algn="r"/>
              <a:r>
                <a:rPr lang="en-US" sz="3600" dirty="0" smtClean="0">
                  <a:solidFill>
                    <a:prstClr val="white"/>
                  </a:solidFill>
                  <a:latin typeface="Tw Cen MT Condensed" pitchFamily="34" charset="0"/>
                </a:rPr>
                <a:t>HAVING</a:t>
              </a:r>
              <a:endParaRPr lang="en-US" sz="3600" dirty="0">
                <a:solidFill>
                  <a:prstClr val="white"/>
                </a:solidFill>
                <a:latin typeface="Tw Cen MT Condensed" pitchFamily="34" charset="0"/>
              </a:endParaRPr>
            </a:p>
          </p:txBody>
        </p:sp>
      </p:grpSp>
      <p:grpSp>
        <p:nvGrpSpPr>
          <p:cNvPr id="8" name="Group 42"/>
          <p:cNvGrpSpPr/>
          <p:nvPr/>
        </p:nvGrpSpPr>
        <p:grpSpPr>
          <a:xfrm>
            <a:off x="1737339" y="5042740"/>
            <a:ext cx="2743200" cy="1655300"/>
            <a:chOff x="1178876" y="4059700"/>
            <a:chExt cx="2743200" cy="1655300"/>
          </a:xfrm>
        </p:grpSpPr>
        <p:sp>
          <p:nvSpPr>
            <p:cNvPr id="26" name="Rectangle 25"/>
            <p:cNvSpPr/>
            <p:nvPr/>
          </p:nvSpPr>
          <p:spPr>
            <a:xfrm>
              <a:off x="1178876" y="4059700"/>
              <a:ext cx="2743200" cy="1371600"/>
            </a:xfrm>
            <a:prstGeom prst="rect">
              <a:avLst/>
            </a:prstGeom>
            <a:solidFill>
              <a:schemeClr val="bg1"/>
            </a:solidFill>
            <a:ln w="34925">
              <a:noFill/>
            </a:ln>
            <a:effectLst/>
            <a:scene3d>
              <a:camera prst="isometricOffAxis2Top"/>
              <a:lightRig rig="twoPt" dir="t">
                <a:rot lat="0" lon="0" rev="4200000"/>
              </a:lightRig>
            </a:scene3d>
            <a:sp3d extrusionH="508000" prstMaterial="clear">
              <a:bevelT w="88900" h="88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7" name="TextBox 26"/>
            <p:cNvSpPr txBox="1"/>
            <p:nvPr/>
          </p:nvSpPr>
          <p:spPr>
            <a:xfrm>
              <a:off x="1651288" y="5068669"/>
              <a:ext cx="1898075" cy="646331"/>
            </a:xfrm>
            <a:prstGeom prst="rect">
              <a:avLst/>
            </a:prstGeom>
            <a:noFill/>
          </p:spPr>
          <p:txBody>
            <a:bodyPr wrap="square" rtlCol="0">
              <a:spAutoFit/>
              <a:scene3d>
                <a:camera prst="isometricOffAxis2Left"/>
                <a:lightRig rig="threePt" dir="t"/>
              </a:scene3d>
              <a:sp3d/>
            </a:bodyPr>
            <a:lstStyle/>
            <a:p>
              <a:pPr algn="r"/>
              <a:r>
                <a:rPr lang="en-US" sz="3600" dirty="0" smtClean="0">
                  <a:solidFill>
                    <a:prstClr val="white"/>
                  </a:solidFill>
                  <a:latin typeface="Tw Cen MT Condensed" pitchFamily="34" charset="0"/>
                </a:rPr>
                <a:t>ORDER BY</a:t>
              </a:r>
              <a:endParaRPr lang="en-US" sz="3600" dirty="0">
                <a:solidFill>
                  <a:prstClr val="white"/>
                </a:solidFill>
                <a:latin typeface="Tw Cen MT Condensed" pitchFamily="34" charset="0"/>
              </a:endParaRPr>
            </a:p>
          </p:txBody>
        </p:sp>
      </p:grpSp>
      <p:grpSp>
        <p:nvGrpSpPr>
          <p:cNvPr id="30" name="Group 38"/>
          <p:cNvGrpSpPr/>
          <p:nvPr/>
        </p:nvGrpSpPr>
        <p:grpSpPr>
          <a:xfrm>
            <a:off x="4815954" y="551652"/>
            <a:ext cx="2743200" cy="1668546"/>
            <a:chOff x="3656488" y="471125"/>
            <a:chExt cx="2743200" cy="1668546"/>
          </a:xfrm>
        </p:grpSpPr>
        <p:sp>
          <p:nvSpPr>
            <p:cNvPr id="33" name="Rectangle 32"/>
            <p:cNvSpPr/>
            <p:nvPr/>
          </p:nvSpPr>
          <p:spPr>
            <a:xfrm>
              <a:off x="3656488" y="471125"/>
              <a:ext cx="2743200" cy="1371600"/>
            </a:xfrm>
            <a:prstGeom prst="rect">
              <a:avLst/>
            </a:prstGeom>
            <a:gradFill>
              <a:gsLst>
                <a:gs pos="0">
                  <a:schemeClr val="bg1"/>
                </a:gs>
                <a:gs pos="100000">
                  <a:schemeClr val="bg1"/>
                </a:gs>
              </a:gsLst>
              <a:lin ang="13500000" scaled="1"/>
            </a:gradFill>
            <a:ln w="34925">
              <a:noFill/>
            </a:ln>
            <a:effectLst/>
            <a:scene3d>
              <a:camera prst="isometricOffAxis2Top"/>
              <a:lightRig rig="twoPt" dir="t">
                <a:rot lat="0" lon="0" rev="4200000"/>
              </a:lightRig>
            </a:scene3d>
            <a:sp3d extrusionH="508000" prstMaterial="clear">
              <a:bevelT w="88900" h="88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4" name="TextBox 33"/>
            <p:cNvSpPr txBox="1"/>
            <p:nvPr/>
          </p:nvSpPr>
          <p:spPr>
            <a:xfrm>
              <a:off x="4132221" y="1493340"/>
              <a:ext cx="1898075" cy="646331"/>
            </a:xfrm>
            <a:prstGeom prst="rect">
              <a:avLst/>
            </a:prstGeom>
            <a:noFill/>
          </p:spPr>
          <p:txBody>
            <a:bodyPr wrap="square" rtlCol="0">
              <a:spAutoFit/>
              <a:scene3d>
                <a:camera prst="isometricOffAxis2Left"/>
                <a:lightRig rig="threePt" dir="t"/>
              </a:scene3d>
              <a:sp3d/>
            </a:bodyPr>
            <a:lstStyle/>
            <a:p>
              <a:pPr algn="r"/>
              <a:r>
                <a:rPr lang="en-US" sz="3600" dirty="0" smtClean="0">
                  <a:solidFill>
                    <a:prstClr val="white"/>
                  </a:solidFill>
                  <a:latin typeface="Tw Cen MT Condensed" pitchFamily="34" charset="0"/>
                </a:rPr>
                <a:t>SELECT</a:t>
              </a:r>
              <a:endParaRPr lang="en-US" sz="3600" dirty="0">
                <a:solidFill>
                  <a:prstClr val="white"/>
                </a:solidFill>
                <a:latin typeface="Tw Cen MT Condensed" pitchFamily="34" charset="0"/>
              </a:endParaRPr>
            </a:p>
          </p:txBody>
        </p:sp>
      </p:grpSp>
      <p:sp>
        <p:nvSpPr>
          <p:cNvPr id="35" name="Rectangle 2"/>
          <p:cNvSpPr txBox="1">
            <a:spLocks/>
          </p:cNvSpPr>
          <p:nvPr/>
        </p:nvSpPr>
        <p:spPr>
          <a:xfrm>
            <a:off x="333829" y="228600"/>
            <a:ext cx="8686800" cy="838200"/>
          </a:xfrm>
          <a:prstGeom prst="rect">
            <a:avLst/>
          </a:prstGeom>
        </p:spPr>
        <p:txBody>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dirty="0" smtClean="0"/>
              <a:t>SQL Query HIERARCHY</a:t>
            </a:r>
            <a:endParaRPr lang="en-US" dirty="0"/>
          </a:p>
        </p:txBody>
      </p:sp>
      <p:sp>
        <p:nvSpPr>
          <p:cNvPr id="28"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3686595888"/>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3422593551"/>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2"/>
          <p:cNvSpPr txBox="1">
            <a:spLocks/>
          </p:cNvSpPr>
          <p:nvPr/>
        </p:nvSpPr>
        <p:spPr>
          <a:xfrm>
            <a:off x="304800" y="457200"/>
            <a:ext cx="8686800" cy="838200"/>
          </a:xfrm>
          <a:prstGeom prst="rect">
            <a:avLst/>
          </a:prstGeom>
        </p:spPr>
        <p:txBody>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dirty="0" smtClean="0"/>
              <a:t>Logical Query processing</a:t>
            </a:r>
            <a:endParaRPr lang="en-US" dirty="0"/>
          </a:p>
        </p:txBody>
      </p:sp>
      <p:sp>
        <p:nvSpPr>
          <p:cNvPr id="5"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13619063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3">
                                            <p:graphicEl>
                                              <a:dgm id="{9E87D3F1-4C62-44C2-839D-F5FF792F807F}"/>
                                            </p:graphicEl>
                                          </p:spTgt>
                                        </p:tgtEl>
                                        <p:attrNameLst>
                                          <p:attrName>style.visibility</p:attrName>
                                        </p:attrNameLst>
                                      </p:cBhvr>
                                      <p:to>
                                        <p:strVal val="visible"/>
                                      </p:to>
                                    </p:set>
                                    <p:anim calcmode="lin" valueType="num">
                                      <p:cBhvr>
                                        <p:cTn id="7" dur="1000" fill="hold"/>
                                        <p:tgtEl>
                                          <p:spTgt spid="3">
                                            <p:graphicEl>
                                              <a:dgm id="{9E87D3F1-4C62-44C2-839D-F5FF792F807F}"/>
                                            </p:graphicEl>
                                          </p:spTgt>
                                        </p:tgtEl>
                                        <p:attrNameLst>
                                          <p:attrName>ppt_w</p:attrName>
                                        </p:attrNameLst>
                                      </p:cBhvr>
                                      <p:tavLst>
                                        <p:tav tm="0">
                                          <p:val>
                                            <p:fltVal val="0"/>
                                          </p:val>
                                        </p:tav>
                                        <p:tav tm="100000">
                                          <p:val>
                                            <p:strVal val="#ppt_w"/>
                                          </p:val>
                                        </p:tav>
                                      </p:tavLst>
                                    </p:anim>
                                    <p:anim calcmode="lin" valueType="num">
                                      <p:cBhvr>
                                        <p:cTn id="8" dur="1000" fill="hold"/>
                                        <p:tgtEl>
                                          <p:spTgt spid="3">
                                            <p:graphicEl>
                                              <a:dgm id="{9E87D3F1-4C62-44C2-839D-F5FF792F807F}"/>
                                            </p:graphicEl>
                                          </p:spTgt>
                                        </p:tgtEl>
                                        <p:attrNameLst>
                                          <p:attrName>ppt_h</p:attrName>
                                        </p:attrNameLst>
                                      </p:cBhvr>
                                      <p:tavLst>
                                        <p:tav tm="0">
                                          <p:val>
                                            <p:fltVal val="0"/>
                                          </p:val>
                                        </p:tav>
                                        <p:tav tm="100000">
                                          <p:val>
                                            <p:strVal val="#ppt_h"/>
                                          </p:val>
                                        </p:tav>
                                      </p:tavLst>
                                    </p:anim>
                                    <p:anim calcmode="lin" valueType="num">
                                      <p:cBhvr>
                                        <p:cTn id="9" dur="1000" fill="hold"/>
                                        <p:tgtEl>
                                          <p:spTgt spid="3">
                                            <p:graphicEl>
                                              <a:dgm id="{9E87D3F1-4C62-44C2-839D-F5FF792F807F}"/>
                                            </p:graphicEl>
                                          </p:spTgt>
                                        </p:tgtEl>
                                        <p:attrNameLst>
                                          <p:attrName>style.rotation</p:attrName>
                                        </p:attrNameLst>
                                      </p:cBhvr>
                                      <p:tavLst>
                                        <p:tav tm="0">
                                          <p:val>
                                            <p:fltVal val="90"/>
                                          </p:val>
                                        </p:tav>
                                        <p:tav tm="100000">
                                          <p:val>
                                            <p:fltVal val="0"/>
                                          </p:val>
                                        </p:tav>
                                      </p:tavLst>
                                    </p:anim>
                                    <p:animEffect transition="in" filter="fade">
                                      <p:cBhvr>
                                        <p:cTn id="10" dur="1000"/>
                                        <p:tgtEl>
                                          <p:spTgt spid="3">
                                            <p:graphicEl>
                                              <a:dgm id="{9E87D3F1-4C62-44C2-839D-F5FF792F807F}"/>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graphicEl>
                                              <a:dgm id="{193D7722-BC70-46AA-A506-3DB4A98F9308}"/>
                                            </p:graphicEl>
                                          </p:spTgt>
                                        </p:tgtEl>
                                        <p:attrNameLst>
                                          <p:attrName>style.visibility</p:attrName>
                                        </p:attrNameLst>
                                      </p:cBhvr>
                                      <p:to>
                                        <p:strVal val="visible"/>
                                      </p:to>
                                    </p:set>
                                    <p:animEffect transition="in" filter="fade">
                                      <p:cBhvr>
                                        <p:cTn id="15" dur="1000"/>
                                        <p:tgtEl>
                                          <p:spTgt spid="3">
                                            <p:graphicEl>
                                              <a:dgm id="{193D7722-BC70-46AA-A506-3DB4A98F9308}"/>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grpId="1" nodeType="clickEffect">
                                  <p:stCondLst>
                                    <p:cond delay="0"/>
                                  </p:stCondLst>
                                  <p:childTnLst>
                                    <p:animMotion origin="layout" path="M 0 0  L 0.25 0  E" pathEditMode="relative" ptsTypes="">
                                      <p:cBhvr>
                                        <p:cTn id="19" dur="1000" spd="-100000" fill="hold"/>
                                        <p:tgtEl>
                                          <p:spTgt spid="3">
                                            <p:graphicEl>
                                              <a:dgm id="{9E87D3F1-4C62-44C2-839D-F5FF792F807F}"/>
                                            </p:graphicEl>
                                          </p:spTgt>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63" presetClass="path" presetSubtype="0" accel="50000" decel="50000" fill="hold" grpId="1" nodeType="clickEffect">
                                  <p:stCondLst>
                                    <p:cond delay="0"/>
                                  </p:stCondLst>
                                  <p:childTnLst>
                                    <p:animMotion origin="layout" path="M 0 0  L 0.25 0  E" pathEditMode="relative" ptsTypes="">
                                      <p:cBhvr>
                                        <p:cTn id="23" dur="1000" spd="-100000" fill="hold"/>
                                        <p:tgtEl>
                                          <p:spTgt spid="3">
                                            <p:graphicEl>
                                              <a:dgm id="{193D7722-BC70-46AA-A506-3DB4A98F9308}"/>
                                            </p:graphicEl>
                                          </p:spTgt>
                                        </p:tgtEl>
                                        <p:attrNameLst>
                                          <p:attrName>ppt_x</p:attrName>
                                          <p:attrName>ppt_y</p:attrName>
                                        </p:attrNameLst>
                                      </p:cBhvr>
                                    </p:animMotion>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grpId="1" nodeType="clickEffect">
                                  <p:stCondLst>
                                    <p:cond delay="0"/>
                                  </p:stCondLst>
                                  <p:childTnLst>
                                    <p:animMotion origin="layout" path="M 0 0  L 0.25 0  E" pathEditMode="relative" ptsTypes="">
                                      <p:cBhvr>
                                        <p:cTn id="27" dur="1000" spd="-100000" fill="hold"/>
                                        <p:tgtEl>
                                          <p:spTgt spid="3">
                                            <p:graphicEl>
                                              <a:dgm id="{A60E8B29-3A41-41E6-92ED-087DF974D6A6}"/>
                                            </p:graphicEl>
                                          </p:spTgt>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30" presetID="31" presetClass="entr" presetSubtype="0" fill="hold" grpId="0" nodeType="clickEffect">
                                  <p:stCondLst>
                                    <p:cond delay="0"/>
                                  </p:stCondLst>
                                  <p:iterate type="lt">
                                    <p:tmPct val="5000"/>
                                  </p:iterate>
                                  <p:childTnLst>
                                    <p:set>
                                      <p:cBhvr>
                                        <p:cTn id="31" dur="1" fill="hold">
                                          <p:stCondLst>
                                            <p:cond delay="0"/>
                                          </p:stCondLst>
                                        </p:cTn>
                                        <p:tgtEl>
                                          <p:spTgt spid="3">
                                            <p:graphicEl>
                                              <a:dgm id="{A60E8B29-3A41-41E6-92ED-087DF974D6A6}"/>
                                            </p:graphicEl>
                                          </p:spTgt>
                                        </p:tgtEl>
                                        <p:attrNameLst>
                                          <p:attrName>style.visibility</p:attrName>
                                        </p:attrNameLst>
                                      </p:cBhvr>
                                      <p:to>
                                        <p:strVal val="visible"/>
                                      </p:to>
                                    </p:set>
                                    <p:anim calcmode="lin" valueType="num">
                                      <p:cBhvr>
                                        <p:cTn id="32" dur="1000" fill="hold"/>
                                        <p:tgtEl>
                                          <p:spTgt spid="3">
                                            <p:graphicEl>
                                              <a:dgm id="{A60E8B29-3A41-41E6-92ED-087DF974D6A6}"/>
                                            </p:graphicEl>
                                          </p:spTgt>
                                        </p:tgtEl>
                                        <p:attrNameLst>
                                          <p:attrName>ppt_w</p:attrName>
                                        </p:attrNameLst>
                                      </p:cBhvr>
                                      <p:tavLst>
                                        <p:tav tm="0">
                                          <p:val>
                                            <p:fltVal val="0"/>
                                          </p:val>
                                        </p:tav>
                                        <p:tav tm="100000">
                                          <p:val>
                                            <p:strVal val="#ppt_w"/>
                                          </p:val>
                                        </p:tav>
                                      </p:tavLst>
                                    </p:anim>
                                    <p:anim calcmode="lin" valueType="num">
                                      <p:cBhvr>
                                        <p:cTn id="33" dur="1000" fill="hold"/>
                                        <p:tgtEl>
                                          <p:spTgt spid="3">
                                            <p:graphicEl>
                                              <a:dgm id="{A60E8B29-3A41-41E6-92ED-087DF974D6A6}"/>
                                            </p:graphicEl>
                                          </p:spTgt>
                                        </p:tgtEl>
                                        <p:attrNameLst>
                                          <p:attrName>ppt_h</p:attrName>
                                        </p:attrNameLst>
                                      </p:cBhvr>
                                      <p:tavLst>
                                        <p:tav tm="0">
                                          <p:val>
                                            <p:fltVal val="0"/>
                                          </p:val>
                                        </p:tav>
                                        <p:tav tm="100000">
                                          <p:val>
                                            <p:strVal val="#ppt_h"/>
                                          </p:val>
                                        </p:tav>
                                      </p:tavLst>
                                    </p:anim>
                                    <p:anim calcmode="lin" valueType="num">
                                      <p:cBhvr>
                                        <p:cTn id="34" dur="1000" fill="hold"/>
                                        <p:tgtEl>
                                          <p:spTgt spid="3">
                                            <p:graphicEl>
                                              <a:dgm id="{A60E8B29-3A41-41E6-92ED-087DF974D6A6}"/>
                                            </p:graphicEl>
                                          </p:spTgt>
                                        </p:tgtEl>
                                        <p:attrNameLst>
                                          <p:attrName>style.rotation</p:attrName>
                                        </p:attrNameLst>
                                      </p:cBhvr>
                                      <p:tavLst>
                                        <p:tav tm="0">
                                          <p:val>
                                            <p:fltVal val="90"/>
                                          </p:val>
                                        </p:tav>
                                        <p:tav tm="100000">
                                          <p:val>
                                            <p:fltVal val="0"/>
                                          </p:val>
                                        </p:tav>
                                      </p:tavLst>
                                    </p:anim>
                                    <p:animEffect transition="in" filter="fade">
                                      <p:cBhvr>
                                        <p:cTn id="35" dur="1000"/>
                                        <p:tgtEl>
                                          <p:spTgt spid="3">
                                            <p:graphicEl>
                                              <a:dgm id="{A60E8B29-3A41-41E6-92ED-087DF974D6A6}"/>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graphicEl>
                                              <a:dgm id="{D12A3826-2E3C-4C07-A727-88547A37A6F8}"/>
                                            </p:graphicEl>
                                          </p:spTgt>
                                        </p:tgtEl>
                                        <p:attrNameLst>
                                          <p:attrName>style.visibility</p:attrName>
                                        </p:attrNameLst>
                                      </p:cBhvr>
                                      <p:to>
                                        <p:strVal val="visible"/>
                                      </p:to>
                                    </p:set>
                                    <p:animEffect transition="in" filter="fade">
                                      <p:cBhvr>
                                        <p:cTn id="40" dur="1000"/>
                                        <p:tgtEl>
                                          <p:spTgt spid="3">
                                            <p:graphicEl>
                                              <a:dgm id="{D12A3826-2E3C-4C07-A727-88547A37A6F8}"/>
                                            </p:graphicEl>
                                          </p:spTgt>
                                        </p:tgtEl>
                                      </p:cBhvr>
                                    </p:animEffect>
                                  </p:childTnLst>
                                </p:cTn>
                              </p:par>
                            </p:childTnLst>
                          </p:cTn>
                        </p:par>
                      </p:childTnLst>
                    </p:cTn>
                  </p:par>
                  <p:par>
                    <p:cTn id="41" fill="hold">
                      <p:stCondLst>
                        <p:cond delay="indefinite"/>
                      </p:stCondLst>
                      <p:childTnLst>
                        <p:par>
                          <p:cTn id="42" fill="hold">
                            <p:stCondLst>
                              <p:cond delay="0"/>
                            </p:stCondLst>
                            <p:childTnLst>
                              <p:par>
                                <p:cTn id="43" presetID="63" presetClass="path" presetSubtype="0" accel="50000" decel="50000" fill="hold" grpId="1" nodeType="clickEffect">
                                  <p:stCondLst>
                                    <p:cond delay="0"/>
                                  </p:stCondLst>
                                  <p:childTnLst>
                                    <p:animMotion origin="layout" path="M 0 0  L 0.25 0  E" pathEditMode="relative" ptsTypes="">
                                      <p:cBhvr>
                                        <p:cTn id="44" dur="1000" spd="-100000" fill="hold"/>
                                        <p:tgtEl>
                                          <p:spTgt spid="3">
                                            <p:graphicEl>
                                              <a:dgm id="{D12A3826-2E3C-4C07-A727-88547A37A6F8}"/>
                                            </p:graphicEl>
                                          </p:spTgt>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grpId="1" nodeType="clickEffect">
                                  <p:stCondLst>
                                    <p:cond delay="0"/>
                                  </p:stCondLst>
                                  <p:childTnLst>
                                    <p:animMotion origin="layout" path="M 0 0  L 0.25 0  E" pathEditMode="relative" ptsTypes="">
                                      <p:cBhvr>
                                        <p:cTn id="48" dur="1000" spd="-100000" fill="hold"/>
                                        <p:tgtEl>
                                          <p:spTgt spid="3">
                                            <p:graphicEl>
                                              <a:dgm id="{3364F820-B13F-496A-8388-7D4ADED4386F}"/>
                                            </p:graphicEl>
                                          </p:spTgt>
                                        </p:tgtEl>
                                        <p:attrNameLst>
                                          <p:attrName>ppt_x</p:attrName>
                                          <p:attrName>ppt_y</p:attrName>
                                        </p:attrNameLst>
                                      </p:cBhvr>
                                    </p:animMotion>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iterate type="lt">
                                    <p:tmPct val="5000"/>
                                  </p:iterate>
                                  <p:childTnLst>
                                    <p:set>
                                      <p:cBhvr>
                                        <p:cTn id="52" dur="1" fill="hold">
                                          <p:stCondLst>
                                            <p:cond delay="0"/>
                                          </p:stCondLst>
                                        </p:cTn>
                                        <p:tgtEl>
                                          <p:spTgt spid="3">
                                            <p:graphicEl>
                                              <a:dgm id="{3364F820-B13F-496A-8388-7D4ADED4386F}"/>
                                            </p:graphicEl>
                                          </p:spTgt>
                                        </p:tgtEl>
                                        <p:attrNameLst>
                                          <p:attrName>style.visibility</p:attrName>
                                        </p:attrNameLst>
                                      </p:cBhvr>
                                      <p:to>
                                        <p:strVal val="visible"/>
                                      </p:to>
                                    </p:set>
                                    <p:anim calcmode="lin" valueType="num">
                                      <p:cBhvr>
                                        <p:cTn id="53" dur="1000" fill="hold"/>
                                        <p:tgtEl>
                                          <p:spTgt spid="3">
                                            <p:graphicEl>
                                              <a:dgm id="{3364F820-B13F-496A-8388-7D4ADED4386F}"/>
                                            </p:graphicEl>
                                          </p:spTgt>
                                        </p:tgtEl>
                                        <p:attrNameLst>
                                          <p:attrName>ppt_w</p:attrName>
                                        </p:attrNameLst>
                                      </p:cBhvr>
                                      <p:tavLst>
                                        <p:tav tm="0">
                                          <p:val>
                                            <p:fltVal val="0"/>
                                          </p:val>
                                        </p:tav>
                                        <p:tav tm="100000">
                                          <p:val>
                                            <p:strVal val="#ppt_w"/>
                                          </p:val>
                                        </p:tav>
                                      </p:tavLst>
                                    </p:anim>
                                    <p:anim calcmode="lin" valueType="num">
                                      <p:cBhvr>
                                        <p:cTn id="54" dur="1000" fill="hold"/>
                                        <p:tgtEl>
                                          <p:spTgt spid="3">
                                            <p:graphicEl>
                                              <a:dgm id="{3364F820-B13F-496A-8388-7D4ADED4386F}"/>
                                            </p:graphicEl>
                                          </p:spTgt>
                                        </p:tgtEl>
                                        <p:attrNameLst>
                                          <p:attrName>ppt_h</p:attrName>
                                        </p:attrNameLst>
                                      </p:cBhvr>
                                      <p:tavLst>
                                        <p:tav tm="0">
                                          <p:val>
                                            <p:fltVal val="0"/>
                                          </p:val>
                                        </p:tav>
                                        <p:tav tm="100000">
                                          <p:val>
                                            <p:strVal val="#ppt_h"/>
                                          </p:val>
                                        </p:tav>
                                      </p:tavLst>
                                    </p:anim>
                                    <p:anim calcmode="lin" valueType="num">
                                      <p:cBhvr>
                                        <p:cTn id="55" dur="1000" fill="hold"/>
                                        <p:tgtEl>
                                          <p:spTgt spid="3">
                                            <p:graphicEl>
                                              <a:dgm id="{3364F820-B13F-496A-8388-7D4ADED4386F}"/>
                                            </p:graphicEl>
                                          </p:spTgt>
                                        </p:tgtEl>
                                        <p:attrNameLst>
                                          <p:attrName>style.rotation</p:attrName>
                                        </p:attrNameLst>
                                      </p:cBhvr>
                                      <p:tavLst>
                                        <p:tav tm="0">
                                          <p:val>
                                            <p:fltVal val="90"/>
                                          </p:val>
                                        </p:tav>
                                        <p:tav tm="100000">
                                          <p:val>
                                            <p:fltVal val="0"/>
                                          </p:val>
                                        </p:tav>
                                      </p:tavLst>
                                    </p:anim>
                                    <p:animEffect transition="in" filter="fade">
                                      <p:cBhvr>
                                        <p:cTn id="56" dur="1000"/>
                                        <p:tgtEl>
                                          <p:spTgt spid="3">
                                            <p:graphicEl>
                                              <a:dgm id="{3364F820-B13F-496A-8388-7D4ADED4386F}"/>
                                            </p:graphic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iterate type="lt">
                                    <p:tmPct val="0"/>
                                  </p:iterate>
                                  <p:childTnLst>
                                    <p:set>
                                      <p:cBhvr>
                                        <p:cTn id="60" dur="1" fill="hold">
                                          <p:stCondLst>
                                            <p:cond delay="0"/>
                                          </p:stCondLst>
                                        </p:cTn>
                                        <p:tgtEl>
                                          <p:spTgt spid="3">
                                            <p:graphicEl>
                                              <a:dgm id="{B8C87BA3-2339-4CFC-B0F3-582D7C37476C}"/>
                                            </p:graphicEl>
                                          </p:spTgt>
                                        </p:tgtEl>
                                        <p:attrNameLst>
                                          <p:attrName>style.visibility</p:attrName>
                                        </p:attrNameLst>
                                      </p:cBhvr>
                                      <p:to>
                                        <p:strVal val="visible"/>
                                      </p:to>
                                    </p:set>
                                    <p:animEffect transition="in" filter="fade">
                                      <p:cBhvr>
                                        <p:cTn id="61" dur="1000"/>
                                        <p:tgtEl>
                                          <p:spTgt spid="3">
                                            <p:graphicEl>
                                              <a:dgm id="{B8C87BA3-2339-4CFC-B0F3-582D7C37476C}"/>
                                            </p:graphicEl>
                                          </p:spTgt>
                                        </p:tgtEl>
                                      </p:cBhvr>
                                    </p:animEffect>
                                  </p:childTnLst>
                                </p:cTn>
                              </p:par>
                            </p:childTnLst>
                          </p:cTn>
                        </p:par>
                      </p:childTnLst>
                    </p:cTn>
                  </p:par>
                  <p:par>
                    <p:cTn id="62" fill="hold">
                      <p:stCondLst>
                        <p:cond delay="indefinite"/>
                      </p:stCondLst>
                      <p:childTnLst>
                        <p:par>
                          <p:cTn id="63" fill="hold">
                            <p:stCondLst>
                              <p:cond delay="0"/>
                            </p:stCondLst>
                            <p:childTnLst>
                              <p:par>
                                <p:cTn id="64" presetID="63" presetClass="path" presetSubtype="0" accel="50000" decel="50000" fill="hold" grpId="1" nodeType="clickEffect">
                                  <p:stCondLst>
                                    <p:cond delay="0"/>
                                  </p:stCondLst>
                                  <p:iterate type="lt">
                                    <p:tmPct val="0"/>
                                  </p:iterate>
                                  <p:childTnLst>
                                    <p:animMotion origin="layout" path="M 0 0  L 0.25 0  E" pathEditMode="relative" ptsTypes="">
                                      <p:cBhvr>
                                        <p:cTn id="65" dur="1000" spd="-100000" fill="hold"/>
                                        <p:tgtEl>
                                          <p:spTgt spid="3">
                                            <p:graphicEl>
                                              <a:dgm id="{B8C87BA3-2339-4CFC-B0F3-582D7C37476C}"/>
                                            </p:graphicEl>
                                          </p:spTgt>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63" presetClass="path" presetSubtype="0" accel="50000" decel="50000" fill="hold" grpId="1" nodeType="clickEffect">
                                  <p:stCondLst>
                                    <p:cond delay="0"/>
                                  </p:stCondLst>
                                  <p:childTnLst>
                                    <p:animMotion origin="layout" path="M 0 0  L 0.25 0  E" pathEditMode="relative" ptsTypes="">
                                      <p:cBhvr>
                                        <p:cTn id="69" dur="1000" spd="-100000" fill="hold"/>
                                        <p:tgtEl>
                                          <p:spTgt spid="3">
                                            <p:graphicEl>
                                              <a:dgm id="{D91B0B47-F3B7-4737-BE5C-BB3F0115C9EB}"/>
                                            </p:graphicEl>
                                          </p:spTgt>
                                        </p:tgtEl>
                                        <p:attrNameLst>
                                          <p:attrName>ppt_x</p:attrName>
                                          <p:attrName>ppt_y</p:attrName>
                                        </p:attrNameLst>
                                      </p:cBhvr>
                                    </p:animMotion>
                                  </p:childTnLst>
                                </p:cTn>
                              </p:par>
                            </p:childTnLst>
                          </p:cTn>
                        </p:par>
                      </p:childTnLst>
                    </p:cTn>
                  </p:par>
                  <p:par>
                    <p:cTn id="70" fill="hold">
                      <p:stCondLst>
                        <p:cond delay="indefinite"/>
                      </p:stCondLst>
                      <p:childTnLst>
                        <p:par>
                          <p:cTn id="71" fill="hold">
                            <p:stCondLst>
                              <p:cond delay="0"/>
                            </p:stCondLst>
                            <p:childTnLst>
                              <p:par>
                                <p:cTn id="72" presetID="31" presetClass="entr" presetSubtype="0" fill="hold" grpId="0" nodeType="clickEffect">
                                  <p:stCondLst>
                                    <p:cond delay="0"/>
                                  </p:stCondLst>
                                  <p:iterate type="lt">
                                    <p:tmPct val="5000"/>
                                  </p:iterate>
                                  <p:childTnLst>
                                    <p:set>
                                      <p:cBhvr>
                                        <p:cTn id="73" dur="1" fill="hold">
                                          <p:stCondLst>
                                            <p:cond delay="0"/>
                                          </p:stCondLst>
                                        </p:cTn>
                                        <p:tgtEl>
                                          <p:spTgt spid="3">
                                            <p:graphicEl>
                                              <a:dgm id="{D91B0B47-F3B7-4737-BE5C-BB3F0115C9EB}"/>
                                            </p:graphicEl>
                                          </p:spTgt>
                                        </p:tgtEl>
                                        <p:attrNameLst>
                                          <p:attrName>style.visibility</p:attrName>
                                        </p:attrNameLst>
                                      </p:cBhvr>
                                      <p:to>
                                        <p:strVal val="visible"/>
                                      </p:to>
                                    </p:set>
                                    <p:anim calcmode="lin" valueType="num">
                                      <p:cBhvr>
                                        <p:cTn id="74" dur="1000" fill="hold"/>
                                        <p:tgtEl>
                                          <p:spTgt spid="3">
                                            <p:graphicEl>
                                              <a:dgm id="{D91B0B47-F3B7-4737-BE5C-BB3F0115C9EB}"/>
                                            </p:graphicEl>
                                          </p:spTgt>
                                        </p:tgtEl>
                                        <p:attrNameLst>
                                          <p:attrName>ppt_w</p:attrName>
                                        </p:attrNameLst>
                                      </p:cBhvr>
                                      <p:tavLst>
                                        <p:tav tm="0">
                                          <p:val>
                                            <p:fltVal val="0"/>
                                          </p:val>
                                        </p:tav>
                                        <p:tav tm="100000">
                                          <p:val>
                                            <p:strVal val="#ppt_w"/>
                                          </p:val>
                                        </p:tav>
                                      </p:tavLst>
                                    </p:anim>
                                    <p:anim calcmode="lin" valueType="num">
                                      <p:cBhvr>
                                        <p:cTn id="75" dur="1000" fill="hold"/>
                                        <p:tgtEl>
                                          <p:spTgt spid="3">
                                            <p:graphicEl>
                                              <a:dgm id="{D91B0B47-F3B7-4737-BE5C-BB3F0115C9EB}"/>
                                            </p:graphicEl>
                                          </p:spTgt>
                                        </p:tgtEl>
                                        <p:attrNameLst>
                                          <p:attrName>ppt_h</p:attrName>
                                        </p:attrNameLst>
                                      </p:cBhvr>
                                      <p:tavLst>
                                        <p:tav tm="0">
                                          <p:val>
                                            <p:fltVal val="0"/>
                                          </p:val>
                                        </p:tav>
                                        <p:tav tm="100000">
                                          <p:val>
                                            <p:strVal val="#ppt_h"/>
                                          </p:val>
                                        </p:tav>
                                      </p:tavLst>
                                    </p:anim>
                                    <p:anim calcmode="lin" valueType="num">
                                      <p:cBhvr>
                                        <p:cTn id="76" dur="1000" fill="hold"/>
                                        <p:tgtEl>
                                          <p:spTgt spid="3">
                                            <p:graphicEl>
                                              <a:dgm id="{D91B0B47-F3B7-4737-BE5C-BB3F0115C9EB}"/>
                                            </p:graphicEl>
                                          </p:spTgt>
                                        </p:tgtEl>
                                        <p:attrNameLst>
                                          <p:attrName>style.rotation</p:attrName>
                                        </p:attrNameLst>
                                      </p:cBhvr>
                                      <p:tavLst>
                                        <p:tav tm="0">
                                          <p:val>
                                            <p:fltVal val="90"/>
                                          </p:val>
                                        </p:tav>
                                        <p:tav tm="100000">
                                          <p:val>
                                            <p:fltVal val="0"/>
                                          </p:val>
                                        </p:tav>
                                      </p:tavLst>
                                    </p:anim>
                                    <p:animEffect transition="in" filter="fade">
                                      <p:cBhvr>
                                        <p:cTn id="77" dur="1000"/>
                                        <p:tgtEl>
                                          <p:spTgt spid="3">
                                            <p:graphicEl>
                                              <a:dgm id="{D91B0B47-F3B7-4737-BE5C-BB3F0115C9EB}"/>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iterate type="lt">
                                    <p:tmPct val="0"/>
                                  </p:iterate>
                                  <p:childTnLst>
                                    <p:set>
                                      <p:cBhvr>
                                        <p:cTn id="81" dur="1" fill="hold">
                                          <p:stCondLst>
                                            <p:cond delay="0"/>
                                          </p:stCondLst>
                                        </p:cTn>
                                        <p:tgtEl>
                                          <p:spTgt spid="3">
                                            <p:graphicEl>
                                              <a:dgm id="{F54CC983-2FE2-4D0A-B507-72F8DDB1CE8B}"/>
                                            </p:graphicEl>
                                          </p:spTgt>
                                        </p:tgtEl>
                                        <p:attrNameLst>
                                          <p:attrName>style.visibility</p:attrName>
                                        </p:attrNameLst>
                                      </p:cBhvr>
                                      <p:to>
                                        <p:strVal val="visible"/>
                                      </p:to>
                                    </p:set>
                                    <p:animEffect transition="in" filter="fade">
                                      <p:cBhvr>
                                        <p:cTn id="82" dur="1000"/>
                                        <p:tgtEl>
                                          <p:spTgt spid="3">
                                            <p:graphicEl>
                                              <a:dgm id="{F54CC983-2FE2-4D0A-B507-72F8DDB1CE8B}"/>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31" presetClass="entr" presetSubtype="0" fill="hold" grpId="0" nodeType="clickEffect">
                                  <p:stCondLst>
                                    <p:cond delay="0"/>
                                  </p:stCondLst>
                                  <p:iterate type="lt">
                                    <p:tmPct val="5000"/>
                                  </p:iterate>
                                  <p:childTnLst>
                                    <p:set>
                                      <p:cBhvr>
                                        <p:cTn id="86" dur="1" fill="hold">
                                          <p:stCondLst>
                                            <p:cond delay="0"/>
                                          </p:stCondLst>
                                        </p:cTn>
                                        <p:tgtEl>
                                          <p:spTgt spid="3">
                                            <p:graphicEl>
                                              <a:dgm id="{D7702FE5-B7AC-48AB-B500-F277AAEB71C5}"/>
                                            </p:graphicEl>
                                          </p:spTgt>
                                        </p:tgtEl>
                                        <p:attrNameLst>
                                          <p:attrName>style.visibility</p:attrName>
                                        </p:attrNameLst>
                                      </p:cBhvr>
                                      <p:to>
                                        <p:strVal val="visible"/>
                                      </p:to>
                                    </p:set>
                                    <p:anim calcmode="lin" valueType="num">
                                      <p:cBhvr>
                                        <p:cTn id="87" dur="1000" fill="hold"/>
                                        <p:tgtEl>
                                          <p:spTgt spid="3">
                                            <p:graphicEl>
                                              <a:dgm id="{D7702FE5-B7AC-48AB-B500-F277AAEB71C5}"/>
                                            </p:graphicEl>
                                          </p:spTgt>
                                        </p:tgtEl>
                                        <p:attrNameLst>
                                          <p:attrName>ppt_w</p:attrName>
                                        </p:attrNameLst>
                                      </p:cBhvr>
                                      <p:tavLst>
                                        <p:tav tm="0">
                                          <p:val>
                                            <p:fltVal val="0"/>
                                          </p:val>
                                        </p:tav>
                                        <p:tav tm="100000">
                                          <p:val>
                                            <p:strVal val="#ppt_w"/>
                                          </p:val>
                                        </p:tav>
                                      </p:tavLst>
                                    </p:anim>
                                    <p:anim calcmode="lin" valueType="num">
                                      <p:cBhvr>
                                        <p:cTn id="88" dur="1000" fill="hold"/>
                                        <p:tgtEl>
                                          <p:spTgt spid="3">
                                            <p:graphicEl>
                                              <a:dgm id="{D7702FE5-B7AC-48AB-B500-F277AAEB71C5}"/>
                                            </p:graphicEl>
                                          </p:spTgt>
                                        </p:tgtEl>
                                        <p:attrNameLst>
                                          <p:attrName>ppt_h</p:attrName>
                                        </p:attrNameLst>
                                      </p:cBhvr>
                                      <p:tavLst>
                                        <p:tav tm="0">
                                          <p:val>
                                            <p:fltVal val="0"/>
                                          </p:val>
                                        </p:tav>
                                        <p:tav tm="100000">
                                          <p:val>
                                            <p:strVal val="#ppt_h"/>
                                          </p:val>
                                        </p:tav>
                                      </p:tavLst>
                                    </p:anim>
                                    <p:anim calcmode="lin" valueType="num">
                                      <p:cBhvr>
                                        <p:cTn id="89" dur="1000" fill="hold"/>
                                        <p:tgtEl>
                                          <p:spTgt spid="3">
                                            <p:graphicEl>
                                              <a:dgm id="{D7702FE5-B7AC-48AB-B500-F277AAEB71C5}"/>
                                            </p:graphicEl>
                                          </p:spTgt>
                                        </p:tgtEl>
                                        <p:attrNameLst>
                                          <p:attrName>style.rotation</p:attrName>
                                        </p:attrNameLst>
                                      </p:cBhvr>
                                      <p:tavLst>
                                        <p:tav tm="0">
                                          <p:val>
                                            <p:fltVal val="90"/>
                                          </p:val>
                                        </p:tav>
                                        <p:tav tm="100000">
                                          <p:val>
                                            <p:fltVal val="0"/>
                                          </p:val>
                                        </p:tav>
                                      </p:tavLst>
                                    </p:anim>
                                    <p:animEffect transition="in" filter="fade">
                                      <p:cBhvr>
                                        <p:cTn id="90" dur="1000"/>
                                        <p:tgtEl>
                                          <p:spTgt spid="3">
                                            <p:graphicEl>
                                              <a:dgm id="{D7702FE5-B7AC-48AB-B500-F277AAEB71C5}"/>
                                            </p:graphicEl>
                                          </p:spTgt>
                                        </p:tgtEl>
                                      </p:cBhvr>
                                    </p:animEffect>
                                  </p:childTnLst>
                                </p:cTn>
                              </p:par>
                            </p:childTnLst>
                          </p:cTn>
                        </p:par>
                      </p:childTnLst>
                    </p:cTn>
                  </p:par>
                  <p:par>
                    <p:cTn id="91" fill="hold">
                      <p:stCondLst>
                        <p:cond delay="indefinite"/>
                      </p:stCondLst>
                      <p:childTnLst>
                        <p:par>
                          <p:cTn id="92" fill="hold">
                            <p:stCondLst>
                              <p:cond delay="0"/>
                            </p:stCondLst>
                            <p:childTnLst>
                              <p:par>
                                <p:cTn id="93" presetID="31" presetClass="entr" presetSubtype="0" fill="hold" grpId="0" nodeType="clickEffect">
                                  <p:stCondLst>
                                    <p:cond delay="0"/>
                                  </p:stCondLst>
                                  <p:iterate type="lt">
                                    <p:tmPct val="5000"/>
                                  </p:iterate>
                                  <p:childTnLst>
                                    <p:set>
                                      <p:cBhvr>
                                        <p:cTn id="94" dur="1" fill="hold">
                                          <p:stCondLst>
                                            <p:cond delay="0"/>
                                          </p:stCondLst>
                                        </p:cTn>
                                        <p:tgtEl>
                                          <p:spTgt spid="3">
                                            <p:graphicEl>
                                              <a:dgm id="{CD2F96CF-495E-4D2C-9198-3D476C12220F}"/>
                                            </p:graphicEl>
                                          </p:spTgt>
                                        </p:tgtEl>
                                        <p:attrNameLst>
                                          <p:attrName>style.visibility</p:attrName>
                                        </p:attrNameLst>
                                      </p:cBhvr>
                                      <p:to>
                                        <p:strVal val="visible"/>
                                      </p:to>
                                    </p:set>
                                    <p:anim calcmode="lin" valueType="num">
                                      <p:cBhvr>
                                        <p:cTn id="95" dur="1000" fill="hold"/>
                                        <p:tgtEl>
                                          <p:spTgt spid="3">
                                            <p:graphicEl>
                                              <a:dgm id="{CD2F96CF-495E-4D2C-9198-3D476C12220F}"/>
                                            </p:graphicEl>
                                          </p:spTgt>
                                        </p:tgtEl>
                                        <p:attrNameLst>
                                          <p:attrName>ppt_w</p:attrName>
                                        </p:attrNameLst>
                                      </p:cBhvr>
                                      <p:tavLst>
                                        <p:tav tm="0">
                                          <p:val>
                                            <p:fltVal val="0"/>
                                          </p:val>
                                        </p:tav>
                                        <p:tav tm="100000">
                                          <p:val>
                                            <p:strVal val="#ppt_w"/>
                                          </p:val>
                                        </p:tav>
                                      </p:tavLst>
                                    </p:anim>
                                    <p:anim calcmode="lin" valueType="num">
                                      <p:cBhvr>
                                        <p:cTn id="96" dur="1000" fill="hold"/>
                                        <p:tgtEl>
                                          <p:spTgt spid="3">
                                            <p:graphicEl>
                                              <a:dgm id="{CD2F96CF-495E-4D2C-9198-3D476C12220F}"/>
                                            </p:graphicEl>
                                          </p:spTgt>
                                        </p:tgtEl>
                                        <p:attrNameLst>
                                          <p:attrName>ppt_h</p:attrName>
                                        </p:attrNameLst>
                                      </p:cBhvr>
                                      <p:tavLst>
                                        <p:tav tm="0">
                                          <p:val>
                                            <p:fltVal val="0"/>
                                          </p:val>
                                        </p:tav>
                                        <p:tav tm="100000">
                                          <p:val>
                                            <p:strVal val="#ppt_h"/>
                                          </p:val>
                                        </p:tav>
                                      </p:tavLst>
                                    </p:anim>
                                    <p:anim calcmode="lin" valueType="num">
                                      <p:cBhvr>
                                        <p:cTn id="97" dur="1000" fill="hold"/>
                                        <p:tgtEl>
                                          <p:spTgt spid="3">
                                            <p:graphicEl>
                                              <a:dgm id="{CD2F96CF-495E-4D2C-9198-3D476C12220F}"/>
                                            </p:graphicEl>
                                          </p:spTgt>
                                        </p:tgtEl>
                                        <p:attrNameLst>
                                          <p:attrName>style.rotation</p:attrName>
                                        </p:attrNameLst>
                                      </p:cBhvr>
                                      <p:tavLst>
                                        <p:tav tm="0">
                                          <p:val>
                                            <p:fltVal val="90"/>
                                          </p:val>
                                        </p:tav>
                                        <p:tav tm="100000">
                                          <p:val>
                                            <p:fltVal val="0"/>
                                          </p:val>
                                        </p:tav>
                                      </p:tavLst>
                                    </p:anim>
                                    <p:animEffect transition="in" filter="fade">
                                      <p:cBhvr>
                                        <p:cTn id="98" dur="1000"/>
                                        <p:tgtEl>
                                          <p:spTgt spid="3">
                                            <p:graphicEl>
                                              <a:dgm id="{CD2F96CF-495E-4D2C-9198-3D476C12220F}"/>
                                            </p:graphicEl>
                                          </p:spTgt>
                                        </p:tgtEl>
                                      </p:cBhvr>
                                    </p:animEffect>
                                  </p:childTnLst>
                                </p:cTn>
                              </p:par>
                            </p:childTnLst>
                          </p:cTn>
                        </p:par>
                      </p:childTnLst>
                    </p:cTn>
                  </p:par>
                  <p:par>
                    <p:cTn id="99" fill="hold">
                      <p:stCondLst>
                        <p:cond delay="indefinite"/>
                      </p:stCondLst>
                      <p:childTnLst>
                        <p:par>
                          <p:cTn id="100" fill="hold">
                            <p:stCondLst>
                              <p:cond delay="0"/>
                            </p:stCondLst>
                            <p:childTnLst>
                              <p:par>
                                <p:cTn id="101" presetID="31" presetClass="entr" presetSubtype="0" fill="hold" grpId="0" nodeType="clickEffect">
                                  <p:stCondLst>
                                    <p:cond delay="0"/>
                                  </p:stCondLst>
                                  <p:iterate type="lt">
                                    <p:tmPct val="5000"/>
                                  </p:iterate>
                                  <p:childTnLst>
                                    <p:set>
                                      <p:cBhvr>
                                        <p:cTn id="102" dur="1" fill="hold">
                                          <p:stCondLst>
                                            <p:cond delay="0"/>
                                          </p:stCondLst>
                                        </p:cTn>
                                        <p:tgtEl>
                                          <p:spTgt spid="3">
                                            <p:graphicEl>
                                              <a:dgm id="{B9CF18A1-7C32-4F25-AD34-F2FA5E7F738B}"/>
                                            </p:graphicEl>
                                          </p:spTgt>
                                        </p:tgtEl>
                                        <p:attrNameLst>
                                          <p:attrName>style.visibility</p:attrName>
                                        </p:attrNameLst>
                                      </p:cBhvr>
                                      <p:to>
                                        <p:strVal val="visible"/>
                                      </p:to>
                                    </p:set>
                                    <p:anim calcmode="lin" valueType="num">
                                      <p:cBhvr>
                                        <p:cTn id="103" dur="1000" fill="hold"/>
                                        <p:tgtEl>
                                          <p:spTgt spid="3">
                                            <p:graphicEl>
                                              <a:dgm id="{B9CF18A1-7C32-4F25-AD34-F2FA5E7F738B}"/>
                                            </p:graphicEl>
                                          </p:spTgt>
                                        </p:tgtEl>
                                        <p:attrNameLst>
                                          <p:attrName>ppt_w</p:attrName>
                                        </p:attrNameLst>
                                      </p:cBhvr>
                                      <p:tavLst>
                                        <p:tav tm="0">
                                          <p:val>
                                            <p:fltVal val="0"/>
                                          </p:val>
                                        </p:tav>
                                        <p:tav tm="100000">
                                          <p:val>
                                            <p:strVal val="#ppt_w"/>
                                          </p:val>
                                        </p:tav>
                                      </p:tavLst>
                                    </p:anim>
                                    <p:anim calcmode="lin" valueType="num">
                                      <p:cBhvr>
                                        <p:cTn id="104" dur="1000" fill="hold"/>
                                        <p:tgtEl>
                                          <p:spTgt spid="3">
                                            <p:graphicEl>
                                              <a:dgm id="{B9CF18A1-7C32-4F25-AD34-F2FA5E7F738B}"/>
                                            </p:graphicEl>
                                          </p:spTgt>
                                        </p:tgtEl>
                                        <p:attrNameLst>
                                          <p:attrName>ppt_h</p:attrName>
                                        </p:attrNameLst>
                                      </p:cBhvr>
                                      <p:tavLst>
                                        <p:tav tm="0">
                                          <p:val>
                                            <p:fltVal val="0"/>
                                          </p:val>
                                        </p:tav>
                                        <p:tav tm="100000">
                                          <p:val>
                                            <p:strVal val="#ppt_h"/>
                                          </p:val>
                                        </p:tav>
                                      </p:tavLst>
                                    </p:anim>
                                    <p:anim calcmode="lin" valueType="num">
                                      <p:cBhvr>
                                        <p:cTn id="105" dur="1000" fill="hold"/>
                                        <p:tgtEl>
                                          <p:spTgt spid="3">
                                            <p:graphicEl>
                                              <a:dgm id="{B9CF18A1-7C32-4F25-AD34-F2FA5E7F738B}"/>
                                            </p:graphicEl>
                                          </p:spTgt>
                                        </p:tgtEl>
                                        <p:attrNameLst>
                                          <p:attrName>style.rotation</p:attrName>
                                        </p:attrNameLst>
                                      </p:cBhvr>
                                      <p:tavLst>
                                        <p:tav tm="0">
                                          <p:val>
                                            <p:fltVal val="90"/>
                                          </p:val>
                                        </p:tav>
                                        <p:tav tm="100000">
                                          <p:val>
                                            <p:fltVal val="0"/>
                                          </p:val>
                                        </p:tav>
                                      </p:tavLst>
                                    </p:anim>
                                    <p:animEffect transition="in" filter="fade">
                                      <p:cBhvr>
                                        <p:cTn id="106" dur="1000"/>
                                        <p:tgtEl>
                                          <p:spTgt spid="3">
                                            <p:graphicEl>
                                              <a:dgm id="{B9CF18A1-7C32-4F25-AD34-F2FA5E7F738B}"/>
                                            </p:graphicEl>
                                          </p:spTgt>
                                        </p:tgtEl>
                                      </p:cBhvr>
                                    </p:animEffect>
                                  </p:childTnLst>
                                </p:cTn>
                              </p:par>
                            </p:childTnLst>
                          </p:cTn>
                        </p:par>
                      </p:childTnLst>
                    </p:cTn>
                  </p:par>
                  <p:par>
                    <p:cTn id="107" fill="hold">
                      <p:stCondLst>
                        <p:cond delay="indefinite"/>
                      </p:stCondLst>
                      <p:childTnLst>
                        <p:par>
                          <p:cTn id="108" fill="hold">
                            <p:stCondLst>
                              <p:cond delay="0"/>
                            </p:stCondLst>
                            <p:childTnLst>
                              <p:par>
                                <p:cTn id="109" presetID="31" presetClass="entr" presetSubtype="0" fill="hold" grpId="0" nodeType="clickEffect">
                                  <p:stCondLst>
                                    <p:cond delay="0"/>
                                  </p:stCondLst>
                                  <p:iterate type="lt">
                                    <p:tmPct val="5000"/>
                                  </p:iterate>
                                  <p:childTnLst>
                                    <p:set>
                                      <p:cBhvr>
                                        <p:cTn id="110" dur="1" fill="hold">
                                          <p:stCondLst>
                                            <p:cond delay="0"/>
                                          </p:stCondLst>
                                        </p:cTn>
                                        <p:tgtEl>
                                          <p:spTgt spid="3">
                                            <p:graphicEl>
                                              <a:dgm id="{268E5954-9E3F-4DE2-8581-9DC62B0AEB9C}"/>
                                            </p:graphicEl>
                                          </p:spTgt>
                                        </p:tgtEl>
                                        <p:attrNameLst>
                                          <p:attrName>style.visibility</p:attrName>
                                        </p:attrNameLst>
                                      </p:cBhvr>
                                      <p:to>
                                        <p:strVal val="visible"/>
                                      </p:to>
                                    </p:set>
                                    <p:anim calcmode="lin" valueType="num">
                                      <p:cBhvr>
                                        <p:cTn id="111" dur="1000" fill="hold"/>
                                        <p:tgtEl>
                                          <p:spTgt spid="3">
                                            <p:graphicEl>
                                              <a:dgm id="{268E5954-9E3F-4DE2-8581-9DC62B0AEB9C}"/>
                                            </p:graphicEl>
                                          </p:spTgt>
                                        </p:tgtEl>
                                        <p:attrNameLst>
                                          <p:attrName>ppt_w</p:attrName>
                                        </p:attrNameLst>
                                      </p:cBhvr>
                                      <p:tavLst>
                                        <p:tav tm="0">
                                          <p:val>
                                            <p:fltVal val="0"/>
                                          </p:val>
                                        </p:tav>
                                        <p:tav tm="100000">
                                          <p:val>
                                            <p:strVal val="#ppt_w"/>
                                          </p:val>
                                        </p:tav>
                                      </p:tavLst>
                                    </p:anim>
                                    <p:anim calcmode="lin" valueType="num">
                                      <p:cBhvr>
                                        <p:cTn id="112" dur="1000" fill="hold"/>
                                        <p:tgtEl>
                                          <p:spTgt spid="3">
                                            <p:graphicEl>
                                              <a:dgm id="{268E5954-9E3F-4DE2-8581-9DC62B0AEB9C}"/>
                                            </p:graphicEl>
                                          </p:spTgt>
                                        </p:tgtEl>
                                        <p:attrNameLst>
                                          <p:attrName>ppt_h</p:attrName>
                                        </p:attrNameLst>
                                      </p:cBhvr>
                                      <p:tavLst>
                                        <p:tav tm="0">
                                          <p:val>
                                            <p:fltVal val="0"/>
                                          </p:val>
                                        </p:tav>
                                        <p:tav tm="100000">
                                          <p:val>
                                            <p:strVal val="#ppt_h"/>
                                          </p:val>
                                        </p:tav>
                                      </p:tavLst>
                                    </p:anim>
                                    <p:anim calcmode="lin" valueType="num">
                                      <p:cBhvr>
                                        <p:cTn id="113" dur="1000" fill="hold"/>
                                        <p:tgtEl>
                                          <p:spTgt spid="3">
                                            <p:graphicEl>
                                              <a:dgm id="{268E5954-9E3F-4DE2-8581-9DC62B0AEB9C}"/>
                                            </p:graphicEl>
                                          </p:spTgt>
                                        </p:tgtEl>
                                        <p:attrNameLst>
                                          <p:attrName>style.rotation</p:attrName>
                                        </p:attrNameLst>
                                      </p:cBhvr>
                                      <p:tavLst>
                                        <p:tav tm="0">
                                          <p:val>
                                            <p:fltVal val="90"/>
                                          </p:val>
                                        </p:tav>
                                        <p:tav tm="100000">
                                          <p:val>
                                            <p:fltVal val="0"/>
                                          </p:val>
                                        </p:tav>
                                      </p:tavLst>
                                    </p:anim>
                                    <p:animEffect transition="in" filter="fade">
                                      <p:cBhvr>
                                        <p:cTn id="114" dur="1000"/>
                                        <p:tgtEl>
                                          <p:spTgt spid="3">
                                            <p:graphicEl>
                                              <a:dgm id="{268E5954-9E3F-4DE2-8581-9DC62B0AEB9C}"/>
                                            </p:graphicEl>
                                          </p:spTgt>
                                        </p:tgtEl>
                                      </p:cBhvr>
                                    </p:animEffec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grpId="1" nodeType="clickEffect">
                                  <p:stCondLst>
                                    <p:cond delay="0"/>
                                  </p:stCondLst>
                                  <p:iterate type="lt">
                                    <p:tmPct val="0"/>
                                  </p:iterate>
                                  <p:childTnLst>
                                    <p:animMotion origin="layout" path="M 0 0  L 0.25 0  E" pathEditMode="relative" ptsTypes="">
                                      <p:cBhvr>
                                        <p:cTn id="118" dur="1000" spd="-100000" fill="hold"/>
                                        <p:tgtEl>
                                          <p:spTgt spid="3">
                                            <p:graphicEl>
                                              <a:dgm id="{F54CC983-2FE2-4D0A-B507-72F8DDB1CE8B}"/>
                                            </p:graphicEl>
                                          </p:spTgt>
                                        </p:tgtEl>
                                        <p:attrNameLst>
                                          <p:attrName>ppt_x</p:attrName>
                                          <p:attrName>ppt_y</p:attrName>
                                        </p:attrNameLst>
                                      </p:cBhvr>
                                    </p:animMotion>
                                  </p:childTnLst>
                                </p:cTn>
                              </p:par>
                            </p:childTnLst>
                          </p:cTn>
                        </p:par>
                      </p:childTnLst>
                    </p:cTn>
                  </p:par>
                  <p:par>
                    <p:cTn id="119" fill="hold">
                      <p:stCondLst>
                        <p:cond delay="indefinite"/>
                      </p:stCondLst>
                      <p:childTnLst>
                        <p:par>
                          <p:cTn id="120" fill="hold">
                            <p:stCondLst>
                              <p:cond delay="0"/>
                            </p:stCondLst>
                            <p:childTnLst>
                              <p:par>
                                <p:cTn id="121" presetID="63" presetClass="path" presetSubtype="0" accel="50000" decel="50000" fill="hold" grpId="1" nodeType="clickEffect">
                                  <p:stCondLst>
                                    <p:cond delay="0"/>
                                  </p:stCondLst>
                                  <p:childTnLst>
                                    <p:animMotion origin="layout" path="M 0 0  L 0.25 0  E" pathEditMode="relative" ptsTypes="">
                                      <p:cBhvr>
                                        <p:cTn id="122" dur="1000" spd="-100000" fill="hold"/>
                                        <p:tgtEl>
                                          <p:spTgt spid="3">
                                            <p:graphicEl>
                                              <a:dgm id="{D7702FE5-B7AC-48AB-B500-F277AAEB71C5}"/>
                                            </p:graphicEl>
                                          </p:spTgt>
                                        </p:tgtEl>
                                        <p:attrNameLst>
                                          <p:attrName>ppt_x</p:attrName>
                                          <p:attrName>ppt_y</p:attrName>
                                        </p:attrNameLst>
                                      </p:cBhvr>
                                    </p:animMotion>
                                  </p:childTnLst>
                                </p:cTn>
                              </p:par>
                            </p:childTnLst>
                          </p:cTn>
                        </p:par>
                      </p:childTnLst>
                    </p:cTn>
                  </p:par>
                  <p:par>
                    <p:cTn id="123" fill="hold">
                      <p:stCondLst>
                        <p:cond delay="indefinite"/>
                      </p:stCondLst>
                      <p:childTnLst>
                        <p:par>
                          <p:cTn id="124" fill="hold">
                            <p:stCondLst>
                              <p:cond delay="0"/>
                            </p:stCondLst>
                            <p:childTnLst>
                              <p:par>
                                <p:cTn id="125" presetID="63" presetClass="path" presetSubtype="0" accel="50000" decel="50000" fill="hold" grpId="1" nodeType="clickEffect">
                                  <p:stCondLst>
                                    <p:cond delay="0"/>
                                  </p:stCondLst>
                                  <p:childTnLst>
                                    <p:animMotion origin="layout" path="M 0 0  L 0.25 0  E" pathEditMode="relative" ptsTypes="">
                                      <p:cBhvr>
                                        <p:cTn id="126" dur="1000" spd="-100000" fill="hold"/>
                                        <p:tgtEl>
                                          <p:spTgt spid="3">
                                            <p:graphicEl>
                                              <a:dgm id="{CD2F96CF-495E-4D2C-9198-3D476C12220F}"/>
                                            </p:graphicEl>
                                          </p:spTgt>
                                        </p:tgtEl>
                                        <p:attrNameLst>
                                          <p:attrName>ppt_x</p:attrName>
                                          <p:attrName>ppt_y</p:attrName>
                                        </p:attrNameLst>
                                      </p:cBhvr>
                                    </p:animMotion>
                                  </p:childTnLst>
                                </p:cTn>
                              </p:par>
                            </p:childTnLst>
                          </p:cTn>
                        </p:par>
                      </p:childTnLst>
                    </p:cTn>
                  </p:par>
                  <p:par>
                    <p:cTn id="127" fill="hold">
                      <p:stCondLst>
                        <p:cond delay="indefinite"/>
                      </p:stCondLst>
                      <p:childTnLst>
                        <p:par>
                          <p:cTn id="128" fill="hold">
                            <p:stCondLst>
                              <p:cond delay="0"/>
                            </p:stCondLst>
                            <p:childTnLst>
                              <p:par>
                                <p:cTn id="129" presetID="63" presetClass="path" presetSubtype="0" accel="50000" decel="50000" fill="hold" grpId="1" nodeType="clickEffect">
                                  <p:stCondLst>
                                    <p:cond delay="0"/>
                                  </p:stCondLst>
                                  <p:childTnLst>
                                    <p:animMotion origin="layout" path="M 0 0  L 0.25 0  E" pathEditMode="relative" ptsTypes="">
                                      <p:cBhvr>
                                        <p:cTn id="130" dur="1000" spd="-100000" fill="hold"/>
                                        <p:tgtEl>
                                          <p:spTgt spid="3">
                                            <p:graphicEl>
                                              <a:dgm id="{B9CF18A1-7C32-4F25-AD34-F2FA5E7F738B}"/>
                                            </p:graphicEl>
                                          </p:spTgt>
                                        </p:tgtEl>
                                        <p:attrNameLst>
                                          <p:attrName>ppt_x</p:attrName>
                                          <p:attrName>ppt_y</p:attrName>
                                        </p:attrNameLst>
                                      </p:cBhvr>
                                    </p:animMotion>
                                  </p:childTnLst>
                                </p:cTn>
                              </p:par>
                            </p:childTnLst>
                          </p:cTn>
                        </p:par>
                      </p:childTnLst>
                    </p:cTn>
                  </p:par>
                  <p:par>
                    <p:cTn id="131" fill="hold">
                      <p:stCondLst>
                        <p:cond delay="indefinite"/>
                      </p:stCondLst>
                      <p:childTnLst>
                        <p:par>
                          <p:cTn id="132" fill="hold">
                            <p:stCondLst>
                              <p:cond delay="0"/>
                            </p:stCondLst>
                            <p:childTnLst>
                              <p:par>
                                <p:cTn id="133" presetID="63" presetClass="path" presetSubtype="0" accel="50000" decel="50000" fill="hold" grpId="1" nodeType="clickEffect">
                                  <p:stCondLst>
                                    <p:cond delay="0"/>
                                  </p:stCondLst>
                                  <p:childTnLst>
                                    <p:animMotion origin="layout" path="M 0 0  L 0.25 0  E" pathEditMode="relative" ptsTypes="">
                                      <p:cBhvr>
                                        <p:cTn id="134" dur="1000" spd="-100000" fill="hold"/>
                                        <p:tgtEl>
                                          <p:spTgt spid="3">
                                            <p:graphicEl>
                                              <a:dgm id="{268E5954-9E3F-4DE2-8581-9DC62B0AEB9C}"/>
                                            </p:graphicEl>
                                          </p:spTgt>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Graphic spid="3" grpI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466F8632-BF04-4498-B79D-5E2300DF4236}" type="slidenum">
              <a:rPr lang="en-US"/>
              <a:pPr/>
              <a:t>7</a:t>
            </a:fld>
            <a:endParaRPr lang="en-US"/>
          </a:p>
        </p:txBody>
      </p:sp>
      <p:sp>
        <p:nvSpPr>
          <p:cNvPr id="75778" name="Rectangle 2"/>
          <p:cNvSpPr>
            <a:spLocks noGrp="1" noChangeArrowheads="1"/>
          </p:cNvSpPr>
          <p:nvPr>
            <p:ph type="title"/>
          </p:nvPr>
        </p:nvSpPr>
        <p:spPr/>
        <p:txBody>
          <a:bodyPr/>
          <a:lstStyle/>
          <a:p>
            <a:r>
              <a:rPr lang="en-US"/>
              <a:t>SQL Query</a:t>
            </a:r>
          </a:p>
        </p:txBody>
      </p:sp>
      <p:sp>
        <p:nvSpPr>
          <p:cNvPr id="75779" name="Text Box 3"/>
          <p:cNvSpPr txBox="1">
            <a:spLocks noChangeArrowheads="1"/>
          </p:cNvSpPr>
          <p:nvPr/>
        </p:nvSpPr>
        <p:spPr bwMode="auto">
          <a:xfrm>
            <a:off x="457200" y="2667000"/>
            <a:ext cx="684847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endParaRPr lang="en-US"/>
          </a:p>
          <a:p>
            <a:pPr>
              <a:spcBef>
                <a:spcPct val="0"/>
              </a:spcBef>
              <a:buFontTx/>
              <a:buNone/>
            </a:pPr>
            <a:r>
              <a:rPr lang="en-US"/>
              <a:t>Basic form: (plus many many more bells and whistles)</a:t>
            </a:r>
          </a:p>
          <a:p>
            <a:pPr>
              <a:spcBef>
                <a:spcPct val="0"/>
              </a:spcBef>
              <a:buFontTx/>
              <a:buNone/>
            </a:pPr>
            <a:endParaRPr lang="en-US"/>
          </a:p>
          <a:p>
            <a:pPr>
              <a:spcBef>
                <a:spcPct val="0"/>
              </a:spcBef>
              <a:buFontTx/>
              <a:buNone/>
            </a:pPr>
            <a:endParaRPr lang="en-US"/>
          </a:p>
          <a:p>
            <a:pPr>
              <a:spcBef>
                <a:spcPct val="0"/>
              </a:spcBef>
              <a:buFontTx/>
              <a:buNone/>
            </a:pPr>
            <a:endParaRPr lang="en-US"/>
          </a:p>
        </p:txBody>
      </p:sp>
      <p:sp>
        <p:nvSpPr>
          <p:cNvPr id="75780" name="Rectangle 4"/>
          <p:cNvSpPr>
            <a:spLocks noChangeArrowheads="1"/>
          </p:cNvSpPr>
          <p:nvPr/>
        </p:nvSpPr>
        <p:spPr bwMode="auto">
          <a:xfrm>
            <a:off x="1296988" y="3957638"/>
            <a:ext cx="5861050" cy="119697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0"/>
              </a:spcBef>
              <a:buFontTx/>
              <a:buNone/>
            </a:pPr>
            <a:r>
              <a:rPr lang="en-US"/>
              <a:t> </a:t>
            </a:r>
            <a:r>
              <a:rPr lang="en-US">
                <a:solidFill>
                  <a:schemeClr val="accent2"/>
                </a:solidFill>
              </a:rPr>
              <a:t>SELECT </a:t>
            </a:r>
            <a:r>
              <a:rPr lang="en-US"/>
              <a:t> attributes</a:t>
            </a:r>
          </a:p>
          <a:p>
            <a:pPr>
              <a:spcBef>
                <a:spcPct val="0"/>
              </a:spcBef>
              <a:buFontTx/>
              <a:buNone/>
            </a:pPr>
            <a:r>
              <a:rPr lang="en-US"/>
              <a:t> </a:t>
            </a:r>
            <a:r>
              <a:rPr lang="en-US">
                <a:solidFill>
                  <a:schemeClr val="accent2"/>
                </a:solidFill>
              </a:rPr>
              <a:t>FROM</a:t>
            </a:r>
            <a:r>
              <a:rPr lang="en-US"/>
              <a:t>     relations (possibly multiple, joined)</a:t>
            </a:r>
          </a:p>
          <a:p>
            <a:pPr>
              <a:spcBef>
                <a:spcPct val="0"/>
              </a:spcBef>
              <a:buFontTx/>
              <a:buNone/>
            </a:pPr>
            <a:r>
              <a:rPr lang="en-US"/>
              <a:t> </a:t>
            </a:r>
            <a:r>
              <a:rPr lang="en-US">
                <a:solidFill>
                  <a:schemeClr val="accent2"/>
                </a:solidFill>
              </a:rPr>
              <a:t>WHERE</a:t>
            </a:r>
            <a:r>
              <a:rPr lang="en-US"/>
              <a:t>  conditions (selections)</a:t>
            </a:r>
          </a:p>
        </p:txBody>
      </p:sp>
      <p:sp>
        <p:nvSpPr>
          <p:cNvPr id="7"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11115183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4"/>
          <p:cNvSpPr>
            <a:spLocks noGrp="1"/>
          </p:cNvSpPr>
          <p:nvPr>
            <p:ph type="sldNum" sz="quarter" idx="12"/>
          </p:nvPr>
        </p:nvSpPr>
        <p:spPr/>
        <p:txBody>
          <a:bodyPr/>
          <a:lstStyle/>
          <a:p>
            <a:fld id="{F2525B01-82CD-497B-85D8-621927564465}" type="slidenum">
              <a:rPr lang="en-US"/>
              <a:pPr/>
              <a:t>8</a:t>
            </a:fld>
            <a:endParaRPr lang="en-US"/>
          </a:p>
        </p:txBody>
      </p:sp>
      <p:sp>
        <p:nvSpPr>
          <p:cNvPr id="76802" name="Rectangle 2"/>
          <p:cNvSpPr>
            <a:spLocks noGrp="1" noChangeArrowheads="1"/>
          </p:cNvSpPr>
          <p:nvPr>
            <p:ph type="title"/>
          </p:nvPr>
        </p:nvSpPr>
        <p:spPr/>
        <p:txBody>
          <a:bodyPr/>
          <a:lstStyle/>
          <a:p>
            <a:r>
              <a:rPr lang="en-US"/>
              <a:t>Simple SQL Query</a:t>
            </a:r>
          </a:p>
        </p:txBody>
      </p:sp>
      <p:graphicFrame>
        <p:nvGraphicFramePr>
          <p:cNvPr id="76803" name="Group 3"/>
          <p:cNvGraphicFramePr>
            <a:graphicFrameLocks noGrp="1"/>
          </p:cNvGraphicFramePr>
          <p:nvPr/>
        </p:nvGraphicFramePr>
        <p:xfrm>
          <a:off x="3352800" y="1981200"/>
          <a:ext cx="5410200" cy="1676400"/>
        </p:xfrm>
        <a:graphic>
          <a:graphicData uri="http://schemas.openxmlformats.org/drawingml/2006/table">
            <a:tbl>
              <a:tblPr/>
              <a:tblGrid>
                <a:gridCol w="1352550"/>
                <a:gridCol w="1352550"/>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PName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Manufacturer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GizmoWorks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Powergizmo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GizmoWorks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SingleTouch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$149.99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Photography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Canon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MultiTouch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$203.99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Household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Hitachi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6835" name="Rectangle 35"/>
          <p:cNvSpPr>
            <a:spLocks noChangeArrowheads="1"/>
          </p:cNvSpPr>
          <p:nvPr/>
        </p:nvSpPr>
        <p:spPr bwMode="auto">
          <a:xfrm>
            <a:off x="228600" y="3810000"/>
            <a:ext cx="3925888" cy="119697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50000"/>
              </a:spcBef>
              <a:buFontTx/>
              <a:buNone/>
            </a:pPr>
            <a:r>
              <a:rPr lang="en-US">
                <a:solidFill>
                  <a:schemeClr val="accent2"/>
                </a:solidFill>
              </a:rPr>
              <a:t>SELECT</a:t>
            </a:r>
            <a:r>
              <a:rPr lang="en-US"/>
              <a:t>   *</a:t>
            </a:r>
            <a:br>
              <a:rPr lang="en-US"/>
            </a:br>
            <a:r>
              <a:rPr lang="en-US">
                <a:solidFill>
                  <a:schemeClr val="accent2"/>
                </a:solidFill>
              </a:rPr>
              <a:t>FROM</a:t>
            </a:r>
            <a:r>
              <a:rPr lang="en-US"/>
              <a:t>      Product</a:t>
            </a:r>
            <a:br>
              <a:rPr lang="en-US"/>
            </a:br>
            <a:r>
              <a:rPr lang="en-US">
                <a:solidFill>
                  <a:schemeClr val="accent2"/>
                </a:solidFill>
              </a:rPr>
              <a:t>WHERE</a:t>
            </a:r>
            <a:r>
              <a:rPr lang="en-US"/>
              <a:t>   category=‘Gadgets’</a:t>
            </a:r>
          </a:p>
        </p:txBody>
      </p:sp>
      <p:sp>
        <p:nvSpPr>
          <p:cNvPr id="76836" name="Text Box 36"/>
          <p:cNvSpPr txBox="1">
            <a:spLocks noChangeArrowheads="1"/>
          </p:cNvSpPr>
          <p:nvPr/>
        </p:nvSpPr>
        <p:spPr bwMode="auto">
          <a:xfrm>
            <a:off x="2362200" y="1981200"/>
            <a:ext cx="8175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1600">
                <a:solidFill>
                  <a:schemeClr val="accent2"/>
                </a:solidFill>
              </a:rPr>
              <a:t>Product</a:t>
            </a:r>
          </a:p>
        </p:txBody>
      </p:sp>
      <p:sp>
        <p:nvSpPr>
          <p:cNvPr id="76837" name="AutoShape 37"/>
          <p:cNvSpPr>
            <a:spLocks noChangeArrowheads="1"/>
          </p:cNvSpPr>
          <p:nvPr/>
        </p:nvSpPr>
        <p:spPr bwMode="auto">
          <a:xfrm>
            <a:off x="6019800" y="3962400"/>
            <a:ext cx="609600" cy="6096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6838" name="Group 38"/>
          <p:cNvGraphicFramePr>
            <a:graphicFrameLocks noGrp="1"/>
          </p:cNvGraphicFramePr>
          <p:nvPr/>
        </p:nvGraphicFramePr>
        <p:xfrm>
          <a:off x="3276600" y="5257800"/>
          <a:ext cx="5410200" cy="1005840"/>
        </p:xfrm>
        <a:graphic>
          <a:graphicData uri="http://schemas.openxmlformats.org/drawingml/2006/table">
            <a:tbl>
              <a:tblPr/>
              <a:tblGrid>
                <a:gridCol w="1352550"/>
                <a:gridCol w="1352550"/>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PName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Manufacturer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GizmoWorks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Powergizmo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GizmoWorks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6860" name="Oval 60"/>
          <p:cNvSpPr>
            <a:spLocks noChangeArrowheads="1"/>
          </p:cNvSpPr>
          <p:nvPr/>
        </p:nvSpPr>
        <p:spPr bwMode="auto">
          <a:xfrm>
            <a:off x="304800" y="5867400"/>
            <a:ext cx="2106613" cy="619125"/>
          </a:xfrm>
          <a:prstGeom prst="ellipse">
            <a:avLst/>
          </a:prstGeom>
          <a:solidFill>
            <a:srgbClr val="C0C0C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0"/>
              </a:spcBef>
              <a:buFontTx/>
              <a:buNone/>
            </a:pPr>
            <a:r>
              <a:rPr lang="en-US"/>
              <a:t>“selection”</a:t>
            </a:r>
          </a:p>
        </p:txBody>
      </p:sp>
      <p:sp>
        <p:nvSpPr>
          <p:cNvPr id="10"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28116206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836"/>
                                        </p:tgtEl>
                                        <p:attrNameLst>
                                          <p:attrName>style.visibility</p:attrName>
                                        </p:attrNameLst>
                                      </p:cBhvr>
                                      <p:to>
                                        <p:strVal val="visible"/>
                                      </p:to>
                                    </p:set>
                                    <p:animEffect transition="in" filter="dissolve">
                                      <p:cBhvr>
                                        <p:cTn id="7" dur="500"/>
                                        <p:tgtEl>
                                          <p:spTgt spid="76836"/>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6803"/>
                                        </p:tgtEl>
                                        <p:attrNameLst>
                                          <p:attrName>style.visibility</p:attrName>
                                        </p:attrNameLst>
                                      </p:cBhvr>
                                      <p:to>
                                        <p:strVal val="visible"/>
                                      </p:to>
                                    </p:set>
                                    <p:animEffect transition="in" filter="dissolve">
                                      <p:cBhvr>
                                        <p:cTn id="11" dur="500"/>
                                        <p:tgtEl>
                                          <p:spTgt spid="7680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6837"/>
                                        </p:tgtEl>
                                        <p:attrNameLst>
                                          <p:attrName>style.visibility</p:attrName>
                                        </p:attrNameLst>
                                      </p:cBhvr>
                                      <p:to>
                                        <p:strVal val="visible"/>
                                      </p:to>
                                    </p:set>
                                    <p:animEffect transition="in" filter="dissolve">
                                      <p:cBhvr>
                                        <p:cTn id="16" dur="500"/>
                                        <p:tgtEl>
                                          <p:spTgt spid="76837"/>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76838"/>
                                        </p:tgtEl>
                                        <p:attrNameLst>
                                          <p:attrName>style.visibility</p:attrName>
                                        </p:attrNameLst>
                                      </p:cBhvr>
                                      <p:to>
                                        <p:strVal val="visible"/>
                                      </p:to>
                                    </p:set>
                                    <p:animEffect transition="in" filter="dissolve">
                                      <p:cBhvr>
                                        <p:cTn id="20" dur="500"/>
                                        <p:tgtEl>
                                          <p:spTgt spid="7683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6860"/>
                                        </p:tgtEl>
                                        <p:attrNameLst>
                                          <p:attrName>style.visibility</p:attrName>
                                        </p:attrNameLst>
                                      </p:cBhvr>
                                      <p:to>
                                        <p:strVal val="visible"/>
                                      </p:to>
                                    </p:set>
                                    <p:animEffect transition="in" filter="dissolve">
                                      <p:cBhvr>
                                        <p:cTn id="25" dur="500"/>
                                        <p:tgtEl>
                                          <p:spTgt spid="76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36" grpId="0" autoUpdateAnimBg="0"/>
      <p:bldP spid="76837" grpId="0" animBg="1"/>
      <p:bldP spid="76860"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4"/>
          <p:cNvSpPr>
            <a:spLocks noGrp="1"/>
          </p:cNvSpPr>
          <p:nvPr>
            <p:ph type="sldNum" sz="quarter" idx="12"/>
          </p:nvPr>
        </p:nvSpPr>
        <p:spPr/>
        <p:txBody>
          <a:bodyPr/>
          <a:lstStyle/>
          <a:p>
            <a:fld id="{54A0ADBF-3BC1-42D1-BFF4-34A2F1FDD355}" type="slidenum">
              <a:rPr lang="en-US"/>
              <a:pPr/>
              <a:t>9</a:t>
            </a:fld>
            <a:endParaRPr lang="en-US"/>
          </a:p>
        </p:txBody>
      </p:sp>
      <p:sp>
        <p:nvSpPr>
          <p:cNvPr id="78850" name="Rectangle 2"/>
          <p:cNvSpPr>
            <a:spLocks noGrp="1" noChangeArrowheads="1"/>
          </p:cNvSpPr>
          <p:nvPr>
            <p:ph type="title"/>
          </p:nvPr>
        </p:nvSpPr>
        <p:spPr/>
        <p:txBody>
          <a:bodyPr/>
          <a:lstStyle/>
          <a:p>
            <a:r>
              <a:rPr lang="en-US"/>
              <a:t>A Notation for SQL Queries</a:t>
            </a:r>
          </a:p>
        </p:txBody>
      </p:sp>
      <p:sp>
        <p:nvSpPr>
          <p:cNvPr id="78851" name="Rectangle 3"/>
          <p:cNvSpPr>
            <a:spLocks noChangeArrowheads="1"/>
          </p:cNvSpPr>
          <p:nvPr/>
        </p:nvSpPr>
        <p:spPr bwMode="auto">
          <a:xfrm>
            <a:off x="228600" y="3810000"/>
            <a:ext cx="4852988" cy="119697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50000"/>
              </a:spcBef>
              <a:buFontTx/>
              <a:buNone/>
            </a:pPr>
            <a:r>
              <a:rPr lang="en-US">
                <a:solidFill>
                  <a:schemeClr val="accent2"/>
                </a:solidFill>
              </a:rPr>
              <a:t>SELECT</a:t>
            </a:r>
            <a:r>
              <a:rPr lang="en-US"/>
              <a:t>   Name, Price, Manufacturer</a:t>
            </a:r>
            <a:br>
              <a:rPr lang="en-US"/>
            </a:br>
            <a:r>
              <a:rPr lang="en-US">
                <a:solidFill>
                  <a:schemeClr val="accent2"/>
                </a:solidFill>
              </a:rPr>
              <a:t>FROM</a:t>
            </a:r>
            <a:r>
              <a:rPr lang="en-US"/>
              <a:t>      Product</a:t>
            </a:r>
            <a:br>
              <a:rPr lang="en-US"/>
            </a:br>
            <a:r>
              <a:rPr lang="en-US">
                <a:solidFill>
                  <a:schemeClr val="accent2"/>
                </a:solidFill>
              </a:rPr>
              <a:t>WHERE</a:t>
            </a:r>
            <a:r>
              <a:rPr lang="en-US"/>
              <a:t>   Price &gt; 100</a:t>
            </a:r>
          </a:p>
        </p:txBody>
      </p:sp>
      <p:sp>
        <p:nvSpPr>
          <p:cNvPr id="78852" name="Text Box 4"/>
          <p:cNvSpPr txBox="1">
            <a:spLocks noChangeArrowheads="1"/>
          </p:cNvSpPr>
          <p:nvPr/>
        </p:nvSpPr>
        <p:spPr bwMode="auto">
          <a:xfrm>
            <a:off x="3962400" y="3200400"/>
            <a:ext cx="49736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2000">
                <a:solidFill>
                  <a:schemeClr val="accent2"/>
                </a:solidFill>
              </a:rPr>
              <a:t>Product(</a:t>
            </a:r>
            <a:r>
              <a:rPr lang="en-US" sz="2000" u="sng">
                <a:solidFill>
                  <a:schemeClr val="accent2"/>
                </a:solidFill>
              </a:rPr>
              <a:t>PName</a:t>
            </a:r>
            <a:r>
              <a:rPr lang="en-US" sz="2000">
                <a:solidFill>
                  <a:schemeClr val="accent2"/>
                </a:solidFill>
              </a:rPr>
              <a:t>, Price, Category, Manfacturer)</a:t>
            </a:r>
          </a:p>
        </p:txBody>
      </p:sp>
      <p:sp>
        <p:nvSpPr>
          <p:cNvPr id="78853" name="AutoShape 5"/>
          <p:cNvSpPr>
            <a:spLocks noChangeArrowheads="1"/>
          </p:cNvSpPr>
          <p:nvPr/>
        </p:nvSpPr>
        <p:spPr bwMode="auto">
          <a:xfrm>
            <a:off x="6019800" y="3962400"/>
            <a:ext cx="609600" cy="6096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854" name="Text Box 6"/>
          <p:cNvSpPr txBox="1">
            <a:spLocks noChangeArrowheads="1"/>
          </p:cNvSpPr>
          <p:nvPr/>
        </p:nvSpPr>
        <p:spPr bwMode="auto">
          <a:xfrm>
            <a:off x="4648200" y="5257800"/>
            <a:ext cx="3917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2000">
                <a:solidFill>
                  <a:schemeClr val="accent2"/>
                </a:solidFill>
              </a:rPr>
              <a:t>Answer(PName, Price, Manfacturer)</a:t>
            </a:r>
          </a:p>
        </p:txBody>
      </p:sp>
      <p:sp>
        <p:nvSpPr>
          <p:cNvPr id="78855" name="AutoShape 7"/>
          <p:cNvSpPr>
            <a:spLocks noChangeArrowheads="1"/>
          </p:cNvSpPr>
          <p:nvPr/>
        </p:nvSpPr>
        <p:spPr bwMode="auto">
          <a:xfrm>
            <a:off x="6248400" y="1752600"/>
            <a:ext cx="2574925" cy="619125"/>
          </a:xfrm>
          <a:prstGeom prst="wedgeEllipseCallout">
            <a:avLst>
              <a:gd name="adj1" fmla="val -39088"/>
              <a:gd name="adj2" fmla="val 180769"/>
            </a:avLst>
          </a:prstGeom>
          <a:solidFill>
            <a:srgbClr val="C0C0C0">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FontTx/>
              <a:buNone/>
            </a:pPr>
            <a:r>
              <a:rPr lang="en-US"/>
              <a:t>Input Schema</a:t>
            </a:r>
          </a:p>
        </p:txBody>
      </p:sp>
      <p:sp>
        <p:nvSpPr>
          <p:cNvPr id="78856" name="AutoShape 8"/>
          <p:cNvSpPr>
            <a:spLocks noChangeArrowheads="1"/>
          </p:cNvSpPr>
          <p:nvPr/>
        </p:nvSpPr>
        <p:spPr bwMode="auto">
          <a:xfrm>
            <a:off x="3590925" y="6019800"/>
            <a:ext cx="2863850" cy="619125"/>
          </a:xfrm>
          <a:prstGeom prst="wedgeEllipseCallout">
            <a:avLst>
              <a:gd name="adj1" fmla="val 20593"/>
              <a:gd name="adj2" fmla="val -106412"/>
            </a:avLst>
          </a:prstGeom>
          <a:solidFill>
            <a:srgbClr val="C0C0C0">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FontTx/>
              <a:buNone/>
            </a:pPr>
            <a:r>
              <a:rPr lang="en-US"/>
              <a:t>Output Schema</a:t>
            </a:r>
          </a:p>
        </p:txBody>
      </p:sp>
      <p:sp>
        <p:nvSpPr>
          <p:cNvPr id="11"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8516173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8852"/>
                                        </p:tgtEl>
                                        <p:attrNameLst>
                                          <p:attrName>style.visibility</p:attrName>
                                        </p:attrNameLst>
                                      </p:cBhvr>
                                      <p:to>
                                        <p:strVal val="visible"/>
                                      </p:to>
                                    </p:set>
                                    <p:animEffect transition="in" filter="dissolve">
                                      <p:cBhvr>
                                        <p:cTn id="7" dur="500"/>
                                        <p:tgtEl>
                                          <p:spTgt spid="78852"/>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8853"/>
                                        </p:tgtEl>
                                        <p:attrNameLst>
                                          <p:attrName>style.visibility</p:attrName>
                                        </p:attrNameLst>
                                      </p:cBhvr>
                                      <p:to>
                                        <p:strVal val="visible"/>
                                      </p:to>
                                    </p:set>
                                    <p:animEffect transition="in" filter="dissolve">
                                      <p:cBhvr>
                                        <p:cTn id="11" dur="500"/>
                                        <p:tgtEl>
                                          <p:spTgt spid="78853"/>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78854"/>
                                        </p:tgtEl>
                                        <p:attrNameLst>
                                          <p:attrName>style.visibility</p:attrName>
                                        </p:attrNameLst>
                                      </p:cBhvr>
                                      <p:to>
                                        <p:strVal val="visible"/>
                                      </p:to>
                                    </p:set>
                                    <p:animEffect transition="in" filter="dissolve">
                                      <p:cBhvr>
                                        <p:cTn id="15" dur="500"/>
                                        <p:tgtEl>
                                          <p:spTgt spid="7885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78855"/>
                                        </p:tgtEl>
                                        <p:attrNameLst>
                                          <p:attrName>style.visibility</p:attrName>
                                        </p:attrNameLst>
                                      </p:cBhvr>
                                      <p:to>
                                        <p:strVal val="visible"/>
                                      </p:to>
                                    </p:set>
                                    <p:animEffect transition="in" filter="dissolve">
                                      <p:cBhvr>
                                        <p:cTn id="20" dur="500"/>
                                        <p:tgtEl>
                                          <p:spTgt spid="78855"/>
                                        </p:tgtEl>
                                      </p:cBhvr>
                                    </p:animEffect>
                                  </p:childTnLst>
                                </p:cTn>
                              </p:par>
                            </p:childTnLst>
                          </p:cTn>
                        </p:par>
                        <p:par>
                          <p:cTn id="21" fill="hold" nodeType="afterGroup">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78856"/>
                                        </p:tgtEl>
                                        <p:attrNameLst>
                                          <p:attrName>style.visibility</p:attrName>
                                        </p:attrNameLst>
                                      </p:cBhvr>
                                      <p:to>
                                        <p:strVal val="visible"/>
                                      </p:to>
                                    </p:set>
                                    <p:animEffect transition="in" filter="dissolve">
                                      <p:cBhvr>
                                        <p:cTn id="24" dur="500"/>
                                        <p:tgtEl>
                                          <p:spTgt spid="78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autoUpdateAnimBg="0"/>
      <p:bldP spid="78853" grpId="0" animBg="1"/>
      <p:bldP spid="78854" grpId="0" autoUpdateAnimBg="0"/>
      <p:bldP spid="78855" grpId="0" animBg="1" autoUpdateAnimBg="0"/>
      <p:bldP spid="78856"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10E4DC1-A543-4F56-B76C-1B37E819DCC7}" type="slidenum">
              <a:rPr lang="en-US"/>
              <a:pPr/>
              <a:t>10</a:t>
            </a:fld>
            <a:endParaRPr lang="en-US"/>
          </a:p>
        </p:txBody>
      </p:sp>
      <p:sp>
        <p:nvSpPr>
          <p:cNvPr id="79874" name="Rectangle 2"/>
          <p:cNvSpPr>
            <a:spLocks noGrp="1" noChangeArrowheads="1"/>
          </p:cNvSpPr>
          <p:nvPr>
            <p:ph type="title"/>
          </p:nvPr>
        </p:nvSpPr>
        <p:spPr/>
        <p:txBody>
          <a:bodyPr/>
          <a:lstStyle/>
          <a:p>
            <a:r>
              <a:rPr lang="en-US"/>
              <a:t>Selections</a:t>
            </a:r>
          </a:p>
        </p:txBody>
      </p:sp>
      <p:sp>
        <p:nvSpPr>
          <p:cNvPr id="79875" name="Rectangle 3"/>
          <p:cNvSpPr>
            <a:spLocks noGrp="1" noChangeArrowheads="1"/>
          </p:cNvSpPr>
          <p:nvPr>
            <p:ph type="body" idx="1"/>
          </p:nvPr>
        </p:nvSpPr>
        <p:spPr/>
        <p:txBody>
          <a:bodyPr/>
          <a:lstStyle/>
          <a:p>
            <a:pPr>
              <a:buFontTx/>
              <a:buNone/>
            </a:pPr>
            <a:r>
              <a:rPr lang="en-US" sz="2800"/>
              <a:t>What goes in the </a:t>
            </a:r>
            <a:r>
              <a:rPr lang="en-US" sz="2800">
                <a:solidFill>
                  <a:schemeClr val="accent2"/>
                </a:solidFill>
              </a:rPr>
              <a:t>WHERE</a:t>
            </a:r>
            <a:r>
              <a:rPr lang="en-US" sz="2800"/>
              <a:t> clause:</a:t>
            </a:r>
          </a:p>
          <a:p>
            <a:r>
              <a:rPr lang="en-US" sz="2800"/>
              <a:t> x = y, x &lt; y, x &lt;= y, etc</a:t>
            </a:r>
          </a:p>
          <a:p>
            <a:pPr lvl="1"/>
            <a:r>
              <a:rPr lang="en-US" sz="2400"/>
              <a:t>For number, they have the usual meanings</a:t>
            </a:r>
          </a:p>
          <a:p>
            <a:pPr lvl="1"/>
            <a:r>
              <a:rPr lang="en-US" sz="2400"/>
              <a:t>For CHAR and VARCHAR: lexicographic ordering</a:t>
            </a:r>
          </a:p>
          <a:p>
            <a:pPr lvl="2"/>
            <a:r>
              <a:rPr lang="en-US" sz="2000"/>
              <a:t>Expected conversion between CHAR and VARCHAR</a:t>
            </a:r>
          </a:p>
          <a:p>
            <a:pPr lvl="1"/>
            <a:r>
              <a:rPr lang="en-US" sz="2400"/>
              <a:t>For dates and times, what you expect...</a:t>
            </a:r>
          </a:p>
          <a:p>
            <a:r>
              <a:rPr lang="en-US" sz="2800"/>
              <a:t>Pattern matching on strings: s LIKE p (next)</a:t>
            </a:r>
          </a:p>
        </p:txBody>
      </p:sp>
      <p:sp>
        <p:nvSpPr>
          <p:cNvPr id="6"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32094306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0B91C1E-3BB5-4C1F-B5A1-7CC21E3A424B}" type="slidenum">
              <a:rPr lang="en-US"/>
              <a:pPr/>
              <a:t>11</a:t>
            </a:fld>
            <a:endParaRPr lang="en-US"/>
          </a:p>
        </p:txBody>
      </p:sp>
      <p:sp>
        <p:nvSpPr>
          <p:cNvPr id="80898" name="Rectangle 2"/>
          <p:cNvSpPr>
            <a:spLocks noGrp="1" noChangeArrowheads="1"/>
          </p:cNvSpPr>
          <p:nvPr>
            <p:ph type="title"/>
          </p:nvPr>
        </p:nvSpPr>
        <p:spPr/>
        <p:txBody>
          <a:bodyPr/>
          <a:lstStyle/>
          <a:p>
            <a:r>
              <a:rPr lang="en-US"/>
              <a:t>The </a:t>
            </a:r>
            <a:r>
              <a:rPr lang="en-US" b="1"/>
              <a:t>LIKE</a:t>
            </a:r>
            <a:r>
              <a:rPr lang="en-US"/>
              <a:t> operator</a:t>
            </a:r>
          </a:p>
        </p:txBody>
      </p:sp>
      <p:sp>
        <p:nvSpPr>
          <p:cNvPr id="80899" name="Rectangle 3"/>
          <p:cNvSpPr>
            <a:spLocks noGrp="1" noChangeArrowheads="1"/>
          </p:cNvSpPr>
          <p:nvPr>
            <p:ph type="body" idx="1"/>
          </p:nvPr>
        </p:nvSpPr>
        <p:spPr/>
        <p:txBody>
          <a:bodyPr/>
          <a:lstStyle/>
          <a:p>
            <a:pPr marL="609600" indent="-609600"/>
            <a:r>
              <a:rPr lang="en-US" sz="2800"/>
              <a:t>s </a:t>
            </a:r>
            <a:r>
              <a:rPr lang="en-US" sz="2800" b="1"/>
              <a:t>LIKE</a:t>
            </a:r>
            <a:r>
              <a:rPr lang="en-US" sz="2800"/>
              <a:t> p:  pattern matching on strings</a:t>
            </a:r>
          </a:p>
          <a:p>
            <a:pPr marL="609600" indent="-609600"/>
            <a:r>
              <a:rPr lang="en-US" sz="2800"/>
              <a:t>p may contain two special symbols:</a:t>
            </a:r>
          </a:p>
          <a:p>
            <a:pPr marL="990600" lvl="1" indent="-533400"/>
            <a:r>
              <a:rPr lang="en-US" sz="2400"/>
              <a:t>%  = any sequence of characters</a:t>
            </a:r>
          </a:p>
          <a:p>
            <a:pPr marL="990600" lvl="1" indent="-533400"/>
            <a:r>
              <a:rPr lang="en-US" sz="2400"/>
              <a:t>_   = any single character</a:t>
            </a:r>
          </a:p>
          <a:p>
            <a:pPr marL="609600" indent="-609600">
              <a:spcBef>
                <a:spcPct val="0"/>
              </a:spcBef>
              <a:buFontTx/>
              <a:buNone/>
            </a:pPr>
            <a:endParaRPr lang="en-US" sz="2000"/>
          </a:p>
          <a:p>
            <a:pPr marL="609600" indent="-609600">
              <a:spcBef>
                <a:spcPct val="0"/>
              </a:spcBef>
              <a:buFontTx/>
              <a:buNone/>
            </a:pPr>
            <a:r>
              <a:rPr lang="en-US" sz="2000">
                <a:solidFill>
                  <a:schemeClr val="accent2"/>
                </a:solidFill>
              </a:rPr>
              <a:t>Product(Name, Price, Category, Manufacturer)</a:t>
            </a:r>
          </a:p>
          <a:p>
            <a:pPr marL="609600" indent="-609600">
              <a:spcBef>
                <a:spcPct val="0"/>
              </a:spcBef>
              <a:buFontTx/>
              <a:buNone/>
            </a:pPr>
            <a:r>
              <a:rPr lang="en-US" sz="2000"/>
              <a:t>Find all products whose name mentions ‘gizmo’:</a:t>
            </a:r>
          </a:p>
          <a:p>
            <a:pPr marL="609600" indent="-609600">
              <a:spcBef>
                <a:spcPct val="0"/>
              </a:spcBef>
              <a:buFontTx/>
              <a:buNone/>
            </a:pPr>
            <a:endParaRPr lang="en-US" sz="2000"/>
          </a:p>
          <a:p>
            <a:pPr marL="609600" indent="-609600">
              <a:spcBef>
                <a:spcPct val="0"/>
              </a:spcBef>
              <a:buFontTx/>
              <a:buNone/>
            </a:pPr>
            <a:endParaRPr lang="en-US" sz="2800"/>
          </a:p>
        </p:txBody>
      </p:sp>
      <p:sp>
        <p:nvSpPr>
          <p:cNvPr id="80900" name="Rectangle 4"/>
          <p:cNvSpPr>
            <a:spLocks noChangeArrowheads="1"/>
          </p:cNvSpPr>
          <p:nvPr/>
        </p:nvSpPr>
        <p:spPr bwMode="auto">
          <a:xfrm>
            <a:off x="1752600" y="5029200"/>
            <a:ext cx="4022725" cy="925513"/>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lnSpc>
                <a:spcPct val="90000"/>
              </a:lnSpc>
              <a:spcBef>
                <a:spcPct val="50000"/>
              </a:spcBef>
              <a:buFontTx/>
              <a:buNone/>
            </a:pPr>
            <a:r>
              <a:rPr lang="en-US" sz="2000">
                <a:solidFill>
                  <a:schemeClr val="accent2"/>
                </a:solidFill>
              </a:rPr>
              <a:t>SELECT</a:t>
            </a:r>
            <a:r>
              <a:rPr lang="en-US" sz="2000"/>
              <a:t>   *</a:t>
            </a:r>
            <a:br>
              <a:rPr lang="en-US" sz="2000"/>
            </a:br>
            <a:r>
              <a:rPr lang="en-US" sz="2000">
                <a:solidFill>
                  <a:schemeClr val="accent2"/>
                </a:solidFill>
              </a:rPr>
              <a:t>FROM</a:t>
            </a:r>
            <a:r>
              <a:rPr lang="en-US" sz="2000"/>
              <a:t>      Products</a:t>
            </a:r>
            <a:br>
              <a:rPr lang="en-US" sz="2000"/>
            </a:br>
            <a:r>
              <a:rPr lang="en-US" sz="2000">
                <a:solidFill>
                  <a:schemeClr val="accent2"/>
                </a:solidFill>
              </a:rPr>
              <a:t>WHERE</a:t>
            </a:r>
            <a:r>
              <a:rPr lang="en-US" sz="2000"/>
              <a:t>   PName </a:t>
            </a:r>
            <a:r>
              <a:rPr lang="en-US" sz="2000" b="1"/>
              <a:t>LIKE</a:t>
            </a:r>
            <a:r>
              <a:rPr lang="en-US" sz="2000"/>
              <a:t> ‘%gizmo%’</a:t>
            </a:r>
          </a:p>
        </p:txBody>
      </p:sp>
      <p:sp>
        <p:nvSpPr>
          <p:cNvPr id="7"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6450088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p:cNvSpPr>
            <a:spLocks noGrp="1"/>
          </p:cNvSpPr>
          <p:nvPr>
            <p:ph type="sldNum" sz="quarter" idx="12"/>
          </p:nvPr>
        </p:nvSpPr>
        <p:spPr/>
        <p:txBody>
          <a:bodyPr/>
          <a:lstStyle/>
          <a:p>
            <a:fld id="{9C2BA6B6-D1C5-4796-B984-B2EA656A5148}" type="slidenum">
              <a:rPr lang="en-US"/>
              <a:pPr/>
              <a:t>12</a:t>
            </a:fld>
            <a:endParaRPr lang="en-US"/>
          </a:p>
        </p:txBody>
      </p:sp>
      <p:sp>
        <p:nvSpPr>
          <p:cNvPr id="77826" name="Rectangle 2"/>
          <p:cNvSpPr>
            <a:spLocks noGrp="1" noChangeArrowheads="1"/>
          </p:cNvSpPr>
          <p:nvPr>
            <p:ph type="title"/>
          </p:nvPr>
        </p:nvSpPr>
        <p:spPr/>
        <p:txBody>
          <a:bodyPr/>
          <a:lstStyle/>
          <a:p>
            <a:r>
              <a:rPr lang="en-US" dirty="0"/>
              <a:t>COMPARISON</a:t>
            </a:r>
          </a:p>
        </p:txBody>
      </p:sp>
      <p:graphicFrame>
        <p:nvGraphicFramePr>
          <p:cNvPr id="77827" name="Group 3"/>
          <p:cNvGraphicFramePr>
            <a:graphicFrameLocks noGrp="1"/>
          </p:cNvGraphicFramePr>
          <p:nvPr/>
        </p:nvGraphicFramePr>
        <p:xfrm>
          <a:off x="3352800" y="1981200"/>
          <a:ext cx="5410200" cy="1676400"/>
        </p:xfrm>
        <a:graphic>
          <a:graphicData uri="http://schemas.openxmlformats.org/drawingml/2006/table">
            <a:tbl>
              <a:tblPr/>
              <a:tblGrid>
                <a:gridCol w="1352550"/>
                <a:gridCol w="1352550"/>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PName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Manufacturer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GizmoWorks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Powergizmo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GizmoWorks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SingleTouch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$149.99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Photography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Canon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MultiTouch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$203.99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Household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Hitachi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59" name="Rectangle 35"/>
          <p:cNvSpPr>
            <a:spLocks noChangeArrowheads="1"/>
          </p:cNvSpPr>
          <p:nvPr/>
        </p:nvSpPr>
        <p:spPr bwMode="auto">
          <a:xfrm>
            <a:off x="228600" y="3810000"/>
            <a:ext cx="4950009" cy="923330"/>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50000"/>
              </a:spcBef>
              <a:buFontTx/>
              <a:buNone/>
            </a:pPr>
            <a:r>
              <a:rPr lang="en-US" dirty="0">
                <a:solidFill>
                  <a:schemeClr val="accent2"/>
                </a:solidFill>
              </a:rPr>
              <a:t>SELECT</a:t>
            </a:r>
            <a:r>
              <a:rPr lang="en-US" dirty="0"/>
              <a:t>   </a:t>
            </a:r>
            <a:r>
              <a:rPr lang="en-US" dirty="0" err="1"/>
              <a:t>PName</a:t>
            </a:r>
            <a:r>
              <a:rPr lang="en-US" dirty="0"/>
              <a:t>, Price, Manufacturer</a:t>
            </a:r>
            <a:br>
              <a:rPr lang="en-US" dirty="0"/>
            </a:br>
            <a:r>
              <a:rPr lang="en-US" dirty="0">
                <a:solidFill>
                  <a:schemeClr val="accent2"/>
                </a:solidFill>
              </a:rPr>
              <a:t>FROM</a:t>
            </a:r>
            <a:r>
              <a:rPr lang="en-US" dirty="0"/>
              <a:t>      Product</a:t>
            </a:r>
            <a:br>
              <a:rPr lang="en-US" dirty="0"/>
            </a:br>
            <a:r>
              <a:rPr lang="en-US" dirty="0">
                <a:solidFill>
                  <a:schemeClr val="accent2"/>
                </a:solidFill>
              </a:rPr>
              <a:t>WHERE</a:t>
            </a:r>
            <a:r>
              <a:rPr lang="en-US" dirty="0"/>
              <a:t>   </a:t>
            </a:r>
            <a:r>
              <a:rPr lang="en-US" dirty="0" smtClean="0"/>
              <a:t>Category IN (‘</a:t>
            </a:r>
            <a:r>
              <a:rPr lang="en-US" dirty="0" err="1" smtClean="0"/>
              <a:t>Photography’,’Household</a:t>
            </a:r>
            <a:r>
              <a:rPr lang="en-US" dirty="0" smtClean="0"/>
              <a:t>’)</a:t>
            </a:r>
            <a:endParaRPr lang="en-US" dirty="0"/>
          </a:p>
        </p:txBody>
      </p:sp>
      <p:sp>
        <p:nvSpPr>
          <p:cNvPr id="77860" name="Text Box 36"/>
          <p:cNvSpPr txBox="1">
            <a:spLocks noChangeArrowheads="1"/>
          </p:cNvSpPr>
          <p:nvPr/>
        </p:nvSpPr>
        <p:spPr bwMode="auto">
          <a:xfrm>
            <a:off x="2362200" y="1981200"/>
            <a:ext cx="8175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1600">
                <a:solidFill>
                  <a:schemeClr val="accent2"/>
                </a:solidFill>
              </a:rPr>
              <a:t>Product</a:t>
            </a:r>
          </a:p>
        </p:txBody>
      </p:sp>
      <p:sp>
        <p:nvSpPr>
          <p:cNvPr id="77861" name="AutoShape 37"/>
          <p:cNvSpPr>
            <a:spLocks noChangeArrowheads="1"/>
          </p:cNvSpPr>
          <p:nvPr/>
        </p:nvSpPr>
        <p:spPr bwMode="auto">
          <a:xfrm>
            <a:off x="6019800" y="3962400"/>
            <a:ext cx="609600" cy="6096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7862" name="Group 38"/>
          <p:cNvGraphicFramePr>
            <a:graphicFrameLocks noGrp="1"/>
          </p:cNvGraphicFramePr>
          <p:nvPr/>
        </p:nvGraphicFramePr>
        <p:xfrm>
          <a:off x="4114800" y="5257800"/>
          <a:ext cx="4057650" cy="1005840"/>
        </p:xfrm>
        <a:graphic>
          <a:graphicData uri="http://schemas.openxmlformats.org/drawingml/2006/table">
            <a:tbl>
              <a:tblPr/>
              <a:tblGrid>
                <a:gridCol w="1352550"/>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PName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Manufacturer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SingleTouch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$149.99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Canon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MultiTouch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$203.99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Hitachi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80" name="Oval 56"/>
          <p:cNvSpPr>
            <a:spLocks noChangeArrowheads="1"/>
          </p:cNvSpPr>
          <p:nvPr/>
        </p:nvSpPr>
        <p:spPr bwMode="auto">
          <a:xfrm>
            <a:off x="1008343" y="5642649"/>
            <a:ext cx="1580593" cy="519351"/>
          </a:xfrm>
          <a:prstGeom prst="ellipse">
            <a:avLst/>
          </a:prstGeom>
          <a:solidFill>
            <a:srgbClr val="C0C0C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0"/>
              </a:spcBef>
              <a:buFontTx/>
              <a:buNone/>
            </a:pPr>
            <a:r>
              <a:rPr lang="en-US" dirty="0" smtClean="0"/>
              <a:t>Use of IN </a:t>
            </a:r>
            <a:endParaRPr lang="en-US" dirty="0"/>
          </a:p>
        </p:txBody>
      </p:sp>
      <p:sp>
        <p:nvSpPr>
          <p:cNvPr id="10"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24636253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60"/>
                                        </p:tgtEl>
                                        <p:attrNameLst>
                                          <p:attrName>style.visibility</p:attrName>
                                        </p:attrNameLst>
                                      </p:cBhvr>
                                      <p:to>
                                        <p:strVal val="visible"/>
                                      </p:to>
                                    </p:set>
                                    <p:animEffect transition="in" filter="dissolve">
                                      <p:cBhvr>
                                        <p:cTn id="7" dur="500"/>
                                        <p:tgtEl>
                                          <p:spTgt spid="7786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7827"/>
                                        </p:tgtEl>
                                        <p:attrNameLst>
                                          <p:attrName>style.visibility</p:attrName>
                                        </p:attrNameLst>
                                      </p:cBhvr>
                                      <p:to>
                                        <p:strVal val="visible"/>
                                      </p:to>
                                    </p:set>
                                    <p:animEffect transition="in" filter="dissolve">
                                      <p:cBhvr>
                                        <p:cTn id="11" dur="500"/>
                                        <p:tgtEl>
                                          <p:spTgt spid="778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7861"/>
                                        </p:tgtEl>
                                        <p:attrNameLst>
                                          <p:attrName>style.visibility</p:attrName>
                                        </p:attrNameLst>
                                      </p:cBhvr>
                                      <p:to>
                                        <p:strVal val="visible"/>
                                      </p:to>
                                    </p:set>
                                    <p:animEffect transition="in" filter="dissolve">
                                      <p:cBhvr>
                                        <p:cTn id="16" dur="500"/>
                                        <p:tgtEl>
                                          <p:spTgt spid="77861"/>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77862"/>
                                        </p:tgtEl>
                                        <p:attrNameLst>
                                          <p:attrName>style.visibility</p:attrName>
                                        </p:attrNameLst>
                                      </p:cBhvr>
                                      <p:to>
                                        <p:strVal val="visible"/>
                                      </p:to>
                                    </p:set>
                                    <p:animEffect transition="in" filter="dissolve">
                                      <p:cBhvr>
                                        <p:cTn id="20" dur="500"/>
                                        <p:tgtEl>
                                          <p:spTgt spid="778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7880"/>
                                        </p:tgtEl>
                                        <p:attrNameLst>
                                          <p:attrName>style.visibility</p:attrName>
                                        </p:attrNameLst>
                                      </p:cBhvr>
                                      <p:to>
                                        <p:strVal val="visible"/>
                                      </p:to>
                                    </p:set>
                                    <p:animEffect transition="in" filter="dissolve">
                                      <p:cBhvr>
                                        <p:cTn id="25" dur="500"/>
                                        <p:tgtEl>
                                          <p:spTgt spid="77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60" grpId="0" autoUpdateAnimBg="0"/>
      <p:bldP spid="77861" grpId="0" animBg="1"/>
      <p:bldP spid="77880"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p:cNvSpPr>
            <a:spLocks noGrp="1"/>
          </p:cNvSpPr>
          <p:nvPr>
            <p:ph type="sldNum" sz="quarter" idx="12"/>
          </p:nvPr>
        </p:nvSpPr>
        <p:spPr/>
        <p:txBody>
          <a:bodyPr/>
          <a:lstStyle/>
          <a:p>
            <a:fld id="{9C2BA6B6-D1C5-4796-B984-B2EA656A5148}" type="slidenum">
              <a:rPr lang="en-US"/>
              <a:pPr/>
              <a:t>13</a:t>
            </a:fld>
            <a:endParaRPr lang="en-US"/>
          </a:p>
        </p:txBody>
      </p:sp>
      <p:sp>
        <p:nvSpPr>
          <p:cNvPr id="77826" name="Rectangle 2"/>
          <p:cNvSpPr>
            <a:spLocks noGrp="1" noChangeArrowheads="1"/>
          </p:cNvSpPr>
          <p:nvPr>
            <p:ph type="title"/>
          </p:nvPr>
        </p:nvSpPr>
        <p:spPr/>
        <p:txBody>
          <a:bodyPr/>
          <a:lstStyle/>
          <a:p>
            <a:r>
              <a:rPr lang="en-US" dirty="0"/>
              <a:t>COMPARISON</a:t>
            </a:r>
          </a:p>
        </p:txBody>
      </p:sp>
      <p:graphicFrame>
        <p:nvGraphicFramePr>
          <p:cNvPr id="77827" name="Group 3"/>
          <p:cNvGraphicFramePr>
            <a:graphicFrameLocks noGrp="1"/>
          </p:cNvGraphicFramePr>
          <p:nvPr/>
        </p:nvGraphicFramePr>
        <p:xfrm>
          <a:off x="3352800" y="1981200"/>
          <a:ext cx="5410200" cy="1676400"/>
        </p:xfrm>
        <a:graphic>
          <a:graphicData uri="http://schemas.openxmlformats.org/drawingml/2006/table">
            <a:tbl>
              <a:tblPr/>
              <a:tblGrid>
                <a:gridCol w="1352550"/>
                <a:gridCol w="1352550"/>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Manufacturer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$19.99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$29.99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SingleTouch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$149.99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Photography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Canon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MultiTouch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$203.99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Household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Hitachi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59" name="Rectangle 35"/>
          <p:cNvSpPr>
            <a:spLocks noChangeArrowheads="1"/>
          </p:cNvSpPr>
          <p:nvPr/>
        </p:nvSpPr>
        <p:spPr bwMode="auto">
          <a:xfrm>
            <a:off x="228600" y="3810000"/>
            <a:ext cx="3851888" cy="923330"/>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50000"/>
              </a:spcBef>
              <a:buFontTx/>
              <a:buNone/>
            </a:pPr>
            <a:r>
              <a:rPr lang="en-US" dirty="0">
                <a:solidFill>
                  <a:schemeClr val="accent2"/>
                </a:solidFill>
              </a:rPr>
              <a:t>SELECT</a:t>
            </a:r>
            <a:r>
              <a:rPr lang="en-US" dirty="0"/>
              <a:t>   </a:t>
            </a:r>
            <a:r>
              <a:rPr lang="en-US" dirty="0" err="1"/>
              <a:t>PName</a:t>
            </a:r>
            <a:r>
              <a:rPr lang="en-US" dirty="0"/>
              <a:t>, Price, Manufacturer</a:t>
            </a:r>
            <a:br>
              <a:rPr lang="en-US" dirty="0"/>
            </a:br>
            <a:r>
              <a:rPr lang="en-US" dirty="0">
                <a:solidFill>
                  <a:schemeClr val="accent2"/>
                </a:solidFill>
              </a:rPr>
              <a:t>FROM</a:t>
            </a:r>
            <a:r>
              <a:rPr lang="en-US" dirty="0"/>
              <a:t>      Product</a:t>
            </a:r>
            <a:br>
              <a:rPr lang="en-US" dirty="0"/>
            </a:br>
            <a:r>
              <a:rPr lang="en-US" dirty="0">
                <a:solidFill>
                  <a:schemeClr val="accent2"/>
                </a:solidFill>
              </a:rPr>
              <a:t>WHERE</a:t>
            </a:r>
            <a:r>
              <a:rPr lang="en-US" dirty="0"/>
              <a:t>   </a:t>
            </a:r>
            <a:r>
              <a:rPr lang="en-US" dirty="0" smtClean="0"/>
              <a:t>Price BETWEEN 19 and 30</a:t>
            </a:r>
            <a:endParaRPr lang="en-US" dirty="0"/>
          </a:p>
        </p:txBody>
      </p:sp>
      <p:sp>
        <p:nvSpPr>
          <p:cNvPr id="77860" name="Text Box 36"/>
          <p:cNvSpPr txBox="1">
            <a:spLocks noChangeArrowheads="1"/>
          </p:cNvSpPr>
          <p:nvPr/>
        </p:nvSpPr>
        <p:spPr bwMode="auto">
          <a:xfrm>
            <a:off x="2362200" y="1981200"/>
            <a:ext cx="8175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1600">
                <a:solidFill>
                  <a:schemeClr val="accent2"/>
                </a:solidFill>
              </a:rPr>
              <a:t>Product</a:t>
            </a:r>
          </a:p>
        </p:txBody>
      </p:sp>
      <p:sp>
        <p:nvSpPr>
          <p:cNvPr id="77861" name="AutoShape 37"/>
          <p:cNvSpPr>
            <a:spLocks noChangeArrowheads="1"/>
          </p:cNvSpPr>
          <p:nvPr/>
        </p:nvSpPr>
        <p:spPr bwMode="auto">
          <a:xfrm>
            <a:off x="6019800" y="3962400"/>
            <a:ext cx="609600" cy="6096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7862" name="Group 38"/>
          <p:cNvGraphicFramePr>
            <a:graphicFrameLocks noGrp="1"/>
          </p:cNvGraphicFramePr>
          <p:nvPr/>
        </p:nvGraphicFramePr>
        <p:xfrm>
          <a:off x="4114800" y="5257800"/>
          <a:ext cx="4057650" cy="1005840"/>
        </p:xfrm>
        <a:graphic>
          <a:graphicData uri="http://schemas.openxmlformats.org/drawingml/2006/table">
            <a:tbl>
              <a:tblPr/>
              <a:tblGrid>
                <a:gridCol w="1352550"/>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Manufacturer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$19.99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$29.99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80" name="Oval 56"/>
          <p:cNvSpPr>
            <a:spLocks noChangeArrowheads="1"/>
          </p:cNvSpPr>
          <p:nvPr/>
        </p:nvSpPr>
        <p:spPr bwMode="auto">
          <a:xfrm>
            <a:off x="467489" y="5642649"/>
            <a:ext cx="2662304" cy="519351"/>
          </a:xfrm>
          <a:prstGeom prst="ellipse">
            <a:avLst/>
          </a:prstGeom>
          <a:solidFill>
            <a:srgbClr val="C0C0C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0"/>
              </a:spcBef>
              <a:buFontTx/>
              <a:buNone/>
            </a:pPr>
            <a:r>
              <a:rPr lang="en-US" dirty="0" smtClean="0"/>
              <a:t>Use of BETWEEN </a:t>
            </a:r>
            <a:endParaRPr lang="en-US" dirty="0"/>
          </a:p>
        </p:txBody>
      </p:sp>
      <p:sp>
        <p:nvSpPr>
          <p:cNvPr id="10"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137554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60"/>
                                        </p:tgtEl>
                                        <p:attrNameLst>
                                          <p:attrName>style.visibility</p:attrName>
                                        </p:attrNameLst>
                                      </p:cBhvr>
                                      <p:to>
                                        <p:strVal val="visible"/>
                                      </p:to>
                                    </p:set>
                                    <p:animEffect transition="in" filter="dissolve">
                                      <p:cBhvr>
                                        <p:cTn id="7" dur="500"/>
                                        <p:tgtEl>
                                          <p:spTgt spid="7786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7827"/>
                                        </p:tgtEl>
                                        <p:attrNameLst>
                                          <p:attrName>style.visibility</p:attrName>
                                        </p:attrNameLst>
                                      </p:cBhvr>
                                      <p:to>
                                        <p:strVal val="visible"/>
                                      </p:to>
                                    </p:set>
                                    <p:animEffect transition="in" filter="dissolve">
                                      <p:cBhvr>
                                        <p:cTn id="11" dur="500"/>
                                        <p:tgtEl>
                                          <p:spTgt spid="778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7861"/>
                                        </p:tgtEl>
                                        <p:attrNameLst>
                                          <p:attrName>style.visibility</p:attrName>
                                        </p:attrNameLst>
                                      </p:cBhvr>
                                      <p:to>
                                        <p:strVal val="visible"/>
                                      </p:to>
                                    </p:set>
                                    <p:animEffect transition="in" filter="dissolve">
                                      <p:cBhvr>
                                        <p:cTn id="16" dur="500"/>
                                        <p:tgtEl>
                                          <p:spTgt spid="77861"/>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77862"/>
                                        </p:tgtEl>
                                        <p:attrNameLst>
                                          <p:attrName>style.visibility</p:attrName>
                                        </p:attrNameLst>
                                      </p:cBhvr>
                                      <p:to>
                                        <p:strVal val="visible"/>
                                      </p:to>
                                    </p:set>
                                    <p:animEffect transition="in" filter="dissolve">
                                      <p:cBhvr>
                                        <p:cTn id="20" dur="500"/>
                                        <p:tgtEl>
                                          <p:spTgt spid="778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7880"/>
                                        </p:tgtEl>
                                        <p:attrNameLst>
                                          <p:attrName>style.visibility</p:attrName>
                                        </p:attrNameLst>
                                      </p:cBhvr>
                                      <p:to>
                                        <p:strVal val="visible"/>
                                      </p:to>
                                    </p:set>
                                    <p:animEffect transition="in" filter="dissolve">
                                      <p:cBhvr>
                                        <p:cTn id="25" dur="500"/>
                                        <p:tgtEl>
                                          <p:spTgt spid="77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60" grpId="0" autoUpdateAnimBg="0"/>
      <p:bldP spid="77861" grpId="0" animBg="1"/>
      <p:bldP spid="77880"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4"/>
          <p:cNvSpPr>
            <a:spLocks noGrp="1"/>
          </p:cNvSpPr>
          <p:nvPr>
            <p:ph type="sldNum" sz="quarter" idx="12"/>
          </p:nvPr>
        </p:nvSpPr>
        <p:spPr/>
        <p:txBody>
          <a:bodyPr/>
          <a:lstStyle/>
          <a:p>
            <a:fld id="{7BEA34FA-AB8D-4393-9723-EF6568B8A846}" type="slidenum">
              <a:rPr lang="en-US"/>
              <a:pPr/>
              <a:t>14</a:t>
            </a:fld>
            <a:endParaRPr lang="en-US"/>
          </a:p>
        </p:txBody>
      </p:sp>
      <p:sp>
        <p:nvSpPr>
          <p:cNvPr id="81922" name="Rectangle 2"/>
          <p:cNvSpPr>
            <a:spLocks noGrp="1" noChangeArrowheads="1"/>
          </p:cNvSpPr>
          <p:nvPr>
            <p:ph type="title"/>
          </p:nvPr>
        </p:nvSpPr>
        <p:spPr/>
        <p:txBody>
          <a:bodyPr/>
          <a:lstStyle/>
          <a:p>
            <a:r>
              <a:rPr lang="en-US"/>
              <a:t>Eliminating Duplicates</a:t>
            </a:r>
          </a:p>
        </p:txBody>
      </p:sp>
      <p:sp>
        <p:nvSpPr>
          <p:cNvPr id="81923" name="Rectangle 3"/>
          <p:cNvSpPr>
            <a:spLocks noChangeArrowheads="1"/>
          </p:cNvSpPr>
          <p:nvPr/>
        </p:nvSpPr>
        <p:spPr bwMode="auto">
          <a:xfrm>
            <a:off x="762000" y="2133600"/>
            <a:ext cx="4051300" cy="831850"/>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0"/>
              </a:spcBef>
              <a:buFontTx/>
              <a:buNone/>
            </a:pPr>
            <a:r>
              <a:rPr lang="en-US">
                <a:solidFill>
                  <a:schemeClr val="accent2"/>
                </a:solidFill>
              </a:rPr>
              <a:t>SELECT</a:t>
            </a:r>
            <a:r>
              <a:rPr lang="en-US"/>
              <a:t>   </a:t>
            </a:r>
            <a:r>
              <a:rPr lang="en-US">
                <a:solidFill>
                  <a:srgbClr val="FF5050"/>
                </a:solidFill>
              </a:rPr>
              <a:t>DISTINCT</a:t>
            </a:r>
            <a:r>
              <a:rPr lang="en-US"/>
              <a:t> category</a:t>
            </a:r>
          </a:p>
          <a:p>
            <a:pPr>
              <a:spcBef>
                <a:spcPct val="0"/>
              </a:spcBef>
              <a:buFontTx/>
              <a:buNone/>
            </a:pPr>
            <a:r>
              <a:rPr lang="en-US">
                <a:solidFill>
                  <a:schemeClr val="accent2"/>
                </a:solidFill>
              </a:rPr>
              <a:t>FROM</a:t>
            </a:r>
            <a:r>
              <a:rPr lang="en-US"/>
              <a:t>     Product</a:t>
            </a:r>
          </a:p>
        </p:txBody>
      </p:sp>
      <p:sp>
        <p:nvSpPr>
          <p:cNvPr id="81924" name="Text Box 4"/>
          <p:cNvSpPr txBox="1">
            <a:spLocks noChangeArrowheads="1"/>
          </p:cNvSpPr>
          <p:nvPr/>
        </p:nvSpPr>
        <p:spPr bwMode="auto">
          <a:xfrm>
            <a:off x="1524000" y="3733800"/>
            <a:ext cx="1697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t>Compare to:</a:t>
            </a:r>
          </a:p>
        </p:txBody>
      </p:sp>
      <p:sp>
        <p:nvSpPr>
          <p:cNvPr id="81925" name="Rectangle 5"/>
          <p:cNvSpPr>
            <a:spLocks noChangeArrowheads="1"/>
          </p:cNvSpPr>
          <p:nvPr/>
        </p:nvSpPr>
        <p:spPr bwMode="auto">
          <a:xfrm>
            <a:off x="838200" y="4876800"/>
            <a:ext cx="2586038" cy="831850"/>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0"/>
              </a:spcBef>
              <a:buFontTx/>
              <a:buNone/>
            </a:pPr>
            <a:r>
              <a:rPr lang="en-US">
                <a:solidFill>
                  <a:schemeClr val="accent2"/>
                </a:solidFill>
              </a:rPr>
              <a:t>SELECT</a:t>
            </a:r>
            <a:r>
              <a:rPr lang="en-US"/>
              <a:t>   category</a:t>
            </a:r>
          </a:p>
          <a:p>
            <a:pPr>
              <a:spcBef>
                <a:spcPct val="0"/>
              </a:spcBef>
              <a:buFontTx/>
              <a:buNone/>
            </a:pPr>
            <a:r>
              <a:rPr lang="en-US">
                <a:solidFill>
                  <a:schemeClr val="accent2"/>
                </a:solidFill>
              </a:rPr>
              <a:t>FROM</a:t>
            </a:r>
            <a:r>
              <a:rPr lang="en-US"/>
              <a:t>     Product</a:t>
            </a:r>
          </a:p>
        </p:txBody>
      </p:sp>
      <p:graphicFrame>
        <p:nvGraphicFramePr>
          <p:cNvPr id="81926" name="Group 6"/>
          <p:cNvGraphicFramePr>
            <a:graphicFrameLocks noGrp="1"/>
          </p:cNvGraphicFramePr>
          <p:nvPr/>
        </p:nvGraphicFramePr>
        <p:xfrm>
          <a:off x="6324600" y="4343400"/>
          <a:ext cx="1352550" cy="1676400"/>
        </p:xfrm>
        <a:graphic>
          <a:graphicData uri="http://schemas.openxmlformats.org/drawingml/2006/table">
            <a:tbl>
              <a:tblPr/>
              <a:tblGrid>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Category</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Photography</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Household</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1940" name="Group 20"/>
          <p:cNvGraphicFramePr>
            <a:graphicFrameLocks noGrp="1"/>
          </p:cNvGraphicFramePr>
          <p:nvPr/>
        </p:nvGraphicFramePr>
        <p:xfrm>
          <a:off x="6248400" y="1905000"/>
          <a:ext cx="1352550" cy="1341120"/>
        </p:xfrm>
        <a:graphic>
          <a:graphicData uri="http://schemas.openxmlformats.org/drawingml/2006/table">
            <a:tbl>
              <a:tblPr/>
              <a:tblGrid>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Category</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Photography</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Household</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1952" name="AutoShape 32"/>
          <p:cNvSpPr>
            <a:spLocks noChangeArrowheads="1"/>
          </p:cNvSpPr>
          <p:nvPr/>
        </p:nvSpPr>
        <p:spPr bwMode="auto">
          <a:xfrm>
            <a:off x="5181600" y="2362200"/>
            <a:ext cx="976313" cy="485775"/>
          </a:xfrm>
          <a:prstGeom prst="rightArrow">
            <a:avLst>
              <a:gd name="adj1" fmla="val 50000"/>
              <a:gd name="adj2" fmla="val 50245"/>
            </a:avLst>
          </a:prstGeom>
          <a:noFill/>
          <a:ln w="9525">
            <a:solidFill>
              <a:schemeClr val="tx1"/>
            </a:solidFill>
            <a:miter lim="800000"/>
            <a:headEnd/>
            <a:tailEnd/>
          </a:ln>
          <a:effectLst/>
          <a:extLst>
            <a:ext uri="{909E8E84-426E-40DD-AFC4-6F175D3DCCD1}">
              <a14:hiddenFill xmlns:a14="http://schemas.microsoft.com/office/drawing/2010/main">
                <a:solidFill>
                  <a:srgbClr val="C0C0C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953" name="AutoShape 33"/>
          <p:cNvSpPr>
            <a:spLocks noChangeArrowheads="1"/>
          </p:cNvSpPr>
          <p:nvPr/>
        </p:nvSpPr>
        <p:spPr bwMode="auto">
          <a:xfrm>
            <a:off x="5105400" y="5029200"/>
            <a:ext cx="976313" cy="485775"/>
          </a:xfrm>
          <a:prstGeom prst="rightArrow">
            <a:avLst>
              <a:gd name="adj1" fmla="val 50000"/>
              <a:gd name="adj2" fmla="val 50245"/>
            </a:avLst>
          </a:prstGeom>
          <a:noFill/>
          <a:ln w="9525">
            <a:solidFill>
              <a:schemeClr val="tx1"/>
            </a:solidFill>
            <a:miter lim="800000"/>
            <a:headEnd/>
            <a:tailEnd/>
          </a:ln>
          <a:effectLst/>
          <a:extLst>
            <a:ext uri="{909E8E84-426E-40DD-AFC4-6F175D3DCCD1}">
              <a14:hiddenFill xmlns:a14="http://schemas.microsoft.com/office/drawing/2010/main">
                <a:solidFill>
                  <a:srgbClr val="C0C0C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1"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1029128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AGGREGATE FUNCTIONS</a:t>
            </a:r>
            <a:endParaRPr lang="en-US" dirty="0"/>
          </a:p>
        </p:txBody>
      </p:sp>
      <p:graphicFrame>
        <p:nvGraphicFramePr>
          <p:cNvPr id="4" name="Diagram 4"/>
          <p:cNvGraphicFramePr>
            <a:graphicFrameLocks noGrp="1"/>
          </p:cNvGraphicFramePr>
          <p:nvPr>
            <p:ph idx="1"/>
            <p:extLst>
              <p:ext uri="{D42A27DB-BD31-4B8C-83A1-F6EECF244321}">
                <p14:modId xmlns:p14="http://schemas.microsoft.com/office/powerpoint/2010/main" val="2024218249"/>
              </p:ext>
            </p:extLst>
          </p:nvPr>
        </p:nvGraphicFramePr>
        <p:xfrm>
          <a:off x="304800" y="1554163"/>
          <a:ext cx="86868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21108707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AGGREGATE FUNCTIONS</a:t>
            </a:r>
            <a:endParaRPr lang="en-US" dirty="0"/>
          </a:p>
        </p:txBody>
      </p:sp>
      <p:graphicFrame>
        <p:nvGraphicFramePr>
          <p:cNvPr id="4" name="Diagram 4"/>
          <p:cNvGraphicFramePr>
            <a:graphicFrameLocks noGrp="1"/>
          </p:cNvGraphicFramePr>
          <p:nvPr>
            <p:ph idx="1"/>
            <p:extLst>
              <p:ext uri="{D42A27DB-BD31-4B8C-83A1-F6EECF244321}">
                <p14:modId xmlns:p14="http://schemas.microsoft.com/office/powerpoint/2010/main" val="1607917052"/>
              </p:ext>
            </p:extLst>
          </p:nvPr>
        </p:nvGraphicFramePr>
        <p:xfrm>
          <a:off x="304800" y="1554163"/>
          <a:ext cx="86868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35976283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2B66C728-1D40-4BC8-8B91-F2E7F5D8EEB9}" type="slidenum">
              <a:rPr lang="en-US"/>
              <a:pPr/>
              <a:t>17</a:t>
            </a:fld>
            <a:endParaRPr lang="en-US"/>
          </a:p>
        </p:txBody>
      </p:sp>
      <p:sp>
        <p:nvSpPr>
          <p:cNvPr id="82946" name="Rectangle 2"/>
          <p:cNvSpPr>
            <a:spLocks noGrp="1" noChangeArrowheads="1"/>
          </p:cNvSpPr>
          <p:nvPr>
            <p:ph type="title"/>
          </p:nvPr>
        </p:nvSpPr>
        <p:spPr/>
        <p:txBody>
          <a:bodyPr/>
          <a:lstStyle/>
          <a:p>
            <a:r>
              <a:rPr lang="en-US"/>
              <a:t>Ordering the Results</a:t>
            </a:r>
          </a:p>
        </p:txBody>
      </p:sp>
      <p:sp>
        <p:nvSpPr>
          <p:cNvPr id="82947" name="Rectangle 3"/>
          <p:cNvSpPr>
            <a:spLocks noChangeArrowheads="1"/>
          </p:cNvSpPr>
          <p:nvPr/>
        </p:nvSpPr>
        <p:spPr bwMode="auto">
          <a:xfrm>
            <a:off x="762000" y="2133600"/>
            <a:ext cx="5738813" cy="1562100"/>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0"/>
              </a:spcBef>
              <a:buFontTx/>
              <a:buNone/>
            </a:pPr>
            <a:r>
              <a:rPr lang="en-US">
                <a:solidFill>
                  <a:schemeClr val="accent2"/>
                </a:solidFill>
              </a:rPr>
              <a:t>SELECT</a:t>
            </a:r>
            <a:r>
              <a:rPr lang="en-US"/>
              <a:t>   pname, price, manufacturer</a:t>
            </a:r>
          </a:p>
          <a:p>
            <a:pPr>
              <a:spcBef>
                <a:spcPct val="0"/>
              </a:spcBef>
              <a:buFontTx/>
              <a:buNone/>
            </a:pPr>
            <a:r>
              <a:rPr lang="en-US">
                <a:solidFill>
                  <a:schemeClr val="accent2"/>
                </a:solidFill>
              </a:rPr>
              <a:t>FROM</a:t>
            </a:r>
            <a:r>
              <a:rPr lang="en-US"/>
              <a:t>     Product</a:t>
            </a:r>
          </a:p>
          <a:p>
            <a:pPr>
              <a:spcBef>
                <a:spcPct val="0"/>
              </a:spcBef>
              <a:buFontTx/>
              <a:buNone/>
            </a:pPr>
            <a:r>
              <a:rPr lang="en-US">
                <a:solidFill>
                  <a:schemeClr val="accent2"/>
                </a:solidFill>
              </a:rPr>
              <a:t>WHERE</a:t>
            </a:r>
            <a:r>
              <a:rPr lang="en-US"/>
              <a:t>   category=‘gizmo’ AND price &gt; 50</a:t>
            </a:r>
          </a:p>
          <a:p>
            <a:pPr>
              <a:spcBef>
                <a:spcPct val="0"/>
              </a:spcBef>
              <a:buFontTx/>
              <a:buNone/>
            </a:pPr>
            <a:r>
              <a:rPr lang="en-US">
                <a:solidFill>
                  <a:srgbClr val="FF5050"/>
                </a:solidFill>
              </a:rPr>
              <a:t>ORDER BY</a:t>
            </a:r>
            <a:r>
              <a:rPr lang="en-US"/>
              <a:t>  price, pname</a:t>
            </a:r>
          </a:p>
        </p:txBody>
      </p:sp>
      <p:sp>
        <p:nvSpPr>
          <p:cNvPr id="82948" name="Text Box 4"/>
          <p:cNvSpPr txBox="1">
            <a:spLocks noChangeArrowheads="1"/>
          </p:cNvSpPr>
          <p:nvPr/>
        </p:nvSpPr>
        <p:spPr bwMode="auto">
          <a:xfrm>
            <a:off x="441325" y="4079875"/>
            <a:ext cx="838676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t>Ordering is ascending, unless you specify the DESC keyword.</a:t>
            </a:r>
          </a:p>
          <a:p>
            <a:pPr>
              <a:spcBef>
                <a:spcPct val="0"/>
              </a:spcBef>
              <a:buFontTx/>
              <a:buNone/>
            </a:pPr>
            <a:endParaRPr lang="en-US"/>
          </a:p>
          <a:p>
            <a:pPr>
              <a:spcBef>
                <a:spcPct val="0"/>
              </a:spcBef>
              <a:buFontTx/>
              <a:buNone/>
            </a:pPr>
            <a:r>
              <a:rPr lang="en-US"/>
              <a:t>Ties are broken by the second attribute on the ORDER BY list, etc.</a:t>
            </a:r>
          </a:p>
        </p:txBody>
      </p:sp>
      <p:sp>
        <p:nvSpPr>
          <p:cNvPr id="7"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3296107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4"/>
          <p:cNvSpPr>
            <a:spLocks noGrp="1"/>
          </p:cNvSpPr>
          <p:nvPr>
            <p:ph type="sldNum" sz="quarter" idx="12"/>
          </p:nvPr>
        </p:nvSpPr>
        <p:spPr/>
        <p:txBody>
          <a:bodyPr/>
          <a:lstStyle/>
          <a:p>
            <a:fld id="{5B853FD2-1CF2-4725-9411-FBC227D19A6B}" type="slidenum">
              <a:rPr lang="en-US"/>
              <a:pPr/>
              <a:t>18</a:t>
            </a:fld>
            <a:endParaRPr lang="en-US"/>
          </a:p>
        </p:txBody>
      </p:sp>
      <p:sp>
        <p:nvSpPr>
          <p:cNvPr id="83970" name="Rectangle 2"/>
          <p:cNvSpPr>
            <a:spLocks noGrp="1" noChangeArrowheads="1"/>
          </p:cNvSpPr>
          <p:nvPr>
            <p:ph type="title"/>
          </p:nvPr>
        </p:nvSpPr>
        <p:spPr/>
        <p:txBody>
          <a:bodyPr/>
          <a:lstStyle/>
          <a:p>
            <a:r>
              <a:rPr lang="en-US"/>
              <a:t>Ordering the Results</a:t>
            </a:r>
          </a:p>
        </p:txBody>
      </p:sp>
      <p:sp>
        <p:nvSpPr>
          <p:cNvPr id="83971" name="Rectangle 3"/>
          <p:cNvSpPr>
            <a:spLocks noChangeArrowheads="1"/>
          </p:cNvSpPr>
          <p:nvPr/>
        </p:nvSpPr>
        <p:spPr bwMode="auto">
          <a:xfrm>
            <a:off x="762000" y="2133600"/>
            <a:ext cx="2776538" cy="119697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0"/>
              </a:spcBef>
              <a:buFontTx/>
              <a:buNone/>
            </a:pPr>
            <a:r>
              <a:rPr lang="en-US" dirty="0">
                <a:solidFill>
                  <a:schemeClr val="accent2"/>
                </a:solidFill>
              </a:rPr>
              <a:t>SELECT</a:t>
            </a:r>
            <a:r>
              <a:rPr lang="en-US" dirty="0"/>
              <a:t>   Category</a:t>
            </a:r>
          </a:p>
          <a:p>
            <a:pPr>
              <a:spcBef>
                <a:spcPct val="0"/>
              </a:spcBef>
              <a:buFontTx/>
              <a:buNone/>
            </a:pPr>
            <a:r>
              <a:rPr lang="en-US" dirty="0">
                <a:solidFill>
                  <a:schemeClr val="accent2"/>
                </a:solidFill>
              </a:rPr>
              <a:t>FROM</a:t>
            </a:r>
            <a:r>
              <a:rPr lang="en-US" dirty="0"/>
              <a:t>     Product</a:t>
            </a:r>
          </a:p>
          <a:p>
            <a:pPr>
              <a:spcBef>
                <a:spcPct val="0"/>
              </a:spcBef>
              <a:buFontTx/>
              <a:buNone/>
            </a:pPr>
            <a:r>
              <a:rPr lang="en-US" dirty="0">
                <a:solidFill>
                  <a:schemeClr val="accent2"/>
                </a:solidFill>
              </a:rPr>
              <a:t>ORDER BY</a:t>
            </a:r>
            <a:r>
              <a:rPr lang="en-US" dirty="0"/>
              <a:t>  </a:t>
            </a:r>
            <a:r>
              <a:rPr lang="en-US" dirty="0" err="1"/>
              <a:t>PName</a:t>
            </a:r>
            <a:endParaRPr lang="en-US" dirty="0"/>
          </a:p>
        </p:txBody>
      </p:sp>
      <p:graphicFrame>
        <p:nvGraphicFramePr>
          <p:cNvPr id="83972" name="Group 4"/>
          <p:cNvGraphicFramePr>
            <a:graphicFrameLocks noGrp="1"/>
          </p:cNvGraphicFramePr>
          <p:nvPr/>
        </p:nvGraphicFramePr>
        <p:xfrm>
          <a:off x="228600" y="4038600"/>
          <a:ext cx="5410200" cy="1676400"/>
        </p:xfrm>
        <a:graphic>
          <a:graphicData uri="http://schemas.openxmlformats.org/drawingml/2006/table">
            <a:tbl>
              <a:tblPr/>
              <a:tblGrid>
                <a:gridCol w="1352550"/>
                <a:gridCol w="1352550"/>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Manufacturer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GizmoWorks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Powergizmo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GizmoWorks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SingleTouch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$149.99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Photography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Canon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MultiTouch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$203.99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Household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Hitachi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4004" name="AutoShape 36"/>
          <p:cNvSpPr>
            <a:spLocks noChangeArrowheads="1"/>
          </p:cNvSpPr>
          <p:nvPr/>
        </p:nvSpPr>
        <p:spPr bwMode="auto">
          <a:xfrm>
            <a:off x="6096000" y="4648200"/>
            <a:ext cx="976313" cy="485775"/>
          </a:xfrm>
          <a:prstGeom prst="rightArrow">
            <a:avLst>
              <a:gd name="adj1" fmla="val 50000"/>
              <a:gd name="adj2" fmla="val 50245"/>
            </a:avLst>
          </a:prstGeom>
          <a:noFill/>
          <a:ln w="9525">
            <a:solidFill>
              <a:schemeClr val="tx1"/>
            </a:solidFill>
            <a:miter lim="800000"/>
            <a:headEnd/>
            <a:tailEnd/>
          </a:ln>
          <a:effectLst/>
          <a:extLst>
            <a:ext uri="{909E8E84-426E-40DD-AFC4-6F175D3DCCD1}">
              <a14:hiddenFill xmlns:a14="http://schemas.microsoft.com/office/drawing/2010/main">
                <a:solidFill>
                  <a:srgbClr val="C0C0C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4005" name="Text Box 37"/>
          <p:cNvSpPr txBox="1">
            <a:spLocks noChangeArrowheads="1"/>
          </p:cNvSpPr>
          <p:nvPr/>
        </p:nvSpPr>
        <p:spPr bwMode="auto">
          <a:xfrm>
            <a:off x="7772400" y="4191000"/>
            <a:ext cx="635000" cy="1311275"/>
          </a:xfrm>
          <a:prstGeom prst="rect">
            <a:avLst/>
          </a:prstGeom>
          <a:noFill/>
          <a:ln>
            <a:noFill/>
          </a:ln>
          <a:effectLst/>
          <a:extLst>
            <a:ext uri="{909E8E84-426E-40DD-AFC4-6F175D3DCCD1}">
              <a14:hiddenFill xmlns:a14="http://schemas.microsoft.com/office/drawing/2010/main">
                <a:solidFill>
                  <a:srgbClr val="C0C0C0">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8000"/>
              <a:t>?</a:t>
            </a:r>
          </a:p>
        </p:txBody>
      </p:sp>
      <p:sp>
        <p:nvSpPr>
          <p:cNvPr id="8"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12749109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bwMode="auto">
          <a:xfrm>
            <a:off x="1371600" y="304800"/>
            <a:ext cx="7772400" cy="76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b" anchorCtr="0" compatLnSpc="1">
            <a:prstTxWarp prst="textNoShape">
              <a:avLst/>
            </a:prstTxWarp>
          </a:bodyPr>
          <a:lstStyle/>
          <a:p>
            <a:r>
              <a:rPr lang="en-US"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Grouping</a:t>
            </a:r>
            <a:endParaRPr lang="zh-TW" altLang="zh-TW" b="0" i="1" dirty="0">
              <a:solidFill>
                <a:schemeClr val="tx1"/>
              </a:solidFill>
              <a:ea typeface="細明體" pitchFamily="49" charset="-120"/>
            </a:endParaRPr>
          </a:p>
        </p:txBody>
      </p:sp>
      <p:sp>
        <p:nvSpPr>
          <p:cNvPr id="55300" name="Rectangle 4"/>
          <p:cNvSpPr>
            <a:spLocks noChangeArrowheads="1"/>
          </p:cNvSpPr>
          <p:nvPr/>
        </p:nvSpPr>
        <p:spPr bwMode="auto">
          <a:xfrm>
            <a:off x="1524000" y="1295400"/>
            <a:ext cx="7086600" cy="1066800"/>
          </a:xfrm>
          <a:prstGeom prst="rect">
            <a:avLst/>
          </a:prstGeom>
          <a:noFill/>
          <a:ln w="3810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342900" indent="-342900"/>
            <a:r>
              <a:rPr lang="en-US" altLang="zh-TW" sz="2600">
                <a:solidFill>
                  <a:srgbClr val="000099"/>
                </a:solidFill>
                <a:effectLst>
                  <a:outerShdw blurRad="38100" dist="38100" dir="2700000" algn="tl">
                    <a:srgbClr val="C0C0C0"/>
                  </a:outerShdw>
                </a:effectLst>
                <a:latin typeface="Arial" charset="0"/>
              </a:rPr>
              <a:t>SELECT ...... FROM ...... WHERE </a:t>
            </a:r>
            <a:r>
              <a:rPr lang="en-US" altLang="zh-TW" sz="2600" i="1">
                <a:solidFill>
                  <a:srgbClr val="000099"/>
                </a:solidFill>
                <a:effectLst>
                  <a:outerShdw blurRad="38100" dist="38100" dir="2700000" algn="tl">
                    <a:srgbClr val="C0C0C0"/>
                  </a:outerShdw>
                </a:effectLst>
                <a:latin typeface="Arial" charset="0"/>
              </a:rPr>
              <a:t>condition</a:t>
            </a:r>
            <a:r>
              <a:rPr lang="en-US" altLang="zh-TW" sz="2600">
                <a:solidFill>
                  <a:srgbClr val="000099"/>
                </a:solidFill>
                <a:effectLst>
                  <a:outerShdw blurRad="38100" dist="38100" dir="2700000" algn="tl">
                    <a:srgbClr val="C0C0C0"/>
                  </a:outerShdw>
                </a:effectLst>
                <a:latin typeface="Arial" charset="0"/>
              </a:rPr>
              <a:t> ;</a:t>
            </a:r>
          </a:p>
          <a:p>
            <a:pPr marL="342900" indent="-342900"/>
            <a:r>
              <a:rPr lang="en-US" altLang="zh-TW" sz="2600">
                <a:solidFill>
                  <a:srgbClr val="000099"/>
                </a:solidFill>
                <a:effectLst>
                  <a:outerShdw blurRad="38100" dist="38100" dir="2700000" algn="tl">
                    <a:srgbClr val="C0C0C0"/>
                  </a:outerShdw>
                </a:effectLst>
                <a:latin typeface="Arial" charset="0"/>
              </a:rPr>
              <a:t>GROUP BY </a:t>
            </a:r>
            <a:r>
              <a:rPr lang="en-US" altLang="zh-TW" sz="2600" i="1">
                <a:solidFill>
                  <a:srgbClr val="000099"/>
                </a:solidFill>
                <a:effectLst>
                  <a:outerShdw blurRad="38100" dist="38100" dir="2700000" algn="tl">
                    <a:srgbClr val="C0C0C0"/>
                  </a:outerShdw>
                </a:effectLst>
                <a:latin typeface="Arial" charset="0"/>
              </a:rPr>
              <a:t>groupexpr</a:t>
            </a:r>
            <a:r>
              <a:rPr lang="en-US" altLang="zh-TW" sz="2600">
                <a:solidFill>
                  <a:srgbClr val="000099"/>
                </a:solidFill>
                <a:effectLst>
                  <a:outerShdw blurRad="38100" dist="38100" dir="2700000" algn="tl">
                    <a:srgbClr val="C0C0C0"/>
                  </a:outerShdw>
                </a:effectLst>
                <a:latin typeface="Arial" charset="0"/>
              </a:rPr>
              <a:t> [HAVING </a:t>
            </a:r>
            <a:r>
              <a:rPr lang="en-US" altLang="zh-TW" sz="2600" i="1">
                <a:solidFill>
                  <a:srgbClr val="000099"/>
                </a:solidFill>
                <a:effectLst>
                  <a:outerShdw blurRad="38100" dist="38100" dir="2700000" algn="tl">
                    <a:srgbClr val="C0C0C0"/>
                  </a:outerShdw>
                </a:effectLst>
                <a:latin typeface="Arial" charset="0"/>
              </a:rPr>
              <a:t>requirement</a:t>
            </a:r>
            <a:r>
              <a:rPr lang="en-US" altLang="zh-TW" sz="2600">
                <a:solidFill>
                  <a:srgbClr val="000099"/>
                </a:solidFill>
                <a:effectLst>
                  <a:outerShdw blurRad="38100" dist="38100" dir="2700000" algn="tl">
                    <a:srgbClr val="C0C0C0"/>
                  </a:outerShdw>
                </a:effectLst>
                <a:latin typeface="Arial" charset="0"/>
              </a:rPr>
              <a:t>]</a:t>
            </a:r>
          </a:p>
        </p:txBody>
      </p:sp>
      <p:sp>
        <p:nvSpPr>
          <p:cNvPr id="55303" name="Rectangle 7"/>
          <p:cNvSpPr>
            <a:spLocks noChangeArrowheads="1"/>
          </p:cNvSpPr>
          <p:nvPr/>
        </p:nvSpPr>
        <p:spPr bwMode="auto">
          <a:xfrm>
            <a:off x="1530350" y="2586038"/>
            <a:ext cx="7078663" cy="1112837"/>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342900" indent="-342900" eaLnBrk="1" hangingPunct="1">
              <a:spcBef>
                <a:spcPct val="20000"/>
              </a:spcBef>
            </a:pPr>
            <a:r>
              <a:rPr lang="en-US" altLang="zh-TW" sz="2600">
                <a:solidFill>
                  <a:srgbClr val="000000"/>
                </a:solidFill>
                <a:effectLst>
                  <a:outerShdw blurRad="38100" dist="38100" dir="2700000" algn="tl">
                    <a:srgbClr val="C0C0C0"/>
                  </a:outerShdw>
                </a:effectLst>
                <a:latin typeface="Arial" charset="0"/>
              </a:rPr>
              <a:t>Group functions:</a:t>
            </a:r>
          </a:p>
          <a:p>
            <a:pPr marL="342900" indent="-342900" eaLnBrk="1" hangingPunct="1">
              <a:spcBef>
                <a:spcPct val="20000"/>
              </a:spcBef>
            </a:pPr>
            <a:r>
              <a:rPr lang="en-US" altLang="zh-TW" sz="2600">
                <a:solidFill>
                  <a:srgbClr val="000000"/>
                </a:solidFill>
                <a:effectLst>
                  <a:outerShdw blurRad="38100" dist="38100" dir="2700000" algn="tl">
                    <a:srgbClr val="C0C0C0"/>
                  </a:outerShdw>
                </a:effectLst>
                <a:latin typeface="Arial" charset="0"/>
              </a:rPr>
              <a:t>   COUNT( ), SUM( ), AVG( ), MAX( ), MIN( )</a:t>
            </a:r>
          </a:p>
        </p:txBody>
      </p:sp>
      <p:sp>
        <p:nvSpPr>
          <p:cNvPr id="55304" name="Rectangle 8"/>
          <p:cNvSpPr>
            <a:spLocks noChangeArrowheads="1"/>
          </p:cNvSpPr>
          <p:nvPr/>
        </p:nvSpPr>
        <p:spPr bwMode="auto">
          <a:xfrm>
            <a:off x="1143000" y="3962400"/>
            <a:ext cx="7467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762000" lvl="2" indent="-285750" algn="just" eaLnBrk="1" hangingPunct="1">
              <a:spcBef>
                <a:spcPct val="20000"/>
              </a:spcBef>
              <a:tabLst>
                <a:tab pos="762000" algn="l"/>
              </a:tabLst>
            </a:pPr>
            <a:r>
              <a:rPr lang="zh-TW" altLang="en-US" sz="2400">
                <a:effectLst/>
              </a:rPr>
              <a:t>–	</a:t>
            </a:r>
            <a:r>
              <a:rPr lang="en-US" altLang="zh-TW" sz="2400" b="1" i="1">
                <a:solidFill>
                  <a:schemeClr val="tx2"/>
                </a:solidFill>
                <a:effectLst/>
              </a:rPr>
              <a:t>groupexpr</a:t>
            </a:r>
            <a:r>
              <a:rPr lang="en-US" altLang="zh-TW" sz="2400" i="1">
                <a:solidFill>
                  <a:schemeClr val="tx2"/>
                </a:solidFill>
                <a:effectLst/>
              </a:rPr>
              <a:t> </a:t>
            </a:r>
            <a:r>
              <a:rPr lang="en-US" altLang="zh-TW" sz="2400">
                <a:solidFill>
                  <a:schemeClr val="tx2"/>
                </a:solidFill>
                <a:effectLst/>
              </a:rPr>
              <a:t>specifies the related rows to be grouped as one entry. Usually it is a column.</a:t>
            </a:r>
          </a:p>
        </p:txBody>
      </p:sp>
      <p:sp>
        <p:nvSpPr>
          <p:cNvPr id="55305" name="Rectangle 9"/>
          <p:cNvSpPr>
            <a:spLocks noChangeArrowheads="1"/>
          </p:cNvSpPr>
          <p:nvPr/>
        </p:nvSpPr>
        <p:spPr bwMode="auto">
          <a:xfrm>
            <a:off x="1143000" y="4800600"/>
            <a:ext cx="71628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762000" lvl="2" indent="-285750" algn="just" eaLnBrk="1" hangingPunct="1">
              <a:spcBef>
                <a:spcPct val="20000"/>
              </a:spcBef>
              <a:tabLst>
                <a:tab pos="762000" algn="l"/>
              </a:tabLst>
            </a:pPr>
            <a:r>
              <a:rPr lang="zh-TW" altLang="zh-TW" sz="2400" dirty="0">
                <a:effectLst/>
              </a:rPr>
              <a:t>–	</a:t>
            </a:r>
            <a:r>
              <a:rPr lang="en-US" altLang="zh-TW" sz="2400" dirty="0">
                <a:solidFill>
                  <a:schemeClr val="tx2"/>
                </a:solidFill>
                <a:effectLst/>
              </a:rPr>
              <a:t>WHERE </a:t>
            </a:r>
            <a:r>
              <a:rPr lang="en-US" altLang="zh-TW" sz="2400" b="1" i="1" dirty="0">
                <a:solidFill>
                  <a:schemeClr val="tx2"/>
                </a:solidFill>
                <a:effectLst/>
              </a:rPr>
              <a:t>condition</a:t>
            </a:r>
            <a:r>
              <a:rPr lang="en-US" altLang="zh-TW" sz="2400" dirty="0">
                <a:solidFill>
                  <a:schemeClr val="tx2"/>
                </a:solidFill>
                <a:effectLst/>
              </a:rPr>
              <a:t> specifies the condition of individual rows before the rows are group. HAVING </a:t>
            </a:r>
            <a:r>
              <a:rPr lang="en-US" altLang="zh-TW" sz="2400" b="1" i="1" dirty="0">
                <a:solidFill>
                  <a:schemeClr val="tx2"/>
                </a:solidFill>
                <a:effectLst/>
              </a:rPr>
              <a:t>requirement</a:t>
            </a:r>
            <a:r>
              <a:rPr lang="en-US" altLang="zh-TW" sz="2400" dirty="0">
                <a:solidFill>
                  <a:schemeClr val="tx2"/>
                </a:solidFill>
                <a:effectLst/>
              </a:rPr>
              <a:t> specifies the condition involving the whole group.</a:t>
            </a:r>
          </a:p>
        </p:txBody>
      </p:sp>
      <p:sp>
        <p:nvSpPr>
          <p:cNvPr id="55306" name="AutoShape 10"/>
          <p:cNvSpPr>
            <a:spLocks noChangeArrowheads="1"/>
          </p:cNvSpPr>
          <p:nvPr/>
        </p:nvSpPr>
        <p:spPr bwMode="auto">
          <a:xfrm flipV="1">
            <a:off x="387350" y="2347913"/>
            <a:ext cx="836613" cy="1085850"/>
          </a:xfrm>
          <a:custGeom>
            <a:avLst/>
            <a:gdLst>
              <a:gd name="G0" fmla="+- 15595 0 0"/>
              <a:gd name="G1" fmla="+- 4357 0 0"/>
              <a:gd name="G2" fmla="+- 12158 0 4357"/>
              <a:gd name="G3" fmla="+- G2 0 4357"/>
              <a:gd name="G4" fmla="*/ G3 32768 32059"/>
              <a:gd name="G5" fmla="*/ G4 1 2"/>
              <a:gd name="G6" fmla="+- 21600 0 15595"/>
              <a:gd name="G7" fmla="*/ G6 4357 6079"/>
              <a:gd name="G8" fmla="+- G7 15595 0"/>
              <a:gd name="T0" fmla="*/ 15595 w 21600"/>
              <a:gd name="T1" fmla="*/ 0 h 21600"/>
              <a:gd name="T2" fmla="*/ 15595 w 21600"/>
              <a:gd name="T3" fmla="*/ 12158 h 21600"/>
              <a:gd name="T4" fmla="*/ 1760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595" y="0"/>
                </a:lnTo>
                <a:lnTo>
                  <a:pt x="15595" y="4357"/>
                </a:lnTo>
                <a:lnTo>
                  <a:pt x="12427" y="4357"/>
                </a:lnTo>
                <a:cubicBezTo>
                  <a:pt x="5564" y="4357"/>
                  <a:pt x="0" y="7850"/>
                  <a:pt x="0" y="12158"/>
                </a:cubicBezTo>
                <a:lnTo>
                  <a:pt x="0" y="21600"/>
                </a:lnTo>
                <a:lnTo>
                  <a:pt x="3520" y="21600"/>
                </a:lnTo>
                <a:lnTo>
                  <a:pt x="3520" y="12158"/>
                </a:lnTo>
                <a:cubicBezTo>
                  <a:pt x="3520" y="9752"/>
                  <a:pt x="7508" y="7801"/>
                  <a:pt x="12427" y="7801"/>
                </a:cubicBezTo>
                <a:lnTo>
                  <a:pt x="15595" y="7801"/>
                </a:lnTo>
                <a:lnTo>
                  <a:pt x="15595" y="12158"/>
                </a:lnTo>
                <a:close/>
              </a:path>
            </a:pathLst>
          </a:custGeom>
          <a:solidFill>
            <a:srgbClr val="FFFF00"/>
          </a:solidFill>
          <a:ln w="12700" cap="sq">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en-US"/>
          </a:p>
        </p:txBody>
      </p:sp>
      <p:sp>
        <p:nvSpPr>
          <p:cNvPr id="8"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3510232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5300">
                                            <p:bg/>
                                          </p:spTgt>
                                        </p:tgtEl>
                                        <p:attrNameLst>
                                          <p:attrName>style.visibility</p:attrName>
                                        </p:attrNameLst>
                                      </p:cBhvr>
                                      <p:to>
                                        <p:strVal val="visible"/>
                                      </p:to>
                                    </p:set>
                                    <p:anim calcmode="lin" valueType="num">
                                      <p:cBhvr additive="base">
                                        <p:cTn id="7" dur="500" fill="hold"/>
                                        <p:tgtEl>
                                          <p:spTgt spid="55300">
                                            <p:bg/>
                                          </p:spTgt>
                                        </p:tgtEl>
                                        <p:attrNameLst>
                                          <p:attrName>ppt_x</p:attrName>
                                        </p:attrNameLst>
                                      </p:cBhvr>
                                      <p:tavLst>
                                        <p:tav tm="0">
                                          <p:val>
                                            <p:strVal val="#ppt_x"/>
                                          </p:val>
                                        </p:tav>
                                        <p:tav tm="100000">
                                          <p:val>
                                            <p:strVal val="#ppt_x"/>
                                          </p:val>
                                        </p:tav>
                                      </p:tavLst>
                                    </p:anim>
                                    <p:anim calcmode="lin" valueType="num">
                                      <p:cBhvr additive="base">
                                        <p:cTn id="8" dur="500" fill="hold"/>
                                        <p:tgtEl>
                                          <p:spTgt spid="55300">
                                            <p:bg/>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SHREG.WAV"/>
                                        </p:tgtEl>
                                      </p:cMediaNode>
                                    </p:audio>
                                  </p:sub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5300">
                                            <p:txEl>
                                              <p:pRg st="0" end="0"/>
                                            </p:txEl>
                                          </p:spTgt>
                                        </p:tgtEl>
                                        <p:attrNameLst>
                                          <p:attrName>style.visibility</p:attrName>
                                        </p:attrNameLst>
                                      </p:cBhvr>
                                      <p:to>
                                        <p:strVal val="visible"/>
                                      </p:to>
                                    </p:set>
                                    <p:anim calcmode="lin" valueType="num">
                                      <p:cBhvr additive="base">
                                        <p:cTn id="12" dur="500" fill="hold"/>
                                        <p:tgtEl>
                                          <p:spTgt spid="55300">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530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SHREG.WAV"/>
                                        </p:tgtEl>
                                      </p:cMediaNode>
                                    </p:audio>
                                  </p:sub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5300">
                                            <p:txEl>
                                              <p:pRg st="1" end="1"/>
                                            </p:txEl>
                                          </p:spTgt>
                                        </p:tgtEl>
                                        <p:attrNameLst>
                                          <p:attrName>style.visibility</p:attrName>
                                        </p:attrNameLst>
                                      </p:cBhvr>
                                      <p:to>
                                        <p:strVal val="visible"/>
                                      </p:to>
                                    </p:set>
                                    <p:anim calcmode="lin" valueType="num">
                                      <p:cBhvr additive="base">
                                        <p:cTn id="17" dur="500" fill="hold"/>
                                        <p:tgtEl>
                                          <p:spTgt spid="5530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530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SHREG.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5306"/>
                                        </p:tgtEl>
                                        <p:attrNameLst>
                                          <p:attrName>style.visibility</p:attrName>
                                        </p:attrNameLst>
                                      </p:cBhvr>
                                      <p:to>
                                        <p:strVal val="visible"/>
                                      </p:to>
                                    </p:set>
                                    <p:anim calcmode="lin" valueType="num">
                                      <p:cBhvr additive="base">
                                        <p:cTn id="23" dur="500" fill="hold"/>
                                        <p:tgtEl>
                                          <p:spTgt spid="55306"/>
                                        </p:tgtEl>
                                        <p:attrNameLst>
                                          <p:attrName>ppt_x</p:attrName>
                                        </p:attrNameLst>
                                      </p:cBhvr>
                                      <p:tavLst>
                                        <p:tav tm="0">
                                          <p:val>
                                            <p:strVal val="0-#ppt_w/2"/>
                                          </p:val>
                                        </p:tav>
                                        <p:tav tm="100000">
                                          <p:val>
                                            <p:strVal val="#ppt_x"/>
                                          </p:val>
                                        </p:tav>
                                      </p:tavLst>
                                    </p:anim>
                                    <p:anim calcmode="lin" valueType="num">
                                      <p:cBhvr additive="base">
                                        <p:cTn id="24" dur="500" fill="hold"/>
                                        <p:tgtEl>
                                          <p:spTgt spid="55306"/>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55303">
                                            <p:bg/>
                                          </p:spTgt>
                                        </p:tgtEl>
                                        <p:attrNameLst>
                                          <p:attrName>style.visibility</p:attrName>
                                        </p:attrNameLst>
                                      </p:cBhvr>
                                      <p:to>
                                        <p:strVal val="visible"/>
                                      </p:to>
                                    </p:set>
                                    <p:anim calcmode="lin" valueType="num">
                                      <p:cBhvr additive="base">
                                        <p:cTn id="28" dur="500" fill="hold"/>
                                        <p:tgtEl>
                                          <p:spTgt spid="55303">
                                            <p:bg/>
                                          </p:spTgt>
                                        </p:tgtEl>
                                        <p:attrNameLst>
                                          <p:attrName>ppt_x</p:attrName>
                                        </p:attrNameLst>
                                      </p:cBhvr>
                                      <p:tavLst>
                                        <p:tav tm="0">
                                          <p:val>
                                            <p:strVal val="#ppt_x"/>
                                          </p:val>
                                        </p:tav>
                                        <p:tav tm="100000">
                                          <p:val>
                                            <p:strVal val="#ppt_x"/>
                                          </p:val>
                                        </p:tav>
                                      </p:tavLst>
                                    </p:anim>
                                    <p:anim calcmode="lin" valueType="num">
                                      <p:cBhvr additive="base">
                                        <p:cTn id="29" dur="500" fill="hold"/>
                                        <p:tgtEl>
                                          <p:spTgt spid="55303">
                                            <p:bg/>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3" name="CASHREG.WAV"/>
                                        </p:tgtEl>
                                      </p:cMediaNode>
                                    </p:audio>
                                  </p:subTnLst>
                                </p:cTn>
                              </p:par>
                            </p:childTnLst>
                          </p:cTn>
                        </p:par>
                        <p:par>
                          <p:cTn id="30" fill="hold" nodeType="afterGroup">
                            <p:stCondLst>
                              <p:cond delay="1000"/>
                            </p:stCondLst>
                            <p:childTnLst>
                              <p:par>
                                <p:cTn id="31" presetID="2" presetClass="entr" presetSubtype="4" fill="hold" grpId="0" nodeType="afterEffect">
                                  <p:stCondLst>
                                    <p:cond delay="0"/>
                                  </p:stCondLst>
                                  <p:childTnLst>
                                    <p:set>
                                      <p:cBhvr>
                                        <p:cTn id="32" dur="1" fill="hold">
                                          <p:stCondLst>
                                            <p:cond delay="0"/>
                                          </p:stCondLst>
                                        </p:cTn>
                                        <p:tgtEl>
                                          <p:spTgt spid="55303">
                                            <p:txEl>
                                              <p:pRg st="0" end="0"/>
                                            </p:txEl>
                                          </p:spTgt>
                                        </p:tgtEl>
                                        <p:attrNameLst>
                                          <p:attrName>style.visibility</p:attrName>
                                        </p:attrNameLst>
                                      </p:cBhvr>
                                      <p:to>
                                        <p:strVal val="visible"/>
                                      </p:to>
                                    </p:set>
                                    <p:anim calcmode="lin" valueType="num">
                                      <p:cBhvr additive="base">
                                        <p:cTn id="33" dur="500" fill="hold"/>
                                        <p:tgtEl>
                                          <p:spTgt spid="55303">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530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SHREG.WAV"/>
                                        </p:tgtEl>
                                      </p:cMediaNode>
                                    </p:audio>
                                  </p:subTnLst>
                                </p:cTn>
                              </p:par>
                            </p:childTnLst>
                          </p:cTn>
                        </p:par>
                        <p:par>
                          <p:cTn id="35" fill="hold" nodeType="afterGroup">
                            <p:stCondLst>
                              <p:cond delay="1500"/>
                            </p:stCondLst>
                            <p:childTnLst>
                              <p:par>
                                <p:cTn id="36" presetID="2" presetClass="entr" presetSubtype="4" fill="hold" grpId="0" nodeType="afterEffect">
                                  <p:stCondLst>
                                    <p:cond delay="0"/>
                                  </p:stCondLst>
                                  <p:childTnLst>
                                    <p:set>
                                      <p:cBhvr>
                                        <p:cTn id="37" dur="1" fill="hold">
                                          <p:stCondLst>
                                            <p:cond delay="0"/>
                                          </p:stCondLst>
                                        </p:cTn>
                                        <p:tgtEl>
                                          <p:spTgt spid="55303">
                                            <p:txEl>
                                              <p:pRg st="1" end="1"/>
                                            </p:txEl>
                                          </p:spTgt>
                                        </p:tgtEl>
                                        <p:attrNameLst>
                                          <p:attrName>style.visibility</p:attrName>
                                        </p:attrNameLst>
                                      </p:cBhvr>
                                      <p:to>
                                        <p:strVal val="visible"/>
                                      </p:to>
                                    </p:set>
                                    <p:anim calcmode="lin" valueType="num">
                                      <p:cBhvr additive="base">
                                        <p:cTn id="38" dur="500" fill="hold"/>
                                        <p:tgtEl>
                                          <p:spTgt spid="55303">
                                            <p:txEl>
                                              <p:pRg st="1" end="1"/>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55303">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3" name="CASHREG.WAV"/>
                                        </p:tgtEl>
                                      </p:cMediaNode>
                                    </p:audio>
                                  </p:sub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55304"/>
                                        </p:tgtEl>
                                        <p:attrNameLst>
                                          <p:attrName>style.visibility</p:attrName>
                                        </p:attrNameLst>
                                      </p:cBhvr>
                                      <p:to>
                                        <p:strVal val="visible"/>
                                      </p:to>
                                    </p:set>
                                    <p:anim calcmode="lin" valueType="num">
                                      <p:cBhvr additive="base">
                                        <p:cTn id="44" dur="500"/>
                                        <p:tgtEl>
                                          <p:spTgt spid="55304"/>
                                        </p:tgtEl>
                                        <p:attrNameLst>
                                          <p:attrName>ppt_y</p:attrName>
                                        </p:attrNameLst>
                                      </p:cBhvr>
                                      <p:tavLst>
                                        <p:tav tm="0">
                                          <p:val>
                                            <p:strVal val="#ppt_y+#ppt_h*1.125000"/>
                                          </p:val>
                                        </p:tav>
                                        <p:tav tm="100000">
                                          <p:val>
                                            <p:strVal val="#ppt_y"/>
                                          </p:val>
                                        </p:tav>
                                      </p:tavLst>
                                    </p:anim>
                                    <p:animEffect transition="in" filter="wipe(up)">
                                      <p:cBhvr>
                                        <p:cTn id="45" dur="500"/>
                                        <p:tgtEl>
                                          <p:spTgt spid="55304"/>
                                        </p:tgtEl>
                                      </p:cBhvr>
                                    </p:animEffect>
                                  </p:childTnLst>
                                  <p:subTnLst>
                                    <p:animClr clrSpc="rgb" dir="cw">
                                      <p:cBhvr override="childStyle">
                                        <p:cTn dur="1" fill="hold" display="0" masterRel="nextClick" afterEffect="1"/>
                                        <p:tgtEl>
                                          <p:spTgt spid="55304"/>
                                        </p:tgtEl>
                                        <p:attrNameLst>
                                          <p:attrName>ppt_c</p:attrName>
                                        </p:attrNameLst>
                                      </p:cBhvr>
                                      <p:to>
                                        <a:schemeClr val="bg2"/>
                                      </p:to>
                                    </p:animClr>
                                  </p:subTnLst>
                                </p:cTn>
                              </p:par>
                            </p:childTnLst>
                          </p:cTn>
                        </p:par>
                      </p:childTnLst>
                    </p:cTn>
                  </p:par>
                  <p:par>
                    <p:cTn id="46" fill="hold" nodeType="clickPar">
                      <p:stCondLst>
                        <p:cond delay="indefinite"/>
                      </p:stCondLst>
                      <p:childTnLst>
                        <p:par>
                          <p:cTn id="47" fill="hold" nodeType="withGroup">
                            <p:stCondLst>
                              <p:cond delay="0"/>
                            </p:stCondLst>
                            <p:childTnLst>
                              <p:par>
                                <p:cTn id="48" presetID="12" presetClass="entr" presetSubtype="4" fill="hold" grpId="0" nodeType="clickEffect">
                                  <p:stCondLst>
                                    <p:cond delay="0"/>
                                  </p:stCondLst>
                                  <p:childTnLst>
                                    <p:set>
                                      <p:cBhvr>
                                        <p:cTn id="49" dur="1" fill="hold">
                                          <p:stCondLst>
                                            <p:cond delay="0"/>
                                          </p:stCondLst>
                                        </p:cTn>
                                        <p:tgtEl>
                                          <p:spTgt spid="55305"/>
                                        </p:tgtEl>
                                        <p:attrNameLst>
                                          <p:attrName>style.visibility</p:attrName>
                                        </p:attrNameLst>
                                      </p:cBhvr>
                                      <p:to>
                                        <p:strVal val="visible"/>
                                      </p:to>
                                    </p:set>
                                    <p:anim calcmode="lin" valueType="num">
                                      <p:cBhvr additive="base">
                                        <p:cTn id="50" dur="500"/>
                                        <p:tgtEl>
                                          <p:spTgt spid="55305"/>
                                        </p:tgtEl>
                                        <p:attrNameLst>
                                          <p:attrName>ppt_y</p:attrName>
                                        </p:attrNameLst>
                                      </p:cBhvr>
                                      <p:tavLst>
                                        <p:tav tm="0">
                                          <p:val>
                                            <p:strVal val="#ppt_y+#ppt_h*1.125000"/>
                                          </p:val>
                                        </p:tav>
                                        <p:tav tm="100000">
                                          <p:val>
                                            <p:strVal val="#ppt_y"/>
                                          </p:val>
                                        </p:tav>
                                      </p:tavLst>
                                    </p:anim>
                                    <p:animEffect transition="in" filter="wipe(up)">
                                      <p:cBhvr>
                                        <p:cTn id="51" dur="500"/>
                                        <p:tgtEl>
                                          <p:spTgt spid="55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build="p" animBg="1" autoUpdateAnimBg="0" advAuto="0"/>
      <p:bldP spid="55303" grpId="0" build="p" animBg="1" autoUpdateAnimBg="0" advAuto="0"/>
      <p:bldP spid="55304" grpId="0" autoUpdateAnimBg="0"/>
      <p:bldP spid="55305" grpId="0" autoUpdateAnimBg="0"/>
      <p:bldP spid="5530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p:cNvSpPr>
            <a:spLocks noGrp="1"/>
          </p:cNvSpPr>
          <p:nvPr>
            <p:ph type="sldNum" sz="quarter" idx="12"/>
          </p:nvPr>
        </p:nvSpPr>
        <p:spPr/>
        <p:txBody>
          <a:bodyPr/>
          <a:lstStyle/>
          <a:p>
            <a:fld id="{9C2BA6B6-D1C5-4796-B984-B2EA656A5148}" type="slidenum">
              <a:rPr lang="en-US"/>
              <a:pPr/>
              <a:t>20</a:t>
            </a:fld>
            <a:endParaRPr lang="en-US"/>
          </a:p>
        </p:txBody>
      </p:sp>
      <p:sp>
        <p:nvSpPr>
          <p:cNvPr id="77826" name="Rectangle 2"/>
          <p:cNvSpPr>
            <a:spLocks noGrp="1" noChangeArrowheads="1"/>
          </p:cNvSpPr>
          <p:nvPr>
            <p:ph type="title"/>
          </p:nvPr>
        </p:nvSpPr>
        <p:spPr/>
        <p:txBody>
          <a:bodyPr/>
          <a:lstStyle/>
          <a:p>
            <a:r>
              <a:rPr lang="en-US" dirty="0" smtClean="0"/>
              <a:t>GROUPING</a:t>
            </a:r>
            <a:endParaRPr lang="en-US" dirty="0"/>
          </a:p>
        </p:txBody>
      </p:sp>
      <p:graphicFrame>
        <p:nvGraphicFramePr>
          <p:cNvPr id="77827" name="Group 3"/>
          <p:cNvGraphicFramePr>
            <a:graphicFrameLocks noGrp="1"/>
          </p:cNvGraphicFramePr>
          <p:nvPr/>
        </p:nvGraphicFramePr>
        <p:xfrm>
          <a:off x="3352800" y="1981200"/>
          <a:ext cx="5410200" cy="1676400"/>
        </p:xfrm>
        <a:graphic>
          <a:graphicData uri="http://schemas.openxmlformats.org/drawingml/2006/table">
            <a:tbl>
              <a:tblPr/>
              <a:tblGrid>
                <a:gridCol w="1352550"/>
                <a:gridCol w="1352550"/>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Manufacturer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$19.99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$29.99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SingleTouch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$149.99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Photography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Canon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MultiTouch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$203.99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Household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Hitachi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59" name="Rectangle 35"/>
          <p:cNvSpPr>
            <a:spLocks noChangeArrowheads="1"/>
          </p:cNvSpPr>
          <p:nvPr/>
        </p:nvSpPr>
        <p:spPr bwMode="auto">
          <a:xfrm>
            <a:off x="228600" y="3810000"/>
            <a:ext cx="4284506" cy="923330"/>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50000"/>
              </a:spcBef>
              <a:buFontTx/>
              <a:buNone/>
            </a:pPr>
            <a:r>
              <a:rPr lang="en-US" dirty="0">
                <a:solidFill>
                  <a:schemeClr val="accent2"/>
                </a:solidFill>
              </a:rPr>
              <a:t>SELECT</a:t>
            </a:r>
            <a:r>
              <a:rPr lang="en-US" dirty="0"/>
              <a:t>   </a:t>
            </a:r>
            <a:r>
              <a:rPr lang="en-US" dirty="0" smtClean="0"/>
              <a:t>Manufacturer, COUNT(*) as Total</a:t>
            </a:r>
            <a:r>
              <a:rPr lang="en-US" dirty="0"/>
              <a:t/>
            </a:r>
            <a:br>
              <a:rPr lang="en-US" dirty="0"/>
            </a:br>
            <a:r>
              <a:rPr lang="en-US" dirty="0">
                <a:solidFill>
                  <a:schemeClr val="accent2"/>
                </a:solidFill>
              </a:rPr>
              <a:t>FROM</a:t>
            </a:r>
            <a:r>
              <a:rPr lang="en-US" dirty="0"/>
              <a:t>      Product</a:t>
            </a:r>
            <a:br>
              <a:rPr lang="en-US" dirty="0"/>
            </a:br>
            <a:r>
              <a:rPr lang="en-US" dirty="0" smtClean="0">
                <a:solidFill>
                  <a:schemeClr val="accent2"/>
                </a:solidFill>
              </a:rPr>
              <a:t>GROUP BY</a:t>
            </a:r>
            <a:r>
              <a:rPr lang="en-US" dirty="0" smtClean="0"/>
              <a:t>   Manufacturer</a:t>
            </a:r>
            <a:endParaRPr lang="en-US" dirty="0"/>
          </a:p>
        </p:txBody>
      </p:sp>
      <p:sp>
        <p:nvSpPr>
          <p:cNvPr id="77860" name="Text Box 36"/>
          <p:cNvSpPr txBox="1">
            <a:spLocks noChangeArrowheads="1"/>
          </p:cNvSpPr>
          <p:nvPr/>
        </p:nvSpPr>
        <p:spPr bwMode="auto">
          <a:xfrm>
            <a:off x="2362200" y="1981200"/>
            <a:ext cx="8175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1600">
                <a:solidFill>
                  <a:schemeClr val="accent2"/>
                </a:solidFill>
              </a:rPr>
              <a:t>Product</a:t>
            </a:r>
          </a:p>
        </p:txBody>
      </p:sp>
      <p:sp>
        <p:nvSpPr>
          <p:cNvPr id="77861" name="AutoShape 37"/>
          <p:cNvSpPr>
            <a:spLocks noChangeArrowheads="1"/>
          </p:cNvSpPr>
          <p:nvPr/>
        </p:nvSpPr>
        <p:spPr bwMode="auto">
          <a:xfrm>
            <a:off x="6019800" y="3962400"/>
            <a:ext cx="609600" cy="6096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7862" name="Group 38"/>
          <p:cNvGraphicFramePr>
            <a:graphicFrameLocks noGrp="1"/>
          </p:cNvGraphicFramePr>
          <p:nvPr>
            <p:extLst>
              <p:ext uri="{D42A27DB-BD31-4B8C-83A1-F6EECF244321}">
                <p14:modId xmlns:p14="http://schemas.microsoft.com/office/powerpoint/2010/main" val="3000716966"/>
              </p:ext>
            </p:extLst>
          </p:nvPr>
        </p:nvGraphicFramePr>
        <p:xfrm>
          <a:off x="4114800" y="5257800"/>
          <a:ext cx="2705100" cy="1341120"/>
        </p:xfrm>
        <a:graphic>
          <a:graphicData uri="http://schemas.openxmlformats.org/drawingml/2006/table">
            <a:tbl>
              <a:tblPr/>
              <a:tblGrid>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accent2"/>
                          </a:solidFill>
                          <a:effectLst/>
                          <a:latin typeface="Times New Roman" pitchFamily="18" charset="0"/>
                        </a:rPr>
                        <a:t>Manufacturer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accent2"/>
                          </a:solidFill>
                          <a:effectLst/>
                          <a:latin typeface="Times New Roman" pitchFamily="18" charset="0"/>
                        </a:rPr>
                        <a:t>Total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Canon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600" b="0" i="0" u="none" strike="noStrike" cap="none" normalizeH="0" baseline="0" dirty="0" smtClean="0">
                          <a:ln>
                            <a:noFill/>
                          </a:ln>
                          <a:solidFill>
                            <a:schemeClr val="tx1"/>
                          </a:solidFill>
                          <a:effectLst/>
                          <a:latin typeface="Times New Roman" pitchFamily="18" charset="0"/>
                        </a:rPr>
                        <a:t>Hitachi</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80" name="Oval 56"/>
          <p:cNvSpPr>
            <a:spLocks noChangeArrowheads="1"/>
          </p:cNvSpPr>
          <p:nvPr/>
        </p:nvSpPr>
        <p:spPr bwMode="auto">
          <a:xfrm>
            <a:off x="484485" y="5642649"/>
            <a:ext cx="2628312" cy="519351"/>
          </a:xfrm>
          <a:prstGeom prst="ellipse">
            <a:avLst/>
          </a:prstGeom>
          <a:solidFill>
            <a:srgbClr val="C0C0C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0"/>
              </a:spcBef>
              <a:buFontTx/>
              <a:buNone/>
            </a:pPr>
            <a:r>
              <a:rPr lang="en-US" dirty="0" smtClean="0"/>
              <a:t>Use of GROUP BY</a:t>
            </a:r>
            <a:endParaRPr lang="en-US" dirty="0"/>
          </a:p>
        </p:txBody>
      </p:sp>
      <p:sp>
        <p:nvSpPr>
          <p:cNvPr id="10"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13013135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60"/>
                                        </p:tgtEl>
                                        <p:attrNameLst>
                                          <p:attrName>style.visibility</p:attrName>
                                        </p:attrNameLst>
                                      </p:cBhvr>
                                      <p:to>
                                        <p:strVal val="visible"/>
                                      </p:to>
                                    </p:set>
                                    <p:animEffect transition="in" filter="dissolve">
                                      <p:cBhvr>
                                        <p:cTn id="7" dur="500"/>
                                        <p:tgtEl>
                                          <p:spTgt spid="7786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7827"/>
                                        </p:tgtEl>
                                        <p:attrNameLst>
                                          <p:attrName>style.visibility</p:attrName>
                                        </p:attrNameLst>
                                      </p:cBhvr>
                                      <p:to>
                                        <p:strVal val="visible"/>
                                      </p:to>
                                    </p:set>
                                    <p:animEffect transition="in" filter="dissolve">
                                      <p:cBhvr>
                                        <p:cTn id="11" dur="500"/>
                                        <p:tgtEl>
                                          <p:spTgt spid="778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7861"/>
                                        </p:tgtEl>
                                        <p:attrNameLst>
                                          <p:attrName>style.visibility</p:attrName>
                                        </p:attrNameLst>
                                      </p:cBhvr>
                                      <p:to>
                                        <p:strVal val="visible"/>
                                      </p:to>
                                    </p:set>
                                    <p:animEffect transition="in" filter="dissolve">
                                      <p:cBhvr>
                                        <p:cTn id="16" dur="500"/>
                                        <p:tgtEl>
                                          <p:spTgt spid="77861"/>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77862"/>
                                        </p:tgtEl>
                                        <p:attrNameLst>
                                          <p:attrName>style.visibility</p:attrName>
                                        </p:attrNameLst>
                                      </p:cBhvr>
                                      <p:to>
                                        <p:strVal val="visible"/>
                                      </p:to>
                                    </p:set>
                                    <p:animEffect transition="in" filter="dissolve">
                                      <p:cBhvr>
                                        <p:cTn id="20" dur="500"/>
                                        <p:tgtEl>
                                          <p:spTgt spid="778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7880"/>
                                        </p:tgtEl>
                                        <p:attrNameLst>
                                          <p:attrName>style.visibility</p:attrName>
                                        </p:attrNameLst>
                                      </p:cBhvr>
                                      <p:to>
                                        <p:strVal val="visible"/>
                                      </p:to>
                                    </p:set>
                                    <p:animEffect transition="in" filter="dissolve">
                                      <p:cBhvr>
                                        <p:cTn id="25" dur="500"/>
                                        <p:tgtEl>
                                          <p:spTgt spid="77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60" grpId="0" autoUpdateAnimBg="0"/>
      <p:bldP spid="77861" grpId="0" animBg="1"/>
      <p:bldP spid="77880"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p:cNvSpPr>
            <a:spLocks noGrp="1"/>
          </p:cNvSpPr>
          <p:nvPr>
            <p:ph type="sldNum" sz="quarter" idx="12"/>
          </p:nvPr>
        </p:nvSpPr>
        <p:spPr/>
        <p:txBody>
          <a:bodyPr/>
          <a:lstStyle/>
          <a:p>
            <a:fld id="{9C2BA6B6-D1C5-4796-B984-B2EA656A5148}" type="slidenum">
              <a:rPr lang="en-US"/>
              <a:pPr/>
              <a:t>21</a:t>
            </a:fld>
            <a:endParaRPr lang="en-US"/>
          </a:p>
        </p:txBody>
      </p:sp>
      <p:sp>
        <p:nvSpPr>
          <p:cNvPr id="77826" name="Rectangle 2"/>
          <p:cNvSpPr>
            <a:spLocks noGrp="1" noChangeArrowheads="1"/>
          </p:cNvSpPr>
          <p:nvPr>
            <p:ph type="title"/>
          </p:nvPr>
        </p:nvSpPr>
        <p:spPr/>
        <p:txBody>
          <a:bodyPr/>
          <a:lstStyle/>
          <a:p>
            <a:r>
              <a:rPr lang="en-US" dirty="0" smtClean="0"/>
              <a:t>GROUPING with Condition</a:t>
            </a:r>
            <a:endParaRPr lang="en-US" dirty="0"/>
          </a:p>
        </p:txBody>
      </p:sp>
      <p:graphicFrame>
        <p:nvGraphicFramePr>
          <p:cNvPr id="77827" name="Group 3"/>
          <p:cNvGraphicFramePr>
            <a:graphicFrameLocks noGrp="1"/>
          </p:cNvGraphicFramePr>
          <p:nvPr/>
        </p:nvGraphicFramePr>
        <p:xfrm>
          <a:off x="3352800" y="1981200"/>
          <a:ext cx="5410200" cy="1676400"/>
        </p:xfrm>
        <a:graphic>
          <a:graphicData uri="http://schemas.openxmlformats.org/drawingml/2006/table">
            <a:tbl>
              <a:tblPr/>
              <a:tblGrid>
                <a:gridCol w="1352550"/>
                <a:gridCol w="1352550"/>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accent2"/>
                          </a:solidFill>
                          <a:effectLst/>
                          <a:latin typeface="Times New Roman" pitchFamily="18" charset="0"/>
                        </a:rPr>
                        <a:t>Manufacturer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$19.99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$29.99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SingleTouch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$149.99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Photography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Canon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MultiTouch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$203.99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Household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Hitachi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59" name="Rectangle 35"/>
          <p:cNvSpPr>
            <a:spLocks noChangeArrowheads="1"/>
          </p:cNvSpPr>
          <p:nvPr/>
        </p:nvSpPr>
        <p:spPr bwMode="auto">
          <a:xfrm>
            <a:off x="228600" y="3810000"/>
            <a:ext cx="4284506" cy="1200329"/>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50000"/>
              </a:spcBef>
            </a:pPr>
            <a:r>
              <a:rPr lang="en-US" dirty="0">
                <a:solidFill>
                  <a:schemeClr val="accent2"/>
                </a:solidFill>
              </a:rPr>
              <a:t>SELECT</a:t>
            </a:r>
            <a:r>
              <a:rPr lang="en-US" dirty="0"/>
              <a:t>   </a:t>
            </a:r>
            <a:r>
              <a:rPr lang="en-US" dirty="0" smtClean="0"/>
              <a:t>Manufacturer, COUNT(*) as Total</a:t>
            </a:r>
            <a:r>
              <a:rPr lang="en-US" dirty="0"/>
              <a:t/>
            </a:r>
            <a:br>
              <a:rPr lang="en-US" dirty="0"/>
            </a:br>
            <a:r>
              <a:rPr lang="en-US" dirty="0">
                <a:solidFill>
                  <a:schemeClr val="accent2"/>
                </a:solidFill>
              </a:rPr>
              <a:t>FROM</a:t>
            </a:r>
            <a:r>
              <a:rPr lang="en-US" dirty="0"/>
              <a:t>      Product</a:t>
            </a:r>
            <a:br>
              <a:rPr lang="en-US" dirty="0"/>
            </a:br>
            <a:r>
              <a:rPr lang="en-US" dirty="0" smtClean="0">
                <a:solidFill>
                  <a:schemeClr val="accent2"/>
                </a:solidFill>
              </a:rPr>
              <a:t>GROUP BY</a:t>
            </a:r>
            <a:r>
              <a:rPr lang="en-US" dirty="0" smtClean="0"/>
              <a:t>   Manufacturer</a:t>
            </a:r>
            <a:br>
              <a:rPr lang="en-US" dirty="0" smtClean="0"/>
            </a:br>
            <a:r>
              <a:rPr lang="en-US" dirty="0" smtClean="0">
                <a:solidFill>
                  <a:schemeClr val="accent2"/>
                </a:solidFill>
              </a:rPr>
              <a:t>HAVING</a:t>
            </a:r>
            <a:r>
              <a:rPr lang="en-US" dirty="0" smtClean="0"/>
              <a:t>   COUNT(*)&gt;2</a:t>
            </a:r>
          </a:p>
        </p:txBody>
      </p:sp>
      <p:sp>
        <p:nvSpPr>
          <p:cNvPr id="77860" name="Text Box 36"/>
          <p:cNvSpPr txBox="1">
            <a:spLocks noChangeArrowheads="1"/>
          </p:cNvSpPr>
          <p:nvPr/>
        </p:nvSpPr>
        <p:spPr bwMode="auto">
          <a:xfrm>
            <a:off x="2362200" y="1981200"/>
            <a:ext cx="8175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1600">
                <a:solidFill>
                  <a:schemeClr val="accent2"/>
                </a:solidFill>
              </a:rPr>
              <a:t>Product</a:t>
            </a:r>
          </a:p>
        </p:txBody>
      </p:sp>
      <p:sp>
        <p:nvSpPr>
          <p:cNvPr id="77861" name="AutoShape 37"/>
          <p:cNvSpPr>
            <a:spLocks noChangeArrowheads="1"/>
          </p:cNvSpPr>
          <p:nvPr/>
        </p:nvSpPr>
        <p:spPr bwMode="auto">
          <a:xfrm>
            <a:off x="6019800" y="3962400"/>
            <a:ext cx="609600" cy="6096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7862" name="Group 38"/>
          <p:cNvGraphicFramePr>
            <a:graphicFrameLocks noGrp="1"/>
          </p:cNvGraphicFramePr>
          <p:nvPr>
            <p:extLst>
              <p:ext uri="{D42A27DB-BD31-4B8C-83A1-F6EECF244321}">
                <p14:modId xmlns:p14="http://schemas.microsoft.com/office/powerpoint/2010/main" val="98421253"/>
              </p:ext>
            </p:extLst>
          </p:nvPr>
        </p:nvGraphicFramePr>
        <p:xfrm>
          <a:off x="5276850" y="5458783"/>
          <a:ext cx="2705100" cy="670560"/>
        </p:xfrm>
        <a:graphic>
          <a:graphicData uri="http://schemas.openxmlformats.org/drawingml/2006/table">
            <a:tbl>
              <a:tblPr/>
              <a:tblGrid>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accent2"/>
                          </a:solidFill>
                          <a:effectLst/>
                          <a:latin typeface="Times New Roman" pitchFamily="18" charset="0"/>
                        </a:rPr>
                        <a:t>Manufacturer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accent2"/>
                          </a:solidFill>
                          <a:effectLst/>
                          <a:latin typeface="Times New Roman" pitchFamily="18" charset="0"/>
                        </a:rPr>
                        <a:t>Total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GizmoWorks</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80" name="Oval 56"/>
          <p:cNvSpPr>
            <a:spLocks noChangeArrowheads="1"/>
          </p:cNvSpPr>
          <p:nvPr/>
        </p:nvSpPr>
        <p:spPr bwMode="auto">
          <a:xfrm>
            <a:off x="261257" y="5595698"/>
            <a:ext cx="4403842" cy="519351"/>
          </a:xfrm>
          <a:prstGeom prst="ellipse">
            <a:avLst/>
          </a:prstGeom>
          <a:solidFill>
            <a:srgbClr val="C0C0C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0"/>
              </a:spcBef>
              <a:buFontTx/>
              <a:buNone/>
            </a:pPr>
            <a:r>
              <a:rPr lang="en-US" dirty="0" smtClean="0"/>
              <a:t>Use of GROUP BY with HAVING</a:t>
            </a:r>
            <a:endParaRPr lang="en-US" dirty="0"/>
          </a:p>
        </p:txBody>
      </p:sp>
      <p:sp>
        <p:nvSpPr>
          <p:cNvPr id="10"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3881340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60"/>
                                        </p:tgtEl>
                                        <p:attrNameLst>
                                          <p:attrName>style.visibility</p:attrName>
                                        </p:attrNameLst>
                                      </p:cBhvr>
                                      <p:to>
                                        <p:strVal val="visible"/>
                                      </p:to>
                                    </p:set>
                                    <p:animEffect transition="in" filter="dissolve">
                                      <p:cBhvr>
                                        <p:cTn id="7" dur="500"/>
                                        <p:tgtEl>
                                          <p:spTgt spid="7786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7827"/>
                                        </p:tgtEl>
                                        <p:attrNameLst>
                                          <p:attrName>style.visibility</p:attrName>
                                        </p:attrNameLst>
                                      </p:cBhvr>
                                      <p:to>
                                        <p:strVal val="visible"/>
                                      </p:to>
                                    </p:set>
                                    <p:animEffect transition="in" filter="dissolve">
                                      <p:cBhvr>
                                        <p:cTn id="11" dur="500"/>
                                        <p:tgtEl>
                                          <p:spTgt spid="778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7861"/>
                                        </p:tgtEl>
                                        <p:attrNameLst>
                                          <p:attrName>style.visibility</p:attrName>
                                        </p:attrNameLst>
                                      </p:cBhvr>
                                      <p:to>
                                        <p:strVal val="visible"/>
                                      </p:to>
                                    </p:set>
                                    <p:animEffect transition="in" filter="dissolve">
                                      <p:cBhvr>
                                        <p:cTn id="16" dur="500"/>
                                        <p:tgtEl>
                                          <p:spTgt spid="77861"/>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77862"/>
                                        </p:tgtEl>
                                        <p:attrNameLst>
                                          <p:attrName>style.visibility</p:attrName>
                                        </p:attrNameLst>
                                      </p:cBhvr>
                                      <p:to>
                                        <p:strVal val="visible"/>
                                      </p:to>
                                    </p:set>
                                    <p:animEffect transition="in" filter="dissolve">
                                      <p:cBhvr>
                                        <p:cTn id="20" dur="500"/>
                                        <p:tgtEl>
                                          <p:spTgt spid="778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7880"/>
                                        </p:tgtEl>
                                        <p:attrNameLst>
                                          <p:attrName>style.visibility</p:attrName>
                                        </p:attrNameLst>
                                      </p:cBhvr>
                                      <p:to>
                                        <p:strVal val="visible"/>
                                      </p:to>
                                    </p:set>
                                    <p:animEffect transition="in" filter="dissolve">
                                      <p:cBhvr>
                                        <p:cTn id="25" dur="500"/>
                                        <p:tgtEl>
                                          <p:spTgt spid="77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60" grpId="0" autoUpdateAnimBg="0"/>
      <p:bldP spid="77861" grpId="0" animBg="1"/>
      <p:bldP spid="77880"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bwMode="auto">
          <a:xfrm>
            <a:off x="1155701" y="37514"/>
            <a:ext cx="7772400" cy="1143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b" anchorCtr="0" compatLnSpc="1">
            <a:prstTxWarp prst="textNoShape">
              <a:avLst/>
            </a:prstTxWarp>
            <a:normAutofit fontScale="90000"/>
          </a:bodyPr>
          <a:lstStyle/>
          <a:p>
            <a:r>
              <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
            </a:r>
            <a:br>
              <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br>
            <a:r>
              <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 </a:t>
            </a:r>
            <a:r>
              <a:rPr lang="en-US"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Union, Intersection and Difference of Tables</a:t>
            </a:r>
            <a:endPar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endParaRPr>
          </a:p>
        </p:txBody>
      </p:sp>
      <p:grpSp>
        <p:nvGrpSpPr>
          <p:cNvPr id="102477" name="Group 77"/>
          <p:cNvGrpSpPr>
            <a:grpSpLocks/>
          </p:cNvGrpSpPr>
          <p:nvPr/>
        </p:nvGrpSpPr>
        <p:grpSpPr bwMode="auto">
          <a:xfrm>
            <a:off x="2895600" y="2286000"/>
            <a:ext cx="4572000" cy="3203575"/>
            <a:chOff x="1824" y="1440"/>
            <a:chExt cx="2880" cy="2018"/>
          </a:xfrm>
        </p:grpSpPr>
        <p:sp>
          <p:nvSpPr>
            <p:cNvPr id="102407" name="Rectangle 7"/>
            <p:cNvSpPr>
              <a:spLocks noChangeArrowheads="1"/>
            </p:cNvSpPr>
            <p:nvPr/>
          </p:nvSpPr>
          <p:spPr bwMode="auto">
            <a:xfrm>
              <a:off x="1824" y="1440"/>
              <a:ext cx="2880" cy="201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08" name="Oval 8"/>
            <p:cNvSpPr>
              <a:spLocks noChangeArrowheads="1"/>
            </p:cNvSpPr>
            <p:nvPr/>
          </p:nvSpPr>
          <p:spPr bwMode="auto">
            <a:xfrm>
              <a:off x="2000" y="1891"/>
              <a:ext cx="1470" cy="1235"/>
            </a:xfrm>
            <a:prstGeom prst="ellipse">
              <a:avLst/>
            </a:prstGeom>
            <a:noFill/>
            <a:ln w="28575">
              <a:solidFill>
                <a:srgbClr val="FF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09" name="Rectangle 9"/>
            <p:cNvSpPr>
              <a:spLocks noChangeArrowheads="1"/>
            </p:cNvSpPr>
            <p:nvPr/>
          </p:nvSpPr>
          <p:spPr bwMode="auto">
            <a:xfrm>
              <a:off x="2196" y="1635"/>
              <a:ext cx="275"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r>
                <a:rPr lang="en-US" altLang="zh-TW" sz="3200">
                  <a:solidFill>
                    <a:srgbClr val="FF3399"/>
                  </a:solidFill>
                  <a:effectLst/>
                  <a:ea typeface="新細明體" pitchFamily="2" charset="-120"/>
                </a:rPr>
                <a:t>A</a:t>
              </a:r>
              <a:endParaRPr lang="en-US" altLang="zh-TW" sz="2400">
                <a:effectLst/>
                <a:ea typeface="新細明體" pitchFamily="2" charset="-120"/>
              </a:endParaRPr>
            </a:p>
          </p:txBody>
        </p:sp>
        <p:sp>
          <p:nvSpPr>
            <p:cNvPr id="102410" name="Rectangle 10"/>
            <p:cNvSpPr>
              <a:spLocks noChangeArrowheads="1"/>
            </p:cNvSpPr>
            <p:nvPr/>
          </p:nvSpPr>
          <p:spPr bwMode="auto">
            <a:xfrm>
              <a:off x="4057" y="1635"/>
              <a:ext cx="275"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r>
                <a:rPr lang="en-US" altLang="zh-TW" sz="3200">
                  <a:solidFill>
                    <a:srgbClr val="0000CC"/>
                  </a:solidFill>
                  <a:effectLst/>
                  <a:ea typeface="新細明體" pitchFamily="2" charset="-120"/>
                </a:rPr>
                <a:t>B</a:t>
              </a:r>
              <a:endParaRPr lang="en-US" altLang="zh-TW" sz="2400">
                <a:effectLst/>
                <a:ea typeface="新細明體" pitchFamily="2" charset="-120"/>
              </a:endParaRPr>
            </a:p>
          </p:txBody>
        </p:sp>
        <p:sp>
          <p:nvSpPr>
            <p:cNvPr id="102411" name="Oval 11"/>
            <p:cNvSpPr>
              <a:spLocks noChangeArrowheads="1"/>
            </p:cNvSpPr>
            <p:nvPr/>
          </p:nvSpPr>
          <p:spPr bwMode="auto">
            <a:xfrm>
              <a:off x="2999" y="1895"/>
              <a:ext cx="1470" cy="1235"/>
            </a:xfrm>
            <a:prstGeom prst="ellipse">
              <a:avLst/>
            </a:prstGeom>
            <a:noFill/>
            <a:ln w="28575">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02476" name="Group 76"/>
          <p:cNvGrpSpPr>
            <a:grpSpLocks/>
          </p:cNvGrpSpPr>
          <p:nvPr/>
        </p:nvGrpSpPr>
        <p:grpSpPr bwMode="auto">
          <a:xfrm>
            <a:off x="3236913" y="3001963"/>
            <a:ext cx="3825875" cy="1960562"/>
            <a:chOff x="2039" y="1891"/>
            <a:chExt cx="2410" cy="1235"/>
          </a:xfrm>
        </p:grpSpPr>
        <p:sp>
          <p:nvSpPr>
            <p:cNvPr id="102412" name="Line 12"/>
            <p:cNvSpPr>
              <a:spLocks noChangeShapeType="1"/>
            </p:cNvSpPr>
            <p:nvPr/>
          </p:nvSpPr>
          <p:spPr bwMode="auto">
            <a:xfrm flipH="1">
              <a:off x="2039" y="2028"/>
              <a:ext cx="256" cy="62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13" name="Line 13"/>
            <p:cNvSpPr>
              <a:spLocks noChangeShapeType="1"/>
            </p:cNvSpPr>
            <p:nvPr/>
          </p:nvSpPr>
          <p:spPr bwMode="auto">
            <a:xfrm flipH="1">
              <a:off x="2098" y="1950"/>
              <a:ext cx="354" cy="863"/>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14" name="Line 14"/>
            <p:cNvSpPr>
              <a:spLocks noChangeShapeType="1"/>
            </p:cNvSpPr>
            <p:nvPr/>
          </p:nvSpPr>
          <p:spPr bwMode="auto">
            <a:xfrm flipH="1">
              <a:off x="2177" y="1911"/>
              <a:ext cx="412" cy="100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15" name="Line 15"/>
            <p:cNvSpPr>
              <a:spLocks noChangeShapeType="1"/>
            </p:cNvSpPr>
            <p:nvPr/>
          </p:nvSpPr>
          <p:spPr bwMode="auto">
            <a:xfrm flipH="1">
              <a:off x="2274" y="1891"/>
              <a:ext cx="432" cy="109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16" name="Line 16"/>
            <p:cNvSpPr>
              <a:spLocks noChangeShapeType="1"/>
            </p:cNvSpPr>
            <p:nvPr/>
          </p:nvSpPr>
          <p:spPr bwMode="auto">
            <a:xfrm flipH="1">
              <a:off x="2372" y="1891"/>
              <a:ext cx="452" cy="1153"/>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17" name="Line 17"/>
            <p:cNvSpPr>
              <a:spLocks noChangeShapeType="1"/>
            </p:cNvSpPr>
            <p:nvPr/>
          </p:nvSpPr>
          <p:spPr bwMode="auto">
            <a:xfrm flipH="1">
              <a:off x="2470" y="1931"/>
              <a:ext cx="471" cy="1156"/>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18" name="Line 18"/>
            <p:cNvSpPr>
              <a:spLocks noChangeShapeType="1"/>
            </p:cNvSpPr>
            <p:nvPr/>
          </p:nvSpPr>
          <p:spPr bwMode="auto">
            <a:xfrm flipH="1">
              <a:off x="2588" y="1950"/>
              <a:ext cx="471" cy="1156"/>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19" name="Line 19"/>
            <p:cNvSpPr>
              <a:spLocks noChangeShapeType="1"/>
            </p:cNvSpPr>
            <p:nvPr/>
          </p:nvSpPr>
          <p:spPr bwMode="auto">
            <a:xfrm flipH="1">
              <a:off x="2705" y="2009"/>
              <a:ext cx="432" cy="1117"/>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0" name="Line 20"/>
            <p:cNvSpPr>
              <a:spLocks noChangeShapeType="1"/>
            </p:cNvSpPr>
            <p:nvPr/>
          </p:nvSpPr>
          <p:spPr bwMode="auto">
            <a:xfrm flipH="1">
              <a:off x="2823" y="2068"/>
              <a:ext cx="412" cy="103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1" name="Line 21"/>
            <p:cNvSpPr>
              <a:spLocks noChangeShapeType="1"/>
            </p:cNvSpPr>
            <p:nvPr/>
          </p:nvSpPr>
          <p:spPr bwMode="auto">
            <a:xfrm flipH="1">
              <a:off x="2960" y="1989"/>
              <a:ext cx="432" cy="109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2" name="Line 22"/>
            <p:cNvSpPr>
              <a:spLocks noChangeShapeType="1"/>
            </p:cNvSpPr>
            <p:nvPr/>
          </p:nvSpPr>
          <p:spPr bwMode="auto">
            <a:xfrm flipH="1">
              <a:off x="3097" y="1911"/>
              <a:ext cx="452" cy="1137"/>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3" name="Line 23"/>
            <p:cNvSpPr>
              <a:spLocks noChangeShapeType="1"/>
            </p:cNvSpPr>
            <p:nvPr/>
          </p:nvSpPr>
          <p:spPr bwMode="auto">
            <a:xfrm flipH="1">
              <a:off x="3234" y="1911"/>
              <a:ext cx="432" cy="105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4" name="Line 24"/>
            <p:cNvSpPr>
              <a:spLocks noChangeShapeType="1"/>
            </p:cNvSpPr>
            <p:nvPr/>
          </p:nvSpPr>
          <p:spPr bwMode="auto">
            <a:xfrm flipH="1">
              <a:off x="3939" y="2138"/>
              <a:ext cx="354" cy="96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5" name="Line 25"/>
            <p:cNvSpPr>
              <a:spLocks noChangeShapeType="1"/>
            </p:cNvSpPr>
            <p:nvPr/>
          </p:nvSpPr>
          <p:spPr bwMode="auto">
            <a:xfrm flipH="1">
              <a:off x="4076" y="2224"/>
              <a:ext cx="315" cy="824"/>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6" name="Line 26"/>
            <p:cNvSpPr>
              <a:spLocks noChangeShapeType="1"/>
            </p:cNvSpPr>
            <p:nvPr/>
          </p:nvSpPr>
          <p:spPr bwMode="auto">
            <a:xfrm flipH="1">
              <a:off x="4213" y="2381"/>
              <a:ext cx="236" cy="60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7" name="Line 27"/>
            <p:cNvSpPr>
              <a:spLocks noChangeShapeType="1"/>
            </p:cNvSpPr>
            <p:nvPr/>
          </p:nvSpPr>
          <p:spPr bwMode="auto">
            <a:xfrm flipH="1">
              <a:off x="3783" y="2048"/>
              <a:ext cx="431" cy="107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8" name="Line 28"/>
            <p:cNvSpPr>
              <a:spLocks noChangeShapeType="1"/>
            </p:cNvSpPr>
            <p:nvPr/>
          </p:nvSpPr>
          <p:spPr bwMode="auto">
            <a:xfrm flipH="1">
              <a:off x="3665" y="1989"/>
              <a:ext cx="451" cy="1137"/>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29" name="Line 29"/>
            <p:cNvSpPr>
              <a:spLocks noChangeShapeType="1"/>
            </p:cNvSpPr>
            <p:nvPr/>
          </p:nvSpPr>
          <p:spPr bwMode="auto">
            <a:xfrm flipH="1">
              <a:off x="3548" y="1950"/>
              <a:ext cx="471" cy="1156"/>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30" name="Line 30"/>
            <p:cNvSpPr>
              <a:spLocks noChangeShapeType="1"/>
            </p:cNvSpPr>
            <p:nvPr/>
          </p:nvSpPr>
          <p:spPr bwMode="auto">
            <a:xfrm flipH="1">
              <a:off x="3430" y="1911"/>
              <a:ext cx="471" cy="1156"/>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31" name="Line 31"/>
            <p:cNvSpPr>
              <a:spLocks noChangeShapeType="1"/>
            </p:cNvSpPr>
            <p:nvPr/>
          </p:nvSpPr>
          <p:spPr bwMode="auto">
            <a:xfrm flipH="1">
              <a:off x="3332" y="1891"/>
              <a:ext cx="432" cy="111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2473" name="Text Box 73"/>
          <p:cNvSpPr txBox="1">
            <a:spLocks noChangeArrowheads="1"/>
          </p:cNvSpPr>
          <p:nvPr/>
        </p:nvSpPr>
        <p:spPr bwMode="auto">
          <a:xfrm>
            <a:off x="2819400" y="1600200"/>
            <a:ext cx="464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en-US" altLang="zh-TW" sz="2800">
                <a:effectLst/>
                <a:ea typeface="新細明體" pitchFamily="2" charset="-120"/>
              </a:rPr>
              <a:t>The </a:t>
            </a:r>
            <a:r>
              <a:rPr lang="en-US" altLang="zh-TW" sz="2800" b="1" i="1">
                <a:solidFill>
                  <a:srgbClr val="FF3399"/>
                </a:solidFill>
                <a:effectLst/>
                <a:ea typeface="新細明體" pitchFamily="2" charset="-120"/>
              </a:rPr>
              <a:t>union</a:t>
            </a:r>
            <a:r>
              <a:rPr lang="en-US" altLang="zh-TW" sz="2800">
                <a:effectLst/>
                <a:ea typeface="新細明體" pitchFamily="2" charset="-120"/>
              </a:rPr>
              <a:t> of A and B (A</a:t>
            </a:r>
            <a:r>
              <a:rPr lang="en-US" altLang="zh-TW" sz="2800">
                <a:effectLst/>
                <a:ea typeface="新細明體" pitchFamily="2" charset="-120"/>
                <a:sym typeface="Symbol" pitchFamily="18" charset="2"/>
              </a:rPr>
              <a:t></a:t>
            </a:r>
            <a:r>
              <a:rPr lang="en-US" altLang="zh-TW" sz="2800">
                <a:effectLst/>
                <a:ea typeface="新細明體" pitchFamily="2" charset="-120"/>
              </a:rPr>
              <a:t>B)</a:t>
            </a:r>
            <a:endParaRPr lang="zh-TW" altLang="en-US" sz="2800">
              <a:effectLst/>
              <a:ea typeface="新細明體" pitchFamily="2" charset="-120"/>
            </a:endParaRPr>
          </a:p>
        </p:txBody>
      </p:sp>
      <p:sp>
        <p:nvSpPr>
          <p:cNvPr id="102475" name="Text Box 75"/>
          <p:cNvSpPr txBox="1">
            <a:spLocks noChangeArrowheads="1"/>
          </p:cNvSpPr>
          <p:nvPr/>
        </p:nvSpPr>
        <p:spPr bwMode="auto">
          <a:xfrm>
            <a:off x="2286000" y="5715000"/>
            <a:ext cx="5791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TW" sz="2400">
                <a:solidFill>
                  <a:srgbClr val="000000"/>
                </a:solidFill>
                <a:effectLst/>
              </a:rPr>
              <a:t>A table containing all the rows from</a:t>
            </a:r>
            <a:r>
              <a:rPr lang="en-US" altLang="zh-TW" sz="2400">
                <a:effectLst/>
              </a:rPr>
              <a:t> </a:t>
            </a:r>
            <a:r>
              <a:rPr lang="en-US" altLang="zh-TW" sz="2400" b="1">
                <a:solidFill>
                  <a:srgbClr val="FF3399"/>
                </a:solidFill>
                <a:effectLst/>
              </a:rPr>
              <a:t>A</a:t>
            </a:r>
            <a:r>
              <a:rPr lang="en-US" altLang="zh-TW" sz="2400">
                <a:effectLst/>
              </a:rPr>
              <a:t> </a:t>
            </a:r>
            <a:r>
              <a:rPr lang="en-US" altLang="zh-TW" sz="2400">
                <a:solidFill>
                  <a:srgbClr val="000000"/>
                </a:solidFill>
                <a:effectLst/>
              </a:rPr>
              <a:t>and</a:t>
            </a:r>
            <a:r>
              <a:rPr lang="en-US" altLang="zh-TW" sz="2400">
                <a:effectLst/>
              </a:rPr>
              <a:t> </a:t>
            </a:r>
            <a:r>
              <a:rPr lang="en-US" altLang="zh-TW" sz="2400" b="1">
                <a:solidFill>
                  <a:srgbClr val="0000CC"/>
                </a:solidFill>
                <a:effectLst/>
              </a:rPr>
              <a:t>B</a:t>
            </a:r>
            <a:r>
              <a:rPr lang="en-US" altLang="zh-TW" sz="2400">
                <a:solidFill>
                  <a:srgbClr val="000000"/>
                </a:solidFill>
                <a:effectLst/>
              </a:rPr>
              <a:t>.</a:t>
            </a:r>
            <a:r>
              <a:rPr lang="en-US" altLang="zh-TW" sz="2400">
                <a:effectLst/>
              </a:rPr>
              <a:t>	</a:t>
            </a:r>
            <a:endParaRPr lang="zh-TW" altLang="en-US">
              <a:effectLst>
                <a:outerShdw blurRad="38100" dist="38100" dir="2700000" algn="tl">
                  <a:srgbClr val="C0C0C0"/>
                </a:outerShdw>
              </a:effectLst>
            </a:endParaRPr>
          </a:p>
        </p:txBody>
      </p:sp>
      <p:sp>
        <p:nvSpPr>
          <p:cNvPr id="32"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8756460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2473"/>
                                        </p:tgtEl>
                                        <p:attrNameLst>
                                          <p:attrName>style.visibility</p:attrName>
                                        </p:attrNameLst>
                                      </p:cBhvr>
                                      <p:to>
                                        <p:strVal val="visible"/>
                                      </p:to>
                                    </p:set>
                                    <p:anim calcmode="lin" valueType="num">
                                      <p:cBhvr additive="base">
                                        <p:cTn id="7" dur="500"/>
                                        <p:tgtEl>
                                          <p:spTgt spid="102473"/>
                                        </p:tgtEl>
                                        <p:attrNameLst>
                                          <p:attrName>ppt_y</p:attrName>
                                        </p:attrNameLst>
                                      </p:cBhvr>
                                      <p:tavLst>
                                        <p:tav tm="0">
                                          <p:val>
                                            <p:strVal val="#ppt_y+#ppt_h*1.125000"/>
                                          </p:val>
                                        </p:tav>
                                        <p:tav tm="100000">
                                          <p:val>
                                            <p:strVal val="#ppt_y"/>
                                          </p:val>
                                        </p:tav>
                                      </p:tavLst>
                                    </p:anim>
                                    <p:animEffect transition="in" filter="wipe(up)">
                                      <p:cBhvr>
                                        <p:cTn id="8" dur="500"/>
                                        <p:tgtEl>
                                          <p:spTgt spid="102473"/>
                                        </p:tgtEl>
                                      </p:cBhvr>
                                    </p:animEffect>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10247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102476"/>
                                        </p:tgtEl>
                                        <p:attrNameLst>
                                          <p:attrName>style.visibility</p:attrName>
                                        </p:attrNameLst>
                                      </p:cBhvr>
                                      <p:to>
                                        <p:strVal val="visible"/>
                                      </p:to>
                                    </p:set>
                                    <p:anim calcmode="lin" valueType="num">
                                      <p:cBhvr>
                                        <p:cTn id="17" dur="500" fill="hold"/>
                                        <p:tgtEl>
                                          <p:spTgt spid="102476"/>
                                        </p:tgtEl>
                                        <p:attrNameLst>
                                          <p:attrName>ppt_w</p:attrName>
                                        </p:attrNameLst>
                                      </p:cBhvr>
                                      <p:tavLst>
                                        <p:tav tm="0">
                                          <p:val>
                                            <p:fltVal val="0"/>
                                          </p:val>
                                        </p:tav>
                                        <p:tav tm="100000">
                                          <p:val>
                                            <p:strVal val="#ppt_w"/>
                                          </p:val>
                                        </p:tav>
                                      </p:tavLst>
                                    </p:anim>
                                    <p:anim calcmode="lin" valueType="num">
                                      <p:cBhvr>
                                        <p:cTn id="18" dur="500" fill="hold"/>
                                        <p:tgtEl>
                                          <p:spTgt spid="10247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2475"/>
                                        </p:tgtEl>
                                        <p:attrNameLst>
                                          <p:attrName>style.visibility</p:attrName>
                                        </p:attrNameLst>
                                      </p:cBhvr>
                                      <p:to>
                                        <p:strVal val="visible"/>
                                      </p:to>
                                    </p:set>
                                    <p:anim calcmode="lin" valueType="num">
                                      <p:cBhvr additive="base">
                                        <p:cTn id="23" dur="500" fill="hold"/>
                                        <p:tgtEl>
                                          <p:spTgt spid="102475"/>
                                        </p:tgtEl>
                                        <p:attrNameLst>
                                          <p:attrName>ppt_x</p:attrName>
                                        </p:attrNameLst>
                                      </p:cBhvr>
                                      <p:tavLst>
                                        <p:tav tm="0">
                                          <p:val>
                                            <p:strVal val="#ppt_x"/>
                                          </p:val>
                                        </p:tav>
                                        <p:tav tm="100000">
                                          <p:val>
                                            <p:strVal val="#ppt_x"/>
                                          </p:val>
                                        </p:tav>
                                      </p:tavLst>
                                    </p:anim>
                                    <p:anim calcmode="lin" valueType="num">
                                      <p:cBhvr additive="base">
                                        <p:cTn id="24" dur="500" fill="hold"/>
                                        <p:tgtEl>
                                          <p:spTgt spid="1024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73" grpId="0" autoUpdateAnimBg="0"/>
      <p:bldP spid="10247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bwMode="auto">
          <a:xfrm>
            <a:off x="1106488" y="0"/>
            <a:ext cx="7772400" cy="1143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b" anchorCtr="0" compatLnSpc="1">
            <a:prstTxWarp prst="textNoShape">
              <a:avLst/>
            </a:prstTxWarp>
            <a:normAutofit fontScale="90000"/>
          </a:bodyPr>
          <a:lstStyle/>
          <a:p>
            <a:r>
              <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
            </a:r>
            <a:br>
              <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br>
            <a:r>
              <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 </a:t>
            </a:r>
            <a:r>
              <a:rPr lang="en-US"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Union, Intersection and Difference of Tables</a:t>
            </a:r>
            <a:endPar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endParaRPr>
          </a:p>
        </p:txBody>
      </p:sp>
      <p:grpSp>
        <p:nvGrpSpPr>
          <p:cNvPr id="103494" name="Group 70"/>
          <p:cNvGrpSpPr>
            <a:grpSpLocks/>
          </p:cNvGrpSpPr>
          <p:nvPr/>
        </p:nvGrpSpPr>
        <p:grpSpPr bwMode="auto">
          <a:xfrm>
            <a:off x="4775200" y="3252788"/>
            <a:ext cx="684213" cy="1433512"/>
            <a:chOff x="3019" y="2060"/>
            <a:chExt cx="431" cy="903"/>
          </a:xfrm>
        </p:grpSpPr>
        <p:sp>
          <p:nvSpPr>
            <p:cNvPr id="103462" name="Line 38"/>
            <p:cNvSpPr>
              <a:spLocks noChangeShapeType="1"/>
            </p:cNvSpPr>
            <p:nvPr/>
          </p:nvSpPr>
          <p:spPr bwMode="auto">
            <a:xfrm flipH="1">
              <a:off x="3234" y="2394"/>
              <a:ext cx="216" cy="569"/>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463" name="Line 39"/>
            <p:cNvSpPr>
              <a:spLocks noChangeShapeType="1"/>
            </p:cNvSpPr>
            <p:nvPr/>
          </p:nvSpPr>
          <p:spPr bwMode="auto">
            <a:xfrm flipH="1">
              <a:off x="3156" y="2256"/>
              <a:ext cx="236" cy="609"/>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464" name="Line 40"/>
            <p:cNvSpPr>
              <a:spLocks noChangeShapeType="1"/>
            </p:cNvSpPr>
            <p:nvPr/>
          </p:nvSpPr>
          <p:spPr bwMode="auto">
            <a:xfrm flipH="1">
              <a:off x="3078" y="2139"/>
              <a:ext cx="235" cy="64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465" name="Line 41"/>
            <p:cNvSpPr>
              <a:spLocks noChangeShapeType="1"/>
            </p:cNvSpPr>
            <p:nvPr/>
          </p:nvSpPr>
          <p:spPr bwMode="auto">
            <a:xfrm flipH="1">
              <a:off x="3019" y="2060"/>
              <a:ext cx="236" cy="589"/>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3486" name="Text Box 62"/>
          <p:cNvSpPr txBox="1">
            <a:spLocks noChangeArrowheads="1"/>
          </p:cNvSpPr>
          <p:nvPr/>
        </p:nvSpPr>
        <p:spPr bwMode="auto">
          <a:xfrm>
            <a:off x="2362200" y="1600200"/>
            <a:ext cx="548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en-US" altLang="zh-TW" sz="2800">
                <a:effectLst/>
              </a:rPr>
              <a:t>The </a:t>
            </a:r>
            <a:r>
              <a:rPr lang="en-US" altLang="zh-TW" sz="2800" b="1" i="1">
                <a:solidFill>
                  <a:srgbClr val="FF3399"/>
                </a:solidFill>
                <a:effectLst/>
              </a:rPr>
              <a:t>intersection</a:t>
            </a:r>
            <a:r>
              <a:rPr lang="en-US" altLang="zh-TW" sz="2800">
                <a:effectLst/>
              </a:rPr>
              <a:t> of A and B  (A</a:t>
            </a:r>
            <a:r>
              <a:rPr lang="en-US" altLang="zh-TW" sz="2800">
                <a:effectLst/>
                <a:sym typeface="Symbol" pitchFamily="18" charset="2"/>
              </a:rPr>
              <a:t></a:t>
            </a:r>
            <a:r>
              <a:rPr lang="en-US" altLang="zh-TW" sz="2800">
                <a:effectLst/>
              </a:rPr>
              <a:t>B)</a:t>
            </a:r>
            <a:endParaRPr lang="zh-TW" altLang="en-US" sz="2800">
              <a:effectLst/>
            </a:endParaRPr>
          </a:p>
        </p:txBody>
      </p:sp>
      <p:sp>
        <p:nvSpPr>
          <p:cNvPr id="103487" name="Text Box 63"/>
          <p:cNvSpPr txBox="1">
            <a:spLocks noChangeArrowheads="1"/>
          </p:cNvSpPr>
          <p:nvPr/>
        </p:nvSpPr>
        <p:spPr bwMode="auto">
          <a:xfrm>
            <a:off x="1600200" y="5715000"/>
            <a:ext cx="731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TW" sz="2400">
                <a:solidFill>
                  <a:srgbClr val="000000"/>
                </a:solidFill>
                <a:effectLst/>
              </a:rPr>
              <a:t>A table containing only rows that appear in both</a:t>
            </a:r>
            <a:r>
              <a:rPr lang="en-US" altLang="zh-TW" sz="2400">
                <a:effectLst/>
              </a:rPr>
              <a:t> </a:t>
            </a:r>
            <a:r>
              <a:rPr lang="en-US" altLang="zh-TW" sz="2400" b="1">
                <a:solidFill>
                  <a:srgbClr val="FF3399"/>
                </a:solidFill>
                <a:effectLst/>
              </a:rPr>
              <a:t>A</a:t>
            </a:r>
            <a:r>
              <a:rPr lang="en-US" altLang="zh-TW" sz="2400">
                <a:effectLst/>
              </a:rPr>
              <a:t> </a:t>
            </a:r>
            <a:r>
              <a:rPr lang="en-US" altLang="zh-TW" sz="2400">
                <a:solidFill>
                  <a:srgbClr val="000000"/>
                </a:solidFill>
                <a:effectLst/>
              </a:rPr>
              <a:t>and</a:t>
            </a:r>
            <a:r>
              <a:rPr lang="en-US" altLang="zh-TW" sz="2400">
                <a:effectLst/>
              </a:rPr>
              <a:t> </a:t>
            </a:r>
            <a:r>
              <a:rPr lang="en-US" altLang="zh-TW" sz="2400" b="1">
                <a:solidFill>
                  <a:srgbClr val="0000CC"/>
                </a:solidFill>
                <a:effectLst/>
              </a:rPr>
              <a:t>B</a:t>
            </a:r>
            <a:r>
              <a:rPr lang="en-US" altLang="zh-TW" sz="2400">
                <a:solidFill>
                  <a:srgbClr val="000000"/>
                </a:solidFill>
                <a:effectLst/>
              </a:rPr>
              <a:t>.</a:t>
            </a:r>
            <a:endParaRPr lang="zh-TW" altLang="en-US" sz="2400">
              <a:effectLst/>
            </a:endParaRPr>
          </a:p>
        </p:txBody>
      </p:sp>
      <p:grpSp>
        <p:nvGrpSpPr>
          <p:cNvPr id="103495" name="Group 71"/>
          <p:cNvGrpSpPr>
            <a:grpSpLocks/>
          </p:cNvGrpSpPr>
          <p:nvPr/>
        </p:nvGrpSpPr>
        <p:grpSpPr bwMode="auto">
          <a:xfrm>
            <a:off x="2895600" y="2286000"/>
            <a:ext cx="4572000" cy="3203575"/>
            <a:chOff x="1824" y="1440"/>
            <a:chExt cx="2880" cy="2018"/>
          </a:xfrm>
        </p:grpSpPr>
        <p:sp>
          <p:nvSpPr>
            <p:cNvPr id="103496" name="Rectangle 72"/>
            <p:cNvSpPr>
              <a:spLocks noChangeArrowheads="1"/>
            </p:cNvSpPr>
            <p:nvPr/>
          </p:nvSpPr>
          <p:spPr bwMode="auto">
            <a:xfrm>
              <a:off x="1824" y="1440"/>
              <a:ext cx="2880" cy="201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497" name="Oval 73"/>
            <p:cNvSpPr>
              <a:spLocks noChangeArrowheads="1"/>
            </p:cNvSpPr>
            <p:nvPr/>
          </p:nvSpPr>
          <p:spPr bwMode="auto">
            <a:xfrm>
              <a:off x="2000" y="1891"/>
              <a:ext cx="1470" cy="1235"/>
            </a:xfrm>
            <a:prstGeom prst="ellipse">
              <a:avLst/>
            </a:prstGeom>
            <a:noFill/>
            <a:ln w="28575">
              <a:solidFill>
                <a:srgbClr val="FF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498" name="Rectangle 74"/>
            <p:cNvSpPr>
              <a:spLocks noChangeArrowheads="1"/>
            </p:cNvSpPr>
            <p:nvPr/>
          </p:nvSpPr>
          <p:spPr bwMode="auto">
            <a:xfrm>
              <a:off x="2196" y="1635"/>
              <a:ext cx="275"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r>
                <a:rPr lang="en-US" altLang="zh-TW" sz="3200">
                  <a:solidFill>
                    <a:srgbClr val="FF3399"/>
                  </a:solidFill>
                  <a:effectLst/>
                  <a:ea typeface="新細明體" pitchFamily="2" charset="-120"/>
                </a:rPr>
                <a:t>A</a:t>
              </a:r>
              <a:endParaRPr lang="en-US" altLang="zh-TW" sz="2400">
                <a:effectLst/>
                <a:ea typeface="新細明體" pitchFamily="2" charset="-120"/>
              </a:endParaRPr>
            </a:p>
          </p:txBody>
        </p:sp>
        <p:sp>
          <p:nvSpPr>
            <p:cNvPr id="103499" name="Rectangle 75"/>
            <p:cNvSpPr>
              <a:spLocks noChangeArrowheads="1"/>
            </p:cNvSpPr>
            <p:nvPr/>
          </p:nvSpPr>
          <p:spPr bwMode="auto">
            <a:xfrm>
              <a:off x="4057" y="1635"/>
              <a:ext cx="275"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r>
                <a:rPr lang="en-US" altLang="zh-TW" sz="3200">
                  <a:solidFill>
                    <a:srgbClr val="0000CC"/>
                  </a:solidFill>
                  <a:effectLst/>
                  <a:ea typeface="新細明體" pitchFamily="2" charset="-120"/>
                </a:rPr>
                <a:t>B</a:t>
              </a:r>
              <a:endParaRPr lang="en-US" altLang="zh-TW" sz="2400">
                <a:effectLst/>
                <a:ea typeface="新細明體" pitchFamily="2" charset="-120"/>
              </a:endParaRPr>
            </a:p>
          </p:txBody>
        </p:sp>
        <p:sp>
          <p:nvSpPr>
            <p:cNvPr id="103500" name="Oval 76"/>
            <p:cNvSpPr>
              <a:spLocks noChangeArrowheads="1"/>
            </p:cNvSpPr>
            <p:nvPr/>
          </p:nvSpPr>
          <p:spPr bwMode="auto">
            <a:xfrm>
              <a:off x="2999" y="1895"/>
              <a:ext cx="1470" cy="1235"/>
            </a:xfrm>
            <a:prstGeom prst="ellipse">
              <a:avLst/>
            </a:prstGeom>
            <a:noFill/>
            <a:ln w="28575">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6"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202471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3486"/>
                                        </p:tgtEl>
                                        <p:attrNameLst>
                                          <p:attrName>style.visibility</p:attrName>
                                        </p:attrNameLst>
                                      </p:cBhvr>
                                      <p:to>
                                        <p:strVal val="visible"/>
                                      </p:to>
                                    </p:set>
                                    <p:anim calcmode="lin" valueType="num">
                                      <p:cBhvr additive="base">
                                        <p:cTn id="7" dur="500"/>
                                        <p:tgtEl>
                                          <p:spTgt spid="103486"/>
                                        </p:tgtEl>
                                        <p:attrNameLst>
                                          <p:attrName>ppt_y</p:attrName>
                                        </p:attrNameLst>
                                      </p:cBhvr>
                                      <p:tavLst>
                                        <p:tav tm="0">
                                          <p:val>
                                            <p:strVal val="#ppt_y+#ppt_h*1.125000"/>
                                          </p:val>
                                        </p:tav>
                                        <p:tav tm="100000">
                                          <p:val>
                                            <p:strVal val="#ppt_y"/>
                                          </p:val>
                                        </p:tav>
                                      </p:tavLst>
                                    </p:anim>
                                    <p:animEffect transition="in" filter="wipe(up)">
                                      <p:cBhvr>
                                        <p:cTn id="8" dur="500"/>
                                        <p:tgtEl>
                                          <p:spTgt spid="103486"/>
                                        </p:tgtEl>
                                      </p:cBhvr>
                                    </p:animEffect>
                                  </p:childTnLst>
                                  <p:subTnLst>
                                    <p:audio>
                                      <p:cMediaNode>
                                        <p:cTn display="0" masterRel="sameClick">
                                          <p:stCondLst>
                                            <p:cond evt="begin" delay="0">
                                              <p:tn val="5"/>
                                            </p:cond>
                                          </p:stCondLst>
                                          <p:endCondLst>
                                            <p:cond evt="onStopAudio" delay="0">
                                              <p:tgtEl>
                                                <p:sldTgt/>
                                              </p:tgtEl>
                                            </p:cond>
                                          </p:endCondLst>
                                        </p:cTn>
                                        <p:tgtEl>
                                          <p:sndTgt r:embed="rId2" name="LASE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10349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103494"/>
                                        </p:tgtEl>
                                        <p:attrNameLst>
                                          <p:attrName>style.visibility</p:attrName>
                                        </p:attrNameLst>
                                      </p:cBhvr>
                                      <p:to>
                                        <p:strVal val="visible"/>
                                      </p:to>
                                    </p:set>
                                    <p:anim calcmode="lin" valueType="num">
                                      <p:cBhvr>
                                        <p:cTn id="17" dur="500" fill="hold"/>
                                        <p:tgtEl>
                                          <p:spTgt spid="103494"/>
                                        </p:tgtEl>
                                        <p:attrNameLst>
                                          <p:attrName>ppt_w</p:attrName>
                                        </p:attrNameLst>
                                      </p:cBhvr>
                                      <p:tavLst>
                                        <p:tav tm="0">
                                          <p:val>
                                            <p:fltVal val="0"/>
                                          </p:val>
                                        </p:tav>
                                        <p:tav tm="100000">
                                          <p:val>
                                            <p:strVal val="#ppt_w"/>
                                          </p:val>
                                        </p:tav>
                                      </p:tavLst>
                                    </p:anim>
                                    <p:anim calcmode="lin" valueType="num">
                                      <p:cBhvr>
                                        <p:cTn id="18" dur="500" fill="hold"/>
                                        <p:tgtEl>
                                          <p:spTgt spid="10349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3487"/>
                                        </p:tgtEl>
                                        <p:attrNameLst>
                                          <p:attrName>style.visibility</p:attrName>
                                        </p:attrNameLst>
                                      </p:cBhvr>
                                      <p:to>
                                        <p:strVal val="visible"/>
                                      </p:to>
                                    </p:set>
                                    <p:anim calcmode="lin" valueType="num">
                                      <p:cBhvr additive="base">
                                        <p:cTn id="23" dur="500" fill="hold"/>
                                        <p:tgtEl>
                                          <p:spTgt spid="103487"/>
                                        </p:tgtEl>
                                        <p:attrNameLst>
                                          <p:attrName>ppt_x</p:attrName>
                                        </p:attrNameLst>
                                      </p:cBhvr>
                                      <p:tavLst>
                                        <p:tav tm="0">
                                          <p:val>
                                            <p:strVal val="#ppt_x"/>
                                          </p:val>
                                        </p:tav>
                                        <p:tav tm="100000">
                                          <p:val>
                                            <p:strVal val="#ppt_x"/>
                                          </p:val>
                                        </p:tav>
                                      </p:tavLst>
                                    </p:anim>
                                    <p:anim calcmode="lin" valueType="num">
                                      <p:cBhvr additive="base">
                                        <p:cTn id="24" dur="500" fill="hold"/>
                                        <p:tgtEl>
                                          <p:spTgt spid="1034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86" grpId="0" autoUpdateAnimBg="0"/>
      <p:bldP spid="10348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bwMode="auto">
          <a:xfrm>
            <a:off x="957943" y="25400"/>
            <a:ext cx="7772400" cy="1143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b" anchorCtr="0" compatLnSpc="1">
            <a:prstTxWarp prst="textNoShape">
              <a:avLst/>
            </a:prstTxWarp>
            <a:normAutofit fontScale="90000"/>
          </a:bodyPr>
          <a:lstStyle/>
          <a:p>
            <a:r>
              <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
            </a:r>
            <a:br>
              <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br>
            <a:r>
              <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 </a:t>
            </a:r>
            <a:r>
              <a:rPr lang="en-US" altLang="zh-TW" sz="3600" b="0" i="1" dirty="0">
                <a:solidFill>
                  <a:schemeClr val="tx1"/>
                </a:solidFill>
                <a:effectLst>
                  <a:outerShdw blurRad="38100" dist="38100" dir="2700000" algn="tl">
                    <a:srgbClr val="C0C0C0"/>
                  </a:outerShdw>
                </a:effectLst>
                <a:latin typeface="Arial Black" pitchFamily="34" charset="0"/>
                <a:ea typeface="細明體" pitchFamily="49" charset="-120"/>
              </a:rPr>
              <a:t>Union, Intersection and Difference of Tables</a:t>
            </a:r>
            <a:endParaRPr lang="zh-TW" altLang="zh-TW" sz="3600" b="0" i="1" dirty="0">
              <a:solidFill>
                <a:schemeClr val="tx1"/>
              </a:solidFill>
              <a:effectLst>
                <a:outerShdw blurRad="38100" dist="38100" dir="2700000" algn="tl">
                  <a:srgbClr val="C0C0C0"/>
                </a:outerShdw>
              </a:effectLst>
              <a:latin typeface="Arial Black" pitchFamily="34" charset="0"/>
              <a:ea typeface="細明體" pitchFamily="49" charset="-120"/>
            </a:endParaRPr>
          </a:p>
        </p:txBody>
      </p:sp>
      <p:grpSp>
        <p:nvGrpSpPr>
          <p:cNvPr id="104518" name="Group 70"/>
          <p:cNvGrpSpPr>
            <a:grpSpLocks/>
          </p:cNvGrpSpPr>
          <p:nvPr/>
        </p:nvGrpSpPr>
        <p:grpSpPr bwMode="auto">
          <a:xfrm>
            <a:off x="3236913" y="2987675"/>
            <a:ext cx="1774825" cy="1962150"/>
            <a:chOff x="2039" y="1904"/>
            <a:chExt cx="1118" cy="1236"/>
          </a:xfrm>
        </p:grpSpPr>
        <p:sp>
          <p:nvSpPr>
            <p:cNvPr id="104497" name="Line 49"/>
            <p:cNvSpPr>
              <a:spLocks noChangeShapeType="1"/>
            </p:cNvSpPr>
            <p:nvPr/>
          </p:nvSpPr>
          <p:spPr bwMode="auto">
            <a:xfrm flipH="1">
              <a:off x="2039" y="2041"/>
              <a:ext cx="256" cy="62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498" name="Line 50"/>
            <p:cNvSpPr>
              <a:spLocks noChangeShapeType="1"/>
            </p:cNvSpPr>
            <p:nvPr/>
          </p:nvSpPr>
          <p:spPr bwMode="auto">
            <a:xfrm flipH="1">
              <a:off x="2098" y="1962"/>
              <a:ext cx="354" cy="864"/>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499" name="Line 51"/>
            <p:cNvSpPr>
              <a:spLocks noChangeShapeType="1"/>
            </p:cNvSpPr>
            <p:nvPr/>
          </p:nvSpPr>
          <p:spPr bwMode="auto">
            <a:xfrm flipH="1">
              <a:off x="2177" y="1923"/>
              <a:ext cx="412" cy="1001"/>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00" name="Line 52"/>
            <p:cNvSpPr>
              <a:spLocks noChangeShapeType="1"/>
            </p:cNvSpPr>
            <p:nvPr/>
          </p:nvSpPr>
          <p:spPr bwMode="auto">
            <a:xfrm flipH="1">
              <a:off x="2274" y="1904"/>
              <a:ext cx="432" cy="109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01" name="Line 53"/>
            <p:cNvSpPr>
              <a:spLocks noChangeShapeType="1"/>
            </p:cNvSpPr>
            <p:nvPr/>
          </p:nvSpPr>
          <p:spPr bwMode="auto">
            <a:xfrm flipH="1">
              <a:off x="2372" y="1904"/>
              <a:ext cx="452" cy="1153"/>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02" name="Line 54"/>
            <p:cNvSpPr>
              <a:spLocks noChangeShapeType="1"/>
            </p:cNvSpPr>
            <p:nvPr/>
          </p:nvSpPr>
          <p:spPr bwMode="auto">
            <a:xfrm flipH="1">
              <a:off x="2470" y="1943"/>
              <a:ext cx="471" cy="1157"/>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03" name="Line 55"/>
            <p:cNvSpPr>
              <a:spLocks noChangeShapeType="1"/>
            </p:cNvSpPr>
            <p:nvPr/>
          </p:nvSpPr>
          <p:spPr bwMode="auto">
            <a:xfrm flipH="1">
              <a:off x="2588" y="1962"/>
              <a:ext cx="471" cy="115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04" name="Line 56"/>
            <p:cNvSpPr>
              <a:spLocks noChangeShapeType="1"/>
            </p:cNvSpPr>
            <p:nvPr/>
          </p:nvSpPr>
          <p:spPr bwMode="auto">
            <a:xfrm flipH="1">
              <a:off x="2705" y="2021"/>
              <a:ext cx="432" cy="1119"/>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05" name="Line 57"/>
            <p:cNvSpPr>
              <a:spLocks noChangeShapeType="1"/>
            </p:cNvSpPr>
            <p:nvPr/>
          </p:nvSpPr>
          <p:spPr bwMode="auto">
            <a:xfrm flipH="1">
              <a:off x="2823" y="2629"/>
              <a:ext cx="197" cy="491"/>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06" name="Line 58"/>
            <p:cNvSpPr>
              <a:spLocks noChangeShapeType="1"/>
            </p:cNvSpPr>
            <p:nvPr/>
          </p:nvSpPr>
          <p:spPr bwMode="auto">
            <a:xfrm flipH="1">
              <a:off x="2960" y="2786"/>
              <a:ext cx="118" cy="314"/>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07" name="Line 59"/>
            <p:cNvSpPr>
              <a:spLocks noChangeShapeType="1"/>
            </p:cNvSpPr>
            <p:nvPr/>
          </p:nvSpPr>
          <p:spPr bwMode="auto">
            <a:xfrm flipH="1">
              <a:off x="3097" y="2903"/>
              <a:ext cx="60" cy="138"/>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4510" name="Text Box 62"/>
          <p:cNvSpPr txBox="1">
            <a:spLocks noChangeArrowheads="1"/>
          </p:cNvSpPr>
          <p:nvPr/>
        </p:nvSpPr>
        <p:spPr bwMode="auto">
          <a:xfrm>
            <a:off x="2514600" y="1600200"/>
            <a:ext cx="5410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en-US" altLang="zh-TW" sz="2800">
                <a:effectLst/>
                <a:ea typeface="新細明體" pitchFamily="2" charset="-120"/>
              </a:rPr>
              <a:t>The </a:t>
            </a:r>
            <a:r>
              <a:rPr lang="en-US" altLang="zh-TW" sz="2800" b="1" i="1">
                <a:solidFill>
                  <a:srgbClr val="FF3399"/>
                </a:solidFill>
                <a:effectLst/>
                <a:ea typeface="新細明體" pitchFamily="2" charset="-120"/>
              </a:rPr>
              <a:t>difference</a:t>
            </a:r>
            <a:r>
              <a:rPr lang="en-US" altLang="zh-TW" sz="2800">
                <a:effectLst/>
                <a:ea typeface="新細明體" pitchFamily="2" charset="-120"/>
              </a:rPr>
              <a:t> of A and B  (A–B)</a:t>
            </a:r>
            <a:endParaRPr lang="zh-TW" altLang="en-US" sz="2800">
              <a:effectLst/>
              <a:ea typeface="新細明體" pitchFamily="2" charset="-120"/>
            </a:endParaRPr>
          </a:p>
        </p:txBody>
      </p:sp>
      <p:sp>
        <p:nvSpPr>
          <p:cNvPr id="104511" name="Text Box 63"/>
          <p:cNvSpPr txBox="1">
            <a:spLocks noChangeArrowheads="1"/>
          </p:cNvSpPr>
          <p:nvPr/>
        </p:nvSpPr>
        <p:spPr bwMode="auto">
          <a:xfrm>
            <a:off x="1828800" y="5715000"/>
            <a:ext cx="693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TW" sz="2400">
                <a:solidFill>
                  <a:srgbClr val="000000"/>
                </a:solidFill>
                <a:effectLst/>
              </a:rPr>
              <a:t>A table containing rows that appear in </a:t>
            </a:r>
            <a:r>
              <a:rPr lang="en-US" altLang="zh-TW" sz="2400" b="1">
                <a:solidFill>
                  <a:srgbClr val="FF3399"/>
                </a:solidFill>
                <a:effectLst/>
              </a:rPr>
              <a:t>A</a:t>
            </a:r>
            <a:r>
              <a:rPr lang="en-US" altLang="zh-TW" sz="2400">
                <a:solidFill>
                  <a:srgbClr val="000000"/>
                </a:solidFill>
                <a:effectLst/>
              </a:rPr>
              <a:t> but not in </a:t>
            </a:r>
            <a:r>
              <a:rPr lang="en-US" altLang="zh-TW" sz="2400" b="1">
                <a:solidFill>
                  <a:srgbClr val="0000CC"/>
                </a:solidFill>
                <a:effectLst/>
              </a:rPr>
              <a:t>B</a:t>
            </a:r>
            <a:r>
              <a:rPr lang="en-US" altLang="zh-TW" sz="2400">
                <a:solidFill>
                  <a:srgbClr val="000000"/>
                </a:solidFill>
                <a:effectLst/>
              </a:rPr>
              <a:t>.</a:t>
            </a:r>
            <a:endParaRPr lang="zh-TW" altLang="en-US" sz="2400">
              <a:solidFill>
                <a:srgbClr val="000000"/>
              </a:solidFill>
              <a:effectLst/>
            </a:endParaRPr>
          </a:p>
        </p:txBody>
      </p:sp>
      <p:grpSp>
        <p:nvGrpSpPr>
          <p:cNvPr id="104519" name="Group 71"/>
          <p:cNvGrpSpPr>
            <a:grpSpLocks/>
          </p:cNvGrpSpPr>
          <p:nvPr/>
        </p:nvGrpSpPr>
        <p:grpSpPr bwMode="auto">
          <a:xfrm>
            <a:off x="2895600" y="2286000"/>
            <a:ext cx="4572000" cy="3203575"/>
            <a:chOff x="1824" y="1440"/>
            <a:chExt cx="2880" cy="2018"/>
          </a:xfrm>
        </p:grpSpPr>
        <p:sp>
          <p:nvSpPr>
            <p:cNvPr id="104520" name="Rectangle 72"/>
            <p:cNvSpPr>
              <a:spLocks noChangeArrowheads="1"/>
            </p:cNvSpPr>
            <p:nvPr/>
          </p:nvSpPr>
          <p:spPr bwMode="auto">
            <a:xfrm>
              <a:off x="1824" y="1440"/>
              <a:ext cx="2880" cy="201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21" name="Oval 73"/>
            <p:cNvSpPr>
              <a:spLocks noChangeArrowheads="1"/>
            </p:cNvSpPr>
            <p:nvPr/>
          </p:nvSpPr>
          <p:spPr bwMode="auto">
            <a:xfrm>
              <a:off x="2000" y="1891"/>
              <a:ext cx="1470" cy="1235"/>
            </a:xfrm>
            <a:prstGeom prst="ellipse">
              <a:avLst/>
            </a:prstGeom>
            <a:noFill/>
            <a:ln w="28575">
              <a:solidFill>
                <a:srgbClr val="FF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522" name="Rectangle 74"/>
            <p:cNvSpPr>
              <a:spLocks noChangeArrowheads="1"/>
            </p:cNvSpPr>
            <p:nvPr/>
          </p:nvSpPr>
          <p:spPr bwMode="auto">
            <a:xfrm>
              <a:off x="2196" y="1635"/>
              <a:ext cx="275"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r>
                <a:rPr lang="en-US" altLang="zh-TW" sz="3200">
                  <a:solidFill>
                    <a:srgbClr val="FF3399"/>
                  </a:solidFill>
                  <a:effectLst/>
                  <a:ea typeface="新細明體" pitchFamily="2" charset="-120"/>
                </a:rPr>
                <a:t>A</a:t>
              </a:r>
              <a:endParaRPr lang="en-US" altLang="zh-TW" sz="2400">
                <a:effectLst/>
                <a:ea typeface="新細明體" pitchFamily="2" charset="-120"/>
              </a:endParaRPr>
            </a:p>
          </p:txBody>
        </p:sp>
        <p:sp>
          <p:nvSpPr>
            <p:cNvPr id="104523" name="Rectangle 75"/>
            <p:cNvSpPr>
              <a:spLocks noChangeArrowheads="1"/>
            </p:cNvSpPr>
            <p:nvPr/>
          </p:nvSpPr>
          <p:spPr bwMode="auto">
            <a:xfrm>
              <a:off x="4057" y="1635"/>
              <a:ext cx="275"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r>
                <a:rPr lang="en-US" altLang="zh-TW" sz="3200">
                  <a:solidFill>
                    <a:srgbClr val="0000CC"/>
                  </a:solidFill>
                  <a:effectLst/>
                  <a:ea typeface="新細明體" pitchFamily="2" charset="-120"/>
                </a:rPr>
                <a:t>B</a:t>
              </a:r>
              <a:endParaRPr lang="en-US" altLang="zh-TW" sz="2400">
                <a:effectLst/>
                <a:ea typeface="新細明體" pitchFamily="2" charset="-120"/>
              </a:endParaRPr>
            </a:p>
          </p:txBody>
        </p:sp>
        <p:sp>
          <p:nvSpPr>
            <p:cNvPr id="104524" name="Oval 76"/>
            <p:cNvSpPr>
              <a:spLocks noChangeArrowheads="1"/>
            </p:cNvSpPr>
            <p:nvPr/>
          </p:nvSpPr>
          <p:spPr bwMode="auto">
            <a:xfrm>
              <a:off x="2999" y="1895"/>
              <a:ext cx="1470" cy="1235"/>
            </a:xfrm>
            <a:prstGeom prst="ellipse">
              <a:avLst/>
            </a:prstGeom>
            <a:noFill/>
            <a:ln w="28575">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3"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10906570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4510"/>
                                        </p:tgtEl>
                                        <p:attrNameLst>
                                          <p:attrName>style.visibility</p:attrName>
                                        </p:attrNameLst>
                                      </p:cBhvr>
                                      <p:to>
                                        <p:strVal val="visible"/>
                                      </p:to>
                                    </p:set>
                                    <p:anim calcmode="lin" valueType="num">
                                      <p:cBhvr additive="base">
                                        <p:cTn id="7" dur="500"/>
                                        <p:tgtEl>
                                          <p:spTgt spid="104510"/>
                                        </p:tgtEl>
                                        <p:attrNameLst>
                                          <p:attrName>ppt_y</p:attrName>
                                        </p:attrNameLst>
                                      </p:cBhvr>
                                      <p:tavLst>
                                        <p:tav tm="0">
                                          <p:val>
                                            <p:strVal val="#ppt_y+#ppt_h*1.125000"/>
                                          </p:val>
                                        </p:tav>
                                        <p:tav tm="100000">
                                          <p:val>
                                            <p:strVal val="#ppt_y"/>
                                          </p:val>
                                        </p:tav>
                                      </p:tavLst>
                                    </p:anim>
                                    <p:animEffect transition="in" filter="wipe(up)">
                                      <p:cBhvr>
                                        <p:cTn id="8" dur="500"/>
                                        <p:tgtEl>
                                          <p:spTgt spid="104510"/>
                                        </p:tgtEl>
                                      </p:cBhvr>
                                    </p:animEffect>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10451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104518"/>
                                        </p:tgtEl>
                                        <p:attrNameLst>
                                          <p:attrName>style.visibility</p:attrName>
                                        </p:attrNameLst>
                                      </p:cBhvr>
                                      <p:to>
                                        <p:strVal val="visible"/>
                                      </p:to>
                                    </p:set>
                                    <p:anim calcmode="lin" valueType="num">
                                      <p:cBhvr>
                                        <p:cTn id="17" dur="500" fill="hold"/>
                                        <p:tgtEl>
                                          <p:spTgt spid="104518"/>
                                        </p:tgtEl>
                                        <p:attrNameLst>
                                          <p:attrName>ppt_w</p:attrName>
                                        </p:attrNameLst>
                                      </p:cBhvr>
                                      <p:tavLst>
                                        <p:tav tm="0">
                                          <p:val>
                                            <p:fltVal val="0"/>
                                          </p:val>
                                        </p:tav>
                                        <p:tav tm="100000">
                                          <p:val>
                                            <p:strVal val="#ppt_w"/>
                                          </p:val>
                                        </p:tav>
                                      </p:tavLst>
                                    </p:anim>
                                    <p:anim calcmode="lin" valueType="num">
                                      <p:cBhvr>
                                        <p:cTn id="18" dur="500" fill="hold"/>
                                        <p:tgtEl>
                                          <p:spTgt spid="10451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4511"/>
                                        </p:tgtEl>
                                        <p:attrNameLst>
                                          <p:attrName>style.visibility</p:attrName>
                                        </p:attrNameLst>
                                      </p:cBhvr>
                                      <p:to>
                                        <p:strVal val="visible"/>
                                      </p:to>
                                    </p:set>
                                    <p:anim calcmode="lin" valueType="num">
                                      <p:cBhvr additive="base">
                                        <p:cTn id="23" dur="500" fill="hold"/>
                                        <p:tgtEl>
                                          <p:spTgt spid="104511"/>
                                        </p:tgtEl>
                                        <p:attrNameLst>
                                          <p:attrName>ppt_x</p:attrName>
                                        </p:attrNameLst>
                                      </p:cBhvr>
                                      <p:tavLst>
                                        <p:tav tm="0">
                                          <p:val>
                                            <p:strVal val="#ppt_x"/>
                                          </p:val>
                                        </p:tav>
                                        <p:tav tm="100000">
                                          <p:val>
                                            <p:strVal val="#ppt_x"/>
                                          </p:val>
                                        </p:tav>
                                      </p:tavLst>
                                    </p:anim>
                                    <p:anim calcmode="lin" valueType="num">
                                      <p:cBhvr additive="base">
                                        <p:cTn id="24" dur="500" fill="hold"/>
                                        <p:tgtEl>
                                          <p:spTgt spid="1045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10" grpId="0" autoUpdateAnimBg="0"/>
      <p:bldP spid="10451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p:cNvSpPr>
            <a:spLocks noGrp="1"/>
          </p:cNvSpPr>
          <p:nvPr>
            <p:ph type="sldNum" sz="quarter" idx="12"/>
          </p:nvPr>
        </p:nvSpPr>
        <p:spPr/>
        <p:txBody>
          <a:bodyPr/>
          <a:lstStyle/>
          <a:p>
            <a:fld id="{9C2BA6B6-D1C5-4796-B984-B2EA656A5148}" type="slidenum">
              <a:rPr lang="en-US"/>
              <a:pPr/>
              <a:t>25</a:t>
            </a:fld>
            <a:endParaRPr lang="en-US"/>
          </a:p>
        </p:txBody>
      </p:sp>
      <p:sp>
        <p:nvSpPr>
          <p:cNvPr id="77826" name="Rectangle 2"/>
          <p:cNvSpPr>
            <a:spLocks noGrp="1" noChangeArrowheads="1"/>
          </p:cNvSpPr>
          <p:nvPr>
            <p:ph type="title"/>
          </p:nvPr>
        </p:nvSpPr>
        <p:spPr/>
        <p:txBody>
          <a:bodyPr/>
          <a:lstStyle/>
          <a:p>
            <a:r>
              <a:rPr lang="en-US" dirty="0" smtClean="0"/>
              <a:t>UNION</a:t>
            </a:r>
            <a:endParaRPr lang="en-US" dirty="0"/>
          </a:p>
        </p:txBody>
      </p:sp>
      <p:graphicFrame>
        <p:nvGraphicFramePr>
          <p:cNvPr id="77827" name="Group 3"/>
          <p:cNvGraphicFramePr>
            <a:graphicFrameLocks noGrp="1"/>
          </p:cNvGraphicFramePr>
          <p:nvPr>
            <p:extLst>
              <p:ext uri="{D42A27DB-BD31-4B8C-83A1-F6EECF244321}">
                <p14:modId xmlns:p14="http://schemas.microsoft.com/office/powerpoint/2010/main" val="4032914936"/>
              </p:ext>
            </p:extLst>
          </p:nvPr>
        </p:nvGraphicFramePr>
        <p:xfrm>
          <a:off x="1485739" y="1312277"/>
          <a:ext cx="2705100" cy="1005840"/>
        </p:xfrm>
        <a:graphic>
          <a:graphicData uri="http://schemas.openxmlformats.org/drawingml/2006/table">
            <a:tbl>
              <a:tblPr/>
              <a:tblGrid>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59" name="Rectangle 35"/>
          <p:cNvSpPr>
            <a:spLocks noChangeArrowheads="1"/>
          </p:cNvSpPr>
          <p:nvPr/>
        </p:nvSpPr>
        <p:spPr bwMode="auto">
          <a:xfrm>
            <a:off x="1578429" y="2514600"/>
            <a:ext cx="2373598" cy="14773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50000"/>
              </a:spcBef>
              <a:buFontTx/>
              <a:buNone/>
            </a:pPr>
            <a:r>
              <a:rPr lang="en-US" dirty="0">
                <a:solidFill>
                  <a:schemeClr val="accent2"/>
                </a:solidFill>
              </a:rPr>
              <a:t>SELECT</a:t>
            </a:r>
            <a:r>
              <a:rPr lang="en-US" dirty="0"/>
              <a:t>   </a:t>
            </a:r>
            <a:r>
              <a:rPr lang="en-US" dirty="0" err="1" smtClean="0"/>
              <a:t>PName</a:t>
            </a:r>
            <a:r>
              <a:rPr lang="en-US" dirty="0"/>
              <a:t/>
            </a:r>
            <a:br>
              <a:rPr lang="en-US" dirty="0"/>
            </a:br>
            <a:r>
              <a:rPr lang="en-US" dirty="0">
                <a:solidFill>
                  <a:schemeClr val="accent2"/>
                </a:solidFill>
              </a:rPr>
              <a:t>FROM</a:t>
            </a:r>
            <a:r>
              <a:rPr lang="en-US" dirty="0"/>
              <a:t>      </a:t>
            </a:r>
            <a:r>
              <a:rPr lang="en-US" dirty="0" smtClean="0"/>
              <a:t>ProductSET1</a:t>
            </a:r>
            <a:r>
              <a:rPr lang="en-US" dirty="0"/>
              <a:t/>
            </a:r>
            <a:br>
              <a:rPr lang="en-US" dirty="0"/>
            </a:br>
            <a:r>
              <a:rPr lang="en-US" dirty="0" smtClean="0">
                <a:solidFill>
                  <a:schemeClr val="accent2"/>
                </a:solidFill>
              </a:rPr>
              <a:t>UNION</a:t>
            </a:r>
            <a:br>
              <a:rPr lang="en-US" dirty="0" smtClean="0">
                <a:solidFill>
                  <a:schemeClr val="accent2"/>
                </a:solidFill>
              </a:rPr>
            </a:br>
            <a:r>
              <a:rPr lang="en-US" dirty="0" smtClean="0">
                <a:solidFill>
                  <a:schemeClr val="accent2"/>
                </a:solidFill>
              </a:rPr>
              <a:t>SELECT</a:t>
            </a:r>
            <a:r>
              <a:rPr lang="en-US" dirty="0" smtClean="0"/>
              <a:t>   </a:t>
            </a:r>
            <a:r>
              <a:rPr lang="en-US" dirty="0" err="1"/>
              <a:t>PName</a:t>
            </a:r>
            <a:r>
              <a:rPr lang="en-US" dirty="0"/>
              <a:t/>
            </a:r>
            <a:br>
              <a:rPr lang="en-US" dirty="0"/>
            </a:br>
            <a:r>
              <a:rPr lang="en-US" dirty="0">
                <a:solidFill>
                  <a:schemeClr val="accent2"/>
                </a:solidFill>
              </a:rPr>
              <a:t>FROM</a:t>
            </a:r>
            <a:r>
              <a:rPr lang="en-US" dirty="0"/>
              <a:t>      </a:t>
            </a:r>
            <a:r>
              <a:rPr lang="en-US" dirty="0" smtClean="0"/>
              <a:t>ProductSET2</a:t>
            </a:r>
            <a:endParaRPr lang="en-US" dirty="0"/>
          </a:p>
        </p:txBody>
      </p:sp>
      <p:sp>
        <p:nvSpPr>
          <p:cNvPr id="77860" name="Text Box 36"/>
          <p:cNvSpPr txBox="1">
            <a:spLocks noChangeArrowheads="1"/>
          </p:cNvSpPr>
          <p:nvPr/>
        </p:nvSpPr>
        <p:spPr bwMode="auto">
          <a:xfrm>
            <a:off x="228600" y="1981200"/>
            <a:ext cx="125713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1600" dirty="0" smtClean="0">
                <a:solidFill>
                  <a:schemeClr val="accent2"/>
                </a:solidFill>
              </a:rPr>
              <a:t>ProductSet1</a:t>
            </a:r>
            <a:endParaRPr lang="en-US" sz="1600" dirty="0">
              <a:solidFill>
                <a:schemeClr val="accent2"/>
              </a:solidFill>
            </a:endParaRPr>
          </a:p>
        </p:txBody>
      </p:sp>
      <p:sp>
        <p:nvSpPr>
          <p:cNvPr id="77861" name="AutoShape 37"/>
          <p:cNvSpPr>
            <a:spLocks noChangeArrowheads="1"/>
          </p:cNvSpPr>
          <p:nvPr/>
        </p:nvSpPr>
        <p:spPr bwMode="auto">
          <a:xfrm>
            <a:off x="2482199" y="4296858"/>
            <a:ext cx="609600" cy="6096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7862" name="Group 38"/>
          <p:cNvGraphicFramePr>
            <a:graphicFrameLocks noGrp="1"/>
          </p:cNvGraphicFramePr>
          <p:nvPr>
            <p:extLst>
              <p:ext uri="{D42A27DB-BD31-4B8C-83A1-F6EECF244321}">
                <p14:modId xmlns:p14="http://schemas.microsoft.com/office/powerpoint/2010/main" val="1196142542"/>
              </p:ext>
            </p:extLst>
          </p:nvPr>
        </p:nvGraphicFramePr>
        <p:xfrm>
          <a:off x="2209800" y="5077467"/>
          <a:ext cx="1352550" cy="1341120"/>
        </p:xfrm>
        <a:graphic>
          <a:graphicData uri="http://schemas.openxmlformats.org/drawingml/2006/table">
            <a:tbl>
              <a:tblPr/>
              <a:tblGrid>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MicroUSB</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80" name="Oval 56"/>
          <p:cNvSpPr>
            <a:spLocks noChangeArrowheads="1"/>
          </p:cNvSpPr>
          <p:nvPr/>
        </p:nvSpPr>
        <p:spPr bwMode="auto">
          <a:xfrm>
            <a:off x="601015" y="4296858"/>
            <a:ext cx="1170344" cy="519351"/>
          </a:xfrm>
          <a:prstGeom prst="ellipse">
            <a:avLst/>
          </a:prstGeom>
          <a:solidFill>
            <a:srgbClr val="C0C0C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0"/>
              </a:spcBef>
              <a:buFontTx/>
              <a:buNone/>
            </a:pPr>
            <a:r>
              <a:rPr lang="en-US" dirty="0" smtClean="0"/>
              <a:t>UNION</a:t>
            </a:r>
            <a:endParaRPr lang="en-US" dirty="0"/>
          </a:p>
        </p:txBody>
      </p:sp>
      <p:graphicFrame>
        <p:nvGraphicFramePr>
          <p:cNvPr id="10" name="Group 3"/>
          <p:cNvGraphicFramePr>
            <a:graphicFrameLocks noGrp="1"/>
          </p:cNvGraphicFramePr>
          <p:nvPr>
            <p:extLst>
              <p:ext uri="{D42A27DB-BD31-4B8C-83A1-F6EECF244321}">
                <p14:modId xmlns:p14="http://schemas.microsoft.com/office/powerpoint/2010/main" val="3878074858"/>
              </p:ext>
            </p:extLst>
          </p:nvPr>
        </p:nvGraphicFramePr>
        <p:xfrm>
          <a:off x="5825556" y="1295400"/>
          <a:ext cx="2705100" cy="1005840"/>
        </p:xfrm>
        <a:graphic>
          <a:graphicData uri="http://schemas.openxmlformats.org/drawingml/2006/table">
            <a:tbl>
              <a:tblPr/>
              <a:tblGrid>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MicroUSB</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 name="Text Box 36"/>
          <p:cNvSpPr txBox="1">
            <a:spLocks noChangeArrowheads="1"/>
          </p:cNvSpPr>
          <p:nvPr/>
        </p:nvSpPr>
        <p:spPr bwMode="auto">
          <a:xfrm>
            <a:off x="4568417" y="1964323"/>
            <a:ext cx="125713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1600" dirty="0" smtClean="0">
                <a:solidFill>
                  <a:schemeClr val="accent2"/>
                </a:solidFill>
              </a:rPr>
              <a:t>ProductSet2</a:t>
            </a:r>
            <a:endParaRPr lang="en-US" sz="1600" dirty="0">
              <a:solidFill>
                <a:schemeClr val="accent2"/>
              </a:solidFill>
            </a:endParaRPr>
          </a:p>
        </p:txBody>
      </p:sp>
      <p:sp>
        <p:nvSpPr>
          <p:cNvPr id="12" name="Rectangle 35"/>
          <p:cNvSpPr>
            <a:spLocks noChangeArrowheads="1"/>
          </p:cNvSpPr>
          <p:nvPr/>
        </p:nvSpPr>
        <p:spPr bwMode="auto">
          <a:xfrm>
            <a:off x="6019800" y="2514600"/>
            <a:ext cx="2373598" cy="14773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50000"/>
              </a:spcBef>
              <a:buFontTx/>
              <a:buNone/>
            </a:pPr>
            <a:r>
              <a:rPr lang="en-US" dirty="0">
                <a:solidFill>
                  <a:schemeClr val="accent2"/>
                </a:solidFill>
              </a:rPr>
              <a:t>SELECT</a:t>
            </a:r>
            <a:r>
              <a:rPr lang="en-US" dirty="0"/>
              <a:t>   </a:t>
            </a:r>
            <a:r>
              <a:rPr lang="en-US" dirty="0" err="1" smtClean="0"/>
              <a:t>PName</a:t>
            </a:r>
            <a:r>
              <a:rPr lang="en-US" dirty="0"/>
              <a:t/>
            </a:r>
            <a:br>
              <a:rPr lang="en-US" dirty="0"/>
            </a:br>
            <a:r>
              <a:rPr lang="en-US" dirty="0">
                <a:solidFill>
                  <a:schemeClr val="accent2"/>
                </a:solidFill>
              </a:rPr>
              <a:t>FROM</a:t>
            </a:r>
            <a:r>
              <a:rPr lang="en-US" dirty="0"/>
              <a:t>      </a:t>
            </a:r>
            <a:r>
              <a:rPr lang="en-US" dirty="0" smtClean="0"/>
              <a:t>ProductSET1</a:t>
            </a:r>
            <a:r>
              <a:rPr lang="en-US" dirty="0"/>
              <a:t/>
            </a:r>
            <a:br>
              <a:rPr lang="en-US" dirty="0"/>
            </a:br>
            <a:r>
              <a:rPr lang="en-US" dirty="0" smtClean="0">
                <a:solidFill>
                  <a:schemeClr val="accent2"/>
                </a:solidFill>
              </a:rPr>
              <a:t>UNION ALL</a:t>
            </a:r>
            <a:br>
              <a:rPr lang="en-US" dirty="0" smtClean="0">
                <a:solidFill>
                  <a:schemeClr val="accent2"/>
                </a:solidFill>
              </a:rPr>
            </a:br>
            <a:r>
              <a:rPr lang="en-US" dirty="0" smtClean="0">
                <a:solidFill>
                  <a:schemeClr val="accent2"/>
                </a:solidFill>
              </a:rPr>
              <a:t>SELECT</a:t>
            </a:r>
            <a:r>
              <a:rPr lang="en-US" dirty="0" smtClean="0"/>
              <a:t>   </a:t>
            </a:r>
            <a:r>
              <a:rPr lang="en-US" dirty="0" err="1"/>
              <a:t>PName</a:t>
            </a:r>
            <a:r>
              <a:rPr lang="en-US" dirty="0"/>
              <a:t/>
            </a:r>
            <a:br>
              <a:rPr lang="en-US" dirty="0"/>
            </a:br>
            <a:r>
              <a:rPr lang="en-US" dirty="0">
                <a:solidFill>
                  <a:schemeClr val="accent2"/>
                </a:solidFill>
              </a:rPr>
              <a:t>FROM</a:t>
            </a:r>
            <a:r>
              <a:rPr lang="en-US" dirty="0"/>
              <a:t>      </a:t>
            </a:r>
            <a:r>
              <a:rPr lang="en-US" dirty="0" smtClean="0"/>
              <a:t>ProductSET2</a:t>
            </a:r>
            <a:endParaRPr lang="en-US" dirty="0"/>
          </a:p>
        </p:txBody>
      </p:sp>
      <p:sp>
        <p:nvSpPr>
          <p:cNvPr id="13" name="AutoShape 37"/>
          <p:cNvSpPr>
            <a:spLocks noChangeArrowheads="1"/>
          </p:cNvSpPr>
          <p:nvPr/>
        </p:nvSpPr>
        <p:spPr bwMode="auto">
          <a:xfrm>
            <a:off x="6923570" y="4296858"/>
            <a:ext cx="609600" cy="6096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4" name="Group 38"/>
          <p:cNvGraphicFramePr>
            <a:graphicFrameLocks noGrp="1"/>
          </p:cNvGraphicFramePr>
          <p:nvPr>
            <p:extLst>
              <p:ext uri="{D42A27DB-BD31-4B8C-83A1-F6EECF244321}">
                <p14:modId xmlns:p14="http://schemas.microsoft.com/office/powerpoint/2010/main" val="1433641064"/>
              </p:ext>
            </p:extLst>
          </p:nvPr>
        </p:nvGraphicFramePr>
        <p:xfrm>
          <a:off x="6651171" y="5077467"/>
          <a:ext cx="1352550" cy="1676400"/>
        </p:xfrm>
        <a:graphic>
          <a:graphicData uri="http://schemas.openxmlformats.org/drawingml/2006/table">
            <a:tbl>
              <a:tblPr/>
              <a:tblGrid>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MicroUSB</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5" name="Oval 56"/>
          <p:cNvSpPr>
            <a:spLocks noChangeArrowheads="1"/>
          </p:cNvSpPr>
          <p:nvPr/>
        </p:nvSpPr>
        <p:spPr bwMode="auto">
          <a:xfrm>
            <a:off x="4754986" y="4296858"/>
            <a:ext cx="1745145" cy="519351"/>
          </a:xfrm>
          <a:prstGeom prst="ellipse">
            <a:avLst/>
          </a:prstGeom>
          <a:solidFill>
            <a:srgbClr val="C0C0C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0"/>
              </a:spcBef>
              <a:buFontTx/>
              <a:buNone/>
            </a:pPr>
            <a:r>
              <a:rPr lang="en-US" dirty="0" smtClean="0"/>
              <a:t>UNION ALL</a:t>
            </a:r>
            <a:endParaRPr lang="en-US" dirty="0"/>
          </a:p>
        </p:txBody>
      </p:sp>
      <p:sp>
        <p:nvSpPr>
          <p:cNvPr id="16"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819208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60"/>
                                        </p:tgtEl>
                                        <p:attrNameLst>
                                          <p:attrName>style.visibility</p:attrName>
                                        </p:attrNameLst>
                                      </p:cBhvr>
                                      <p:to>
                                        <p:strVal val="visible"/>
                                      </p:to>
                                    </p:set>
                                    <p:animEffect transition="in" filter="dissolve">
                                      <p:cBhvr>
                                        <p:cTn id="7" dur="500"/>
                                        <p:tgtEl>
                                          <p:spTgt spid="7786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7827"/>
                                        </p:tgtEl>
                                        <p:attrNameLst>
                                          <p:attrName>style.visibility</p:attrName>
                                        </p:attrNameLst>
                                      </p:cBhvr>
                                      <p:to>
                                        <p:strVal val="visible"/>
                                      </p:to>
                                    </p:set>
                                    <p:animEffect transition="in" filter="dissolve">
                                      <p:cBhvr>
                                        <p:cTn id="11" dur="500"/>
                                        <p:tgtEl>
                                          <p:spTgt spid="778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7861"/>
                                        </p:tgtEl>
                                        <p:attrNameLst>
                                          <p:attrName>style.visibility</p:attrName>
                                        </p:attrNameLst>
                                      </p:cBhvr>
                                      <p:to>
                                        <p:strVal val="visible"/>
                                      </p:to>
                                    </p:set>
                                    <p:animEffect transition="in" filter="dissolve">
                                      <p:cBhvr>
                                        <p:cTn id="16" dur="500"/>
                                        <p:tgtEl>
                                          <p:spTgt spid="77861"/>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77862"/>
                                        </p:tgtEl>
                                        <p:attrNameLst>
                                          <p:attrName>style.visibility</p:attrName>
                                        </p:attrNameLst>
                                      </p:cBhvr>
                                      <p:to>
                                        <p:strVal val="visible"/>
                                      </p:to>
                                    </p:set>
                                    <p:animEffect transition="in" filter="dissolve">
                                      <p:cBhvr>
                                        <p:cTn id="20" dur="500"/>
                                        <p:tgtEl>
                                          <p:spTgt spid="778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7880"/>
                                        </p:tgtEl>
                                        <p:attrNameLst>
                                          <p:attrName>style.visibility</p:attrName>
                                        </p:attrNameLst>
                                      </p:cBhvr>
                                      <p:to>
                                        <p:strVal val="visible"/>
                                      </p:to>
                                    </p:set>
                                    <p:animEffect transition="in" filter="dissolve">
                                      <p:cBhvr>
                                        <p:cTn id="25" dur="500"/>
                                        <p:tgtEl>
                                          <p:spTgt spid="77880"/>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dissolve">
                                      <p:cBhvr>
                                        <p:cTn id="39" dur="500"/>
                                        <p:tgtEl>
                                          <p:spTgt spid="13"/>
                                        </p:tgtEl>
                                      </p:cBhvr>
                                    </p:animEffect>
                                  </p:childTnLst>
                                </p:cTn>
                              </p:par>
                            </p:childTnLst>
                          </p:cTn>
                        </p:par>
                        <p:par>
                          <p:cTn id="40" fill="hold">
                            <p:stCondLst>
                              <p:cond delay="500"/>
                            </p:stCondLst>
                            <p:childTnLst>
                              <p:par>
                                <p:cTn id="41" presetID="9" presetClass="entr" presetSubtype="0"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dissolv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dissolve">
                                      <p:cBhvr>
                                        <p:cTn id="4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60" grpId="0" autoUpdateAnimBg="0"/>
      <p:bldP spid="77861" grpId="0" animBg="1"/>
      <p:bldP spid="77880" grpId="0" animBg="1" autoUpdateAnimBg="0"/>
      <p:bldP spid="11" grpId="0" autoUpdateAnimBg="0"/>
      <p:bldP spid="13" grpId="0" animBg="1"/>
      <p:bldP spid="15"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p:cNvSpPr>
            <a:spLocks noGrp="1"/>
          </p:cNvSpPr>
          <p:nvPr>
            <p:ph type="sldNum" sz="quarter" idx="12"/>
          </p:nvPr>
        </p:nvSpPr>
        <p:spPr/>
        <p:txBody>
          <a:bodyPr/>
          <a:lstStyle/>
          <a:p>
            <a:fld id="{9C2BA6B6-D1C5-4796-B984-B2EA656A5148}" type="slidenum">
              <a:rPr lang="en-US"/>
              <a:pPr/>
              <a:t>26</a:t>
            </a:fld>
            <a:endParaRPr lang="en-US"/>
          </a:p>
        </p:txBody>
      </p:sp>
      <p:sp>
        <p:nvSpPr>
          <p:cNvPr id="77826" name="Rectangle 2"/>
          <p:cNvSpPr>
            <a:spLocks noGrp="1" noChangeArrowheads="1"/>
          </p:cNvSpPr>
          <p:nvPr>
            <p:ph type="title"/>
          </p:nvPr>
        </p:nvSpPr>
        <p:spPr/>
        <p:txBody>
          <a:bodyPr/>
          <a:lstStyle/>
          <a:p>
            <a:r>
              <a:rPr lang="en-US" dirty="0" smtClean="0"/>
              <a:t>INTERSECT</a:t>
            </a:r>
            <a:endParaRPr lang="en-US" dirty="0"/>
          </a:p>
        </p:txBody>
      </p:sp>
      <p:graphicFrame>
        <p:nvGraphicFramePr>
          <p:cNvPr id="77827" name="Group 3"/>
          <p:cNvGraphicFramePr>
            <a:graphicFrameLocks noGrp="1"/>
          </p:cNvGraphicFramePr>
          <p:nvPr>
            <p:extLst>
              <p:ext uri="{D42A27DB-BD31-4B8C-83A1-F6EECF244321}">
                <p14:modId xmlns:p14="http://schemas.microsoft.com/office/powerpoint/2010/main" val="2250915278"/>
              </p:ext>
            </p:extLst>
          </p:nvPr>
        </p:nvGraphicFramePr>
        <p:xfrm>
          <a:off x="1485739" y="1312277"/>
          <a:ext cx="2705100" cy="1005840"/>
        </p:xfrm>
        <a:graphic>
          <a:graphicData uri="http://schemas.openxmlformats.org/drawingml/2006/table">
            <a:tbl>
              <a:tblPr/>
              <a:tblGrid>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59" name="Rectangle 35"/>
          <p:cNvSpPr>
            <a:spLocks noChangeArrowheads="1"/>
          </p:cNvSpPr>
          <p:nvPr/>
        </p:nvSpPr>
        <p:spPr bwMode="auto">
          <a:xfrm>
            <a:off x="3748504" y="2950496"/>
            <a:ext cx="2373598" cy="14773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spAutoFit/>
          </a:bodyPr>
          <a:lstStyle/>
          <a:p>
            <a:pPr>
              <a:spcBef>
                <a:spcPct val="50000"/>
              </a:spcBef>
              <a:buFontTx/>
              <a:buNone/>
            </a:pPr>
            <a:r>
              <a:rPr lang="en-US" dirty="0">
                <a:solidFill>
                  <a:schemeClr val="accent2"/>
                </a:solidFill>
              </a:rPr>
              <a:t>SELECT</a:t>
            </a:r>
            <a:r>
              <a:rPr lang="en-US" dirty="0"/>
              <a:t>   </a:t>
            </a:r>
            <a:r>
              <a:rPr lang="en-US" dirty="0" err="1" smtClean="0"/>
              <a:t>PName</a:t>
            </a:r>
            <a:r>
              <a:rPr lang="en-US" dirty="0"/>
              <a:t/>
            </a:r>
            <a:br>
              <a:rPr lang="en-US" dirty="0"/>
            </a:br>
            <a:r>
              <a:rPr lang="en-US" dirty="0">
                <a:solidFill>
                  <a:schemeClr val="accent2"/>
                </a:solidFill>
              </a:rPr>
              <a:t>FROM</a:t>
            </a:r>
            <a:r>
              <a:rPr lang="en-US" dirty="0"/>
              <a:t>      </a:t>
            </a:r>
            <a:r>
              <a:rPr lang="en-US" dirty="0" smtClean="0"/>
              <a:t>ProductSET1</a:t>
            </a:r>
            <a:r>
              <a:rPr lang="en-US" dirty="0"/>
              <a:t/>
            </a:r>
            <a:br>
              <a:rPr lang="en-US" dirty="0"/>
            </a:br>
            <a:r>
              <a:rPr lang="en-US" dirty="0" smtClean="0">
                <a:solidFill>
                  <a:schemeClr val="accent2"/>
                </a:solidFill>
              </a:rPr>
              <a:t>INTERSECT</a:t>
            </a:r>
            <a:br>
              <a:rPr lang="en-US" dirty="0" smtClean="0">
                <a:solidFill>
                  <a:schemeClr val="accent2"/>
                </a:solidFill>
              </a:rPr>
            </a:br>
            <a:r>
              <a:rPr lang="en-US" dirty="0" smtClean="0">
                <a:solidFill>
                  <a:schemeClr val="accent2"/>
                </a:solidFill>
              </a:rPr>
              <a:t>SELECT</a:t>
            </a:r>
            <a:r>
              <a:rPr lang="en-US" dirty="0" smtClean="0"/>
              <a:t>   </a:t>
            </a:r>
            <a:r>
              <a:rPr lang="en-US" dirty="0" err="1"/>
              <a:t>PName</a:t>
            </a:r>
            <a:r>
              <a:rPr lang="en-US" dirty="0"/>
              <a:t/>
            </a:r>
            <a:br>
              <a:rPr lang="en-US" dirty="0"/>
            </a:br>
            <a:r>
              <a:rPr lang="en-US" dirty="0">
                <a:solidFill>
                  <a:schemeClr val="accent2"/>
                </a:solidFill>
              </a:rPr>
              <a:t>FROM</a:t>
            </a:r>
            <a:r>
              <a:rPr lang="en-US" dirty="0"/>
              <a:t>      </a:t>
            </a:r>
            <a:r>
              <a:rPr lang="en-US" dirty="0" smtClean="0"/>
              <a:t>ProductSET2</a:t>
            </a:r>
            <a:endParaRPr lang="en-US" dirty="0"/>
          </a:p>
        </p:txBody>
      </p:sp>
      <p:sp>
        <p:nvSpPr>
          <p:cNvPr id="77860" name="Text Box 36"/>
          <p:cNvSpPr txBox="1">
            <a:spLocks noChangeArrowheads="1"/>
          </p:cNvSpPr>
          <p:nvPr/>
        </p:nvSpPr>
        <p:spPr bwMode="auto">
          <a:xfrm>
            <a:off x="228600" y="1981200"/>
            <a:ext cx="125713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1600" dirty="0" smtClean="0">
                <a:solidFill>
                  <a:schemeClr val="accent2"/>
                </a:solidFill>
              </a:rPr>
              <a:t>ProductSet1</a:t>
            </a:r>
            <a:endParaRPr lang="en-US" sz="1600" dirty="0">
              <a:solidFill>
                <a:schemeClr val="accent2"/>
              </a:solidFill>
            </a:endParaRPr>
          </a:p>
        </p:txBody>
      </p:sp>
      <p:sp>
        <p:nvSpPr>
          <p:cNvPr id="77861" name="AutoShape 37"/>
          <p:cNvSpPr>
            <a:spLocks noChangeArrowheads="1"/>
          </p:cNvSpPr>
          <p:nvPr/>
        </p:nvSpPr>
        <p:spPr bwMode="auto">
          <a:xfrm>
            <a:off x="4652274" y="4732754"/>
            <a:ext cx="609600" cy="6096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7862" name="Group 38"/>
          <p:cNvGraphicFramePr>
            <a:graphicFrameLocks noGrp="1"/>
          </p:cNvGraphicFramePr>
          <p:nvPr>
            <p:extLst>
              <p:ext uri="{D42A27DB-BD31-4B8C-83A1-F6EECF244321}">
                <p14:modId xmlns:p14="http://schemas.microsoft.com/office/powerpoint/2010/main" val="1824197862"/>
              </p:ext>
            </p:extLst>
          </p:nvPr>
        </p:nvGraphicFramePr>
        <p:xfrm>
          <a:off x="4259028" y="5486400"/>
          <a:ext cx="1352550" cy="670560"/>
        </p:xfrm>
        <a:graphic>
          <a:graphicData uri="http://schemas.openxmlformats.org/drawingml/2006/table">
            <a:tbl>
              <a:tblPr/>
              <a:tblGrid>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80" name="Oval 56"/>
          <p:cNvSpPr>
            <a:spLocks noChangeArrowheads="1"/>
          </p:cNvSpPr>
          <p:nvPr/>
        </p:nvSpPr>
        <p:spPr bwMode="auto">
          <a:xfrm>
            <a:off x="2457771" y="4732754"/>
            <a:ext cx="1796989" cy="519351"/>
          </a:xfrm>
          <a:prstGeom prst="ellipse">
            <a:avLst/>
          </a:prstGeom>
          <a:solidFill>
            <a:srgbClr val="C0C0C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0"/>
              </a:spcBef>
              <a:buFontTx/>
              <a:buNone/>
            </a:pPr>
            <a:r>
              <a:rPr lang="en-US" dirty="0" smtClean="0"/>
              <a:t>INTERSECT</a:t>
            </a:r>
            <a:endParaRPr lang="en-US" dirty="0"/>
          </a:p>
        </p:txBody>
      </p:sp>
      <p:graphicFrame>
        <p:nvGraphicFramePr>
          <p:cNvPr id="10" name="Group 3"/>
          <p:cNvGraphicFramePr>
            <a:graphicFrameLocks noGrp="1"/>
          </p:cNvGraphicFramePr>
          <p:nvPr>
            <p:extLst>
              <p:ext uri="{D42A27DB-BD31-4B8C-83A1-F6EECF244321}">
                <p14:modId xmlns:p14="http://schemas.microsoft.com/office/powerpoint/2010/main" val="3145662912"/>
              </p:ext>
            </p:extLst>
          </p:nvPr>
        </p:nvGraphicFramePr>
        <p:xfrm>
          <a:off x="5825556" y="1295400"/>
          <a:ext cx="2705100" cy="1005840"/>
        </p:xfrm>
        <a:graphic>
          <a:graphicData uri="http://schemas.openxmlformats.org/drawingml/2006/table">
            <a:tbl>
              <a:tblPr/>
              <a:tblGrid>
                <a:gridCol w="1352550"/>
                <a:gridCol w="1352550"/>
              </a:tblGrid>
              <a:tr h="319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accent2"/>
                          </a:solidFill>
                          <a:effectLst/>
                          <a:latin typeface="Times New Roman" pitchFamily="18" charset="0"/>
                        </a:rPr>
                        <a:t>PName</a:t>
                      </a:r>
                      <a:endParaRPr kumimoji="0" lang="en-US" sz="1600" b="0" i="0" u="none" strike="noStrike" cap="none" normalizeH="0" baseline="0" dirty="0" smtClean="0">
                        <a:ln>
                          <a:noFill/>
                        </a:ln>
                        <a:solidFill>
                          <a:schemeClr val="accent2"/>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accent2"/>
                          </a:solidFill>
                          <a:effectLst/>
                          <a:latin typeface="Times New Roman" pitchFamily="18" charset="0"/>
                        </a:rPr>
                        <a:t>Category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MicroUSB</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rPr>
                        <a:t>Powergizmo</a:t>
                      </a:r>
                      <a:endParaRPr kumimoji="0" lang="en-US" sz="1600" b="0" i="0" u="none" strike="noStrike" cap="none" normalizeH="0" baseline="0" dirty="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Gadgets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 name="Text Box 36"/>
          <p:cNvSpPr txBox="1">
            <a:spLocks noChangeArrowheads="1"/>
          </p:cNvSpPr>
          <p:nvPr/>
        </p:nvSpPr>
        <p:spPr bwMode="auto">
          <a:xfrm>
            <a:off x="4568417" y="1964323"/>
            <a:ext cx="125713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lang="en-US" sz="1600" dirty="0" smtClean="0">
                <a:solidFill>
                  <a:schemeClr val="accent2"/>
                </a:solidFill>
              </a:rPr>
              <a:t>ProductSet2</a:t>
            </a:r>
            <a:endParaRPr lang="en-US" sz="1600" dirty="0">
              <a:solidFill>
                <a:schemeClr val="accent2"/>
              </a:solidFill>
            </a:endParaRPr>
          </a:p>
        </p:txBody>
      </p:sp>
      <p:sp>
        <p:nvSpPr>
          <p:cNvPr id="12"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extLst>
      <p:ext uri="{BB962C8B-B14F-4D97-AF65-F5344CB8AC3E}">
        <p14:creationId xmlns:p14="http://schemas.microsoft.com/office/powerpoint/2010/main" val="18885136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60"/>
                                        </p:tgtEl>
                                        <p:attrNameLst>
                                          <p:attrName>style.visibility</p:attrName>
                                        </p:attrNameLst>
                                      </p:cBhvr>
                                      <p:to>
                                        <p:strVal val="visible"/>
                                      </p:to>
                                    </p:set>
                                    <p:animEffect transition="in" filter="dissolve">
                                      <p:cBhvr>
                                        <p:cTn id="7" dur="500"/>
                                        <p:tgtEl>
                                          <p:spTgt spid="7786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7827"/>
                                        </p:tgtEl>
                                        <p:attrNameLst>
                                          <p:attrName>style.visibility</p:attrName>
                                        </p:attrNameLst>
                                      </p:cBhvr>
                                      <p:to>
                                        <p:strVal val="visible"/>
                                      </p:to>
                                    </p:set>
                                    <p:animEffect transition="in" filter="dissolve">
                                      <p:cBhvr>
                                        <p:cTn id="11" dur="500"/>
                                        <p:tgtEl>
                                          <p:spTgt spid="778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7861"/>
                                        </p:tgtEl>
                                        <p:attrNameLst>
                                          <p:attrName>style.visibility</p:attrName>
                                        </p:attrNameLst>
                                      </p:cBhvr>
                                      <p:to>
                                        <p:strVal val="visible"/>
                                      </p:to>
                                    </p:set>
                                    <p:animEffect transition="in" filter="dissolve">
                                      <p:cBhvr>
                                        <p:cTn id="16" dur="500"/>
                                        <p:tgtEl>
                                          <p:spTgt spid="77861"/>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77862"/>
                                        </p:tgtEl>
                                        <p:attrNameLst>
                                          <p:attrName>style.visibility</p:attrName>
                                        </p:attrNameLst>
                                      </p:cBhvr>
                                      <p:to>
                                        <p:strVal val="visible"/>
                                      </p:to>
                                    </p:set>
                                    <p:animEffect transition="in" filter="dissolve">
                                      <p:cBhvr>
                                        <p:cTn id="20" dur="500"/>
                                        <p:tgtEl>
                                          <p:spTgt spid="778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7880"/>
                                        </p:tgtEl>
                                        <p:attrNameLst>
                                          <p:attrName>style.visibility</p:attrName>
                                        </p:attrNameLst>
                                      </p:cBhvr>
                                      <p:to>
                                        <p:strVal val="visible"/>
                                      </p:to>
                                    </p:set>
                                    <p:animEffect transition="in" filter="dissolve">
                                      <p:cBhvr>
                                        <p:cTn id="25" dur="500"/>
                                        <p:tgtEl>
                                          <p:spTgt spid="77880"/>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60" grpId="0" autoUpdateAnimBg="0"/>
      <p:bldP spid="77861" grpId="0" animBg="1"/>
      <p:bldP spid="77880" grpId="0" animBg="1" autoUpdateAnimBg="0"/>
      <p:bldP spid="11"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SQL STATUS</a:t>
            </a:r>
            <a:endParaRPr lang="en-US" dirty="0"/>
          </a:p>
        </p:txBody>
      </p:sp>
      <p:graphicFrame>
        <p:nvGraphicFramePr>
          <p:cNvPr id="4" name="Diagram 4"/>
          <p:cNvGraphicFramePr>
            <a:graphicFrameLocks noGrp="1"/>
          </p:cNvGraphicFramePr>
          <p:nvPr>
            <p:ph idx="1"/>
            <p:extLst>
              <p:ext uri="{D42A27DB-BD31-4B8C-83A1-F6EECF244321}">
                <p14:modId xmlns:p14="http://schemas.microsoft.com/office/powerpoint/2010/main" val="3751711222"/>
              </p:ext>
            </p:extLst>
          </p:nvPr>
        </p:nvGraphicFramePr>
        <p:xfrm>
          <a:off x="304800" y="1554163"/>
          <a:ext cx="86868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p:cNvSpPr txBox="1">
            <a:spLocks noChangeArrowheads="1"/>
          </p:cNvSpPr>
          <p:nvPr/>
        </p:nvSpPr>
        <p:spPr>
          <a:xfrm>
            <a:off x="210049" y="6629400"/>
            <a:ext cx="6114551" cy="152400"/>
          </a:xfrm>
          <a:prstGeom prst="rect">
            <a:avLst/>
          </a:prstGeom>
        </p:spPr>
        <p:txBody>
          <a:bodyPr vert="horz" anchor="ctr">
            <a:noAutofit/>
          </a:bodyPr>
          <a:lst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a:lstStyle>
          <a:p>
            <a:r>
              <a:rPr lang="en-US" sz="1200" dirty="0" smtClean="0"/>
              <a:t>Hassan Tariq – FAST NUCES</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S010085199">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F3D43B"/>
      </a:hlink>
      <a:folHlink>
        <a:srgbClr val="969696"/>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perspectiveFront" fov="60000">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FAF3E8"/>
      </a:lt2>
      <a:accent1>
        <a:srgbClr val="5C83B4"/>
      </a:accent1>
      <a:accent2>
        <a:srgbClr val="C0504D"/>
      </a:accent2>
      <a:accent3>
        <a:srgbClr val="9DBB61"/>
      </a:accent3>
      <a:accent4>
        <a:srgbClr val="8066A0"/>
      </a:accent4>
      <a:accent5>
        <a:srgbClr val="4BACC6"/>
      </a:accent5>
      <a:accent6>
        <a:srgbClr val="F59D56"/>
      </a:accent6>
      <a:hlink>
        <a:srgbClr val="0000FF"/>
      </a:hlink>
      <a:folHlink>
        <a:srgbClr val="800080"/>
      </a:folHlink>
    </a:clrScheme>
    <a:fontScheme name="Office">
      <a:majorFont>
        <a:latin typeface="Calibri"/>
        <a:ea typeface=""/>
        <a:cs typeface=""/>
        <a:font script="Grek" typeface=""/>
        <a:font script="Cyrl" typeface=""/>
        <a:font script="Jpan" typeface="ＭＳ Ｐゴシック"/>
        <a:font script="Hang" typeface="맑은 고딕"/>
        <a:font script="Hans" typeface="宋体"/>
        <a:font script="Hant" typeface="Jheng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majorFont>
      <a:minorFont>
        <a:latin typeface="Calibri"/>
        <a:ea typeface=""/>
        <a:cs typeface=""/>
        <a:font script="Grek" typeface=""/>
        <a:font script="Cyrl" typeface=""/>
        <a:font script="Jpan" typeface="ＭＳ Ｐゴシック"/>
        <a:font script="Hang" typeface="맑은 고딕"/>
        <a:font script="Hans" typeface="宋体"/>
        <a:font script="Hant" typeface="PMingLiu"/>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minorFont>
    </a:fontScheme>
    <a:fmtScheme name="Office">
      <a:fillStyleLst>
        <a:solidFill>
          <a:schemeClr val="phClr">
            <a:tint val="100000"/>
            <a:shade val="100000"/>
            <a:satMod val="100000"/>
          </a:schemeClr>
        </a:solidFill>
        <a:gradFill rotWithShape="1">
          <a:gsLst>
            <a:gs pos="0">
              <a:schemeClr val="phClr">
                <a:tint val="65000"/>
                <a:shade val="100000"/>
                <a:satMod val="133000"/>
              </a:schemeClr>
            </a:gs>
            <a:gs pos="15000">
              <a:schemeClr val="phClr">
                <a:tint val="50000"/>
                <a:shade val="100000"/>
                <a:satMod val="140000"/>
              </a:schemeClr>
            </a:gs>
            <a:gs pos="100000">
              <a:schemeClr val="phClr">
                <a:tint val="10000"/>
                <a:shade val="100000"/>
                <a:satMod val="135000"/>
              </a:schemeClr>
            </a:gs>
          </a:gsLst>
          <a:lin ang="16200000" scaled="1"/>
        </a:gradFill>
        <a:gradFill rotWithShape="1">
          <a:gsLst>
            <a:gs pos="0">
              <a:schemeClr val="phClr">
                <a:tint val="100000"/>
                <a:shade val="75000"/>
                <a:satMod val="160000"/>
              </a:schemeClr>
            </a:gs>
            <a:gs pos="62000">
              <a:schemeClr val="phClr">
                <a:tint val="100000"/>
                <a:shade val="100000"/>
                <a:satMod val="125000"/>
              </a:schemeClr>
            </a:gs>
            <a:gs pos="100000">
              <a:schemeClr val="phClr">
                <a:tint val="80000"/>
                <a:shade val="100000"/>
                <a:satMod val="140000"/>
              </a:schemeClr>
            </a:gs>
          </a:gsLst>
          <a:lin ang="16200000" scaled="1"/>
        </a:gradFill>
      </a:fillStyleLst>
      <a:lnStyleLst>
        <a:ln w="12700">
          <a:solidFill>
            <a:schemeClr val="phClr"/>
          </a:solidFill>
          <a:prstDash val="solid"/>
        </a:ln>
        <a:ln w="25400">
          <a:solidFill>
            <a:schemeClr val="phClr"/>
          </a:solidFill>
          <a:prstDash val="solid"/>
        </a:ln>
        <a:ln w="38100">
          <a:solidFill>
            <a:schemeClr val="phClr"/>
          </a:solidFill>
          <a:prstDash val="solid"/>
        </a:ln>
      </a:lnStyleLst>
      <a:effectStyleLst>
        <a:effectStyle>
          <a:effectLst>
            <a:outerShdw blurRad="50800" dist="25400" dir="5400000">
              <a:srgbClr val="000000">
                <a:alpha val="43137"/>
              </a:srgbClr>
            </a:outerShdw>
          </a:effectLst>
        </a:effectStyle>
        <a:effectStyle>
          <a:effectLst>
            <a:outerShdw blurRad="50800" dist="38100" dir="5400000">
              <a:srgbClr val="000000">
                <a:alpha val="61176"/>
              </a:srgbClr>
            </a:outerShdw>
          </a:effectLst>
          <a:scene3d>
            <a:camera prst="orthographicFront" fov="0">
              <a:rot lat="0" lon="0" rev="0"/>
            </a:camera>
            <a:lightRig rig="contrasting" dir="t">
              <a:rot lat="0" lon="0" rev="16500000"/>
            </a:lightRig>
          </a:scene3d>
          <a:sp3d contourW="12700" prstMaterial="powder">
            <a:bevelT h="50800"/>
            <a:contourClr>
              <a:schemeClr val="phClr">
                <a:tint val="100000"/>
                <a:shade val="100000"/>
                <a:satMod val="100000"/>
              </a:schemeClr>
            </a:contourClr>
          </a:sp3d>
        </a:effectStyle>
        <a:effectStyle>
          <a:effectLst>
            <a:reflection blurRad="12700" stA="25000" endPos="28000" dist="38100" dir="5400000" sy="-100000" rotWithShape="0"/>
          </a:effectLst>
          <a:scene3d>
            <a:camera prst="orthographicFront" fov="0">
              <a:rot lat="0" lon="0" rev="0"/>
            </a:camera>
            <a:lightRig rig="threePt" dir="t">
              <a:rot lat="0" lon="0" rev="0"/>
            </a:lightRig>
          </a:scene3d>
          <a:sp3d>
            <a:bevelT w="139700" h="38100"/>
            <a:contourClr>
              <a:schemeClr val="phClr">
                <a:tint val="100000"/>
                <a:shade val="100000"/>
                <a:satMod val="100000"/>
              </a:schemeClr>
            </a:contourClr>
          </a:sp3d>
        </a:effectStyle>
      </a:effectStyleLst>
      <a:bgFillStyleLst>
        <a:solidFill>
          <a:schemeClr val="phClr">
            <a:tint val="100000"/>
            <a:shade val="100000"/>
            <a:satMod val="100000"/>
          </a:schemeClr>
        </a:solidFill>
        <a:gradFill rotWithShape="1">
          <a:gsLst>
            <a:gs pos="0">
              <a:schemeClr val="phClr">
                <a:shade val="50000"/>
                <a:satMod val="145000"/>
              </a:schemeClr>
            </a:gs>
            <a:gs pos="40000">
              <a:schemeClr val="phClr">
                <a:shade val="70000"/>
                <a:satMod val="145000"/>
              </a:schemeClr>
            </a:gs>
            <a:gs pos="100000">
              <a:schemeClr val="phClr">
                <a:tint val="85000"/>
                <a:satMod val="155000"/>
              </a:schemeClr>
            </a:gs>
          </a:gsLst>
          <a:lin ang="16200000" scaled="1"/>
        </a:gradFill>
        <a:gradFill rotWithShape="1">
          <a:gsLst>
            <a:gs pos="0">
              <a:schemeClr val="phClr">
                <a:shade val="50000"/>
                <a:satMod val="145000"/>
              </a:schemeClr>
            </a:gs>
            <a:gs pos="30000">
              <a:schemeClr val="phClr">
                <a:shade val="65000"/>
                <a:satMod val="155000"/>
              </a:schemeClr>
            </a:gs>
            <a:gs pos="100000">
              <a:schemeClr val="phClr">
                <a:tint val="60000"/>
                <a:satMod val="170000"/>
              </a:schemeClr>
            </a:gs>
          </a:gsLst>
          <a:lin ang="16200000" scaled="1"/>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FAF3E8"/>
      </a:lt2>
      <a:accent1>
        <a:srgbClr val="5C83B4"/>
      </a:accent1>
      <a:accent2>
        <a:srgbClr val="C0504D"/>
      </a:accent2>
      <a:accent3>
        <a:srgbClr val="9DBB61"/>
      </a:accent3>
      <a:accent4>
        <a:srgbClr val="8066A0"/>
      </a:accent4>
      <a:accent5>
        <a:srgbClr val="4BACC6"/>
      </a:accent5>
      <a:accent6>
        <a:srgbClr val="F59D56"/>
      </a:accent6>
      <a:hlink>
        <a:srgbClr val="0000FF"/>
      </a:hlink>
      <a:folHlink>
        <a:srgbClr val="800080"/>
      </a:folHlink>
    </a:clrScheme>
    <a:fontScheme name="Office">
      <a:majorFont>
        <a:latin typeface="Calibri"/>
        <a:ea typeface=""/>
        <a:cs typeface=""/>
        <a:font script="Grek" typeface=""/>
        <a:font script="Cyrl" typeface=""/>
        <a:font script="Jpan" typeface="ＭＳ Ｐゴシック"/>
        <a:font script="Hang" typeface="맑은 고딕"/>
        <a:font script="Hans" typeface="宋体"/>
        <a:font script="Hant" typeface="Jheng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majorFont>
      <a:minorFont>
        <a:latin typeface="Calibri"/>
        <a:ea typeface=""/>
        <a:cs typeface=""/>
        <a:font script="Grek" typeface=""/>
        <a:font script="Cyrl" typeface=""/>
        <a:font script="Jpan" typeface="ＭＳ Ｐゴシック"/>
        <a:font script="Hang" typeface="맑은 고딕"/>
        <a:font script="Hans" typeface="宋体"/>
        <a:font script="Hant" typeface="PMingLiu"/>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minorFont>
    </a:fontScheme>
    <a:fmtScheme name="Office">
      <a:fillStyleLst>
        <a:solidFill>
          <a:schemeClr val="phClr">
            <a:tint val="100000"/>
            <a:shade val="100000"/>
            <a:satMod val="100000"/>
          </a:schemeClr>
        </a:solidFill>
        <a:gradFill rotWithShape="1">
          <a:gsLst>
            <a:gs pos="0">
              <a:schemeClr val="phClr">
                <a:tint val="65000"/>
                <a:shade val="100000"/>
                <a:satMod val="133000"/>
              </a:schemeClr>
            </a:gs>
            <a:gs pos="15000">
              <a:schemeClr val="phClr">
                <a:tint val="50000"/>
                <a:shade val="100000"/>
                <a:satMod val="140000"/>
              </a:schemeClr>
            </a:gs>
            <a:gs pos="100000">
              <a:schemeClr val="phClr">
                <a:tint val="10000"/>
                <a:shade val="100000"/>
                <a:satMod val="135000"/>
              </a:schemeClr>
            </a:gs>
          </a:gsLst>
          <a:lin ang="16200000" scaled="1"/>
        </a:gradFill>
        <a:gradFill rotWithShape="1">
          <a:gsLst>
            <a:gs pos="0">
              <a:schemeClr val="phClr">
                <a:tint val="100000"/>
                <a:shade val="75000"/>
                <a:satMod val="160000"/>
              </a:schemeClr>
            </a:gs>
            <a:gs pos="62000">
              <a:schemeClr val="phClr">
                <a:tint val="100000"/>
                <a:shade val="100000"/>
                <a:satMod val="125000"/>
              </a:schemeClr>
            </a:gs>
            <a:gs pos="100000">
              <a:schemeClr val="phClr">
                <a:tint val="80000"/>
                <a:shade val="100000"/>
                <a:satMod val="140000"/>
              </a:schemeClr>
            </a:gs>
          </a:gsLst>
          <a:lin ang="16200000" scaled="1"/>
        </a:gradFill>
      </a:fillStyleLst>
      <a:lnStyleLst>
        <a:ln w="12700">
          <a:solidFill>
            <a:schemeClr val="phClr"/>
          </a:solidFill>
          <a:prstDash val="solid"/>
        </a:ln>
        <a:ln w="25400">
          <a:solidFill>
            <a:schemeClr val="phClr"/>
          </a:solidFill>
          <a:prstDash val="solid"/>
        </a:ln>
        <a:ln w="38100">
          <a:solidFill>
            <a:schemeClr val="phClr"/>
          </a:solidFill>
          <a:prstDash val="solid"/>
        </a:ln>
      </a:lnStyleLst>
      <a:effectStyleLst>
        <a:effectStyle>
          <a:effectLst>
            <a:outerShdw blurRad="50800" dist="25400" dir="5400000">
              <a:srgbClr val="000000">
                <a:alpha val="43137"/>
              </a:srgbClr>
            </a:outerShdw>
          </a:effectLst>
        </a:effectStyle>
        <a:effectStyle>
          <a:effectLst>
            <a:outerShdw blurRad="50800" dist="38100" dir="5400000">
              <a:srgbClr val="000000">
                <a:alpha val="61176"/>
              </a:srgbClr>
            </a:outerShdw>
          </a:effectLst>
          <a:scene3d>
            <a:camera prst="orthographicFront" fov="0">
              <a:rot lat="0" lon="0" rev="0"/>
            </a:camera>
            <a:lightRig rig="contrasting" dir="t">
              <a:rot lat="0" lon="0" rev="16500000"/>
            </a:lightRig>
          </a:scene3d>
          <a:sp3d contourW="12700" prstMaterial="powder">
            <a:bevelT h="50800"/>
            <a:contourClr>
              <a:schemeClr val="phClr">
                <a:tint val="100000"/>
                <a:shade val="100000"/>
                <a:satMod val="100000"/>
              </a:schemeClr>
            </a:contourClr>
          </a:sp3d>
        </a:effectStyle>
        <a:effectStyle>
          <a:effectLst>
            <a:reflection blurRad="12700" stA="25000" endPos="28000" dist="38100" dir="5400000" sy="-100000" rotWithShape="0"/>
          </a:effectLst>
          <a:scene3d>
            <a:camera prst="orthographicFront" fov="0">
              <a:rot lat="0" lon="0" rev="0"/>
            </a:camera>
            <a:lightRig rig="threePt" dir="t">
              <a:rot lat="0" lon="0" rev="0"/>
            </a:lightRig>
          </a:scene3d>
          <a:sp3d>
            <a:bevelT w="139700" h="38100"/>
            <a:contourClr>
              <a:schemeClr val="phClr">
                <a:tint val="100000"/>
                <a:shade val="100000"/>
                <a:satMod val="100000"/>
              </a:schemeClr>
            </a:contourClr>
          </a:sp3d>
        </a:effectStyle>
      </a:effectStyleLst>
      <a:bgFillStyleLst>
        <a:solidFill>
          <a:schemeClr val="phClr">
            <a:tint val="100000"/>
            <a:shade val="100000"/>
            <a:satMod val="100000"/>
          </a:schemeClr>
        </a:solidFill>
        <a:gradFill rotWithShape="1">
          <a:gsLst>
            <a:gs pos="0">
              <a:schemeClr val="phClr">
                <a:shade val="50000"/>
                <a:satMod val="145000"/>
              </a:schemeClr>
            </a:gs>
            <a:gs pos="40000">
              <a:schemeClr val="phClr">
                <a:shade val="70000"/>
                <a:satMod val="145000"/>
              </a:schemeClr>
            </a:gs>
            <a:gs pos="100000">
              <a:schemeClr val="phClr">
                <a:tint val="85000"/>
                <a:satMod val="155000"/>
              </a:schemeClr>
            </a:gs>
          </a:gsLst>
          <a:lin ang="16200000" scaled="1"/>
        </a:gradFill>
        <a:gradFill rotWithShape="1">
          <a:gsLst>
            <a:gs pos="0">
              <a:schemeClr val="phClr">
                <a:shade val="50000"/>
                <a:satMod val="145000"/>
              </a:schemeClr>
            </a:gs>
            <a:gs pos="30000">
              <a:schemeClr val="phClr">
                <a:shade val="65000"/>
                <a:satMod val="155000"/>
              </a:schemeClr>
            </a:gs>
            <a:gs pos="100000">
              <a:schemeClr val="phClr">
                <a:tint val="60000"/>
                <a:satMod val="170000"/>
              </a:schemeClr>
            </a:gs>
          </a:gsLst>
          <a:lin ang="16200000" scaled="1"/>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30EB353-B075-4294-95C2-1EC6FDA8EA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TS010085199</Template>
  <TotalTime>0</TotalTime>
  <Words>4535</Words>
  <Application>Microsoft Office PowerPoint</Application>
  <PresentationFormat>On-screen Show (4:3)</PresentationFormat>
  <Paragraphs>594</Paragraphs>
  <Slides>27</Slides>
  <Notes>10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TS010085199</vt:lpstr>
      <vt:lpstr>INTRODUCTION TO SQL</vt:lpstr>
      <vt:lpstr>Introduction to SQL</vt:lpstr>
      <vt:lpstr>Introduction to SQL</vt:lpstr>
      <vt:lpstr>SQL - QUERY Hierarchy</vt:lpstr>
      <vt:lpstr>PowerPoint Presentation</vt:lpstr>
      <vt:lpstr>PowerPoint Presentation</vt:lpstr>
      <vt:lpstr>SQL Query</vt:lpstr>
      <vt:lpstr>Simple SQL Query</vt:lpstr>
      <vt:lpstr>A Notation for SQL Queries</vt:lpstr>
      <vt:lpstr>Selections</vt:lpstr>
      <vt:lpstr>The LIKE operator</vt:lpstr>
      <vt:lpstr>COMPARISON</vt:lpstr>
      <vt:lpstr>COMPARISON</vt:lpstr>
      <vt:lpstr>Eliminating Duplicates</vt:lpstr>
      <vt:lpstr>AGGREGATE FUNCTIONS</vt:lpstr>
      <vt:lpstr>AGGREGATE FUNCTIONS</vt:lpstr>
      <vt:lpstr>Ordering the Results</vt:lpstr>
      <vt:lpstr>Ordering the Results</vt:lpstr>
      <vt:lpstr>Grouping</vt:lpstr>
      <vt:lpstr>GROUPING</vt:lpstr>
      <vt:lpstr>GROUPING with Condition</vt:lpstr>
      <vt:lpstr>  Union, Intersection and Difference of Tables</vt:lpstr>
      <vt:lpstr>  Union, Intersection and Difference of Tables</vt:lpstr>
      <vt:lpstr>  Union, Intersection and Difference of Tables</vt:lpstr>
      <vt:lpstr>UNION</vt:lpstr>
      <vt:lpstr>INTERSECT</vt:lpstr>
      <vt:lpstr>SQL STATUS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SQL</dc:title>
  <dc:subject>Database Systen</dc:subject>
  <dc:creator/>
  <cp:keywords/>
  <cp:lastModifiedBy/>
  <cp:revision>1</cp:revision>
  <dcterms:created xsi:type="dcterms:W3CDTF">2013-02-28T14:07:00Z</dcterms:created>
  <dcterms:modified xsi:type="dcterms:W3CDTF">2013-03-01T08:02:55Z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TC100851999990</vt:lpwstr>
  </property>
</Properties>
</file>