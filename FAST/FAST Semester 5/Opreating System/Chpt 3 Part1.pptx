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y="7772400" cx="10058400"/>
  <p:notesSz cx="10058400" cy="7772400"/>
  <p:embeddedFontLst>
    <p:embeddedFont>
      <p:font typeface="Arimo"/>
      <p:regular r:id="rId90"/>
      <p:bold r:id="rId91"/>
      <p:italic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92">
          <p15:clr>
            <a:srgbClr val="000000"/>
          </p15:clr>
        </p15:guide>
        <p15:guide id="2" pos="2160">
          <p15:clr>
            <a:srgbClr val="000000"/>
          </p15:clr>
        </p15:guide>
      </p15:sldGuideLst>
    </p:ext>
    <p:ext uri="GoogleSlidesCustomDataVersion2">
      <go:slidesCustomData xmlns:go="http://customooxmlschemas.google.com/" r:id="rId94" roundtripDataSignature="AMtx7mhOzxv8Xo6gvtrXzzexjzY1pKnJ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924821-DEA3-483A-996B-97687F0F8459}">
  <a:tblStyle styleId="{0C924821-DEA3-483A-996B-97687F0F8459}"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92"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94" Type="http://customschemas.google.com/relationships/presentationmetadata" Target="meta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Arimo-bold.fntdata"/><Relationship Id="rId90" Type="http://schemas.openxmlformats.org/officeDocument/2006/relationships/font" Target="fonts/Arimo-regular.fntdata"/><Relationship Id="rId93" Type="http://schemas.openxmlformats.org/officeDocument/2006/relationships/font" Target="fonts/Arimo-boldItalic.fntdata"/><Relationship Id="rId92" Type="http://schemas.openxmlformats.org/officeDocument/2006/relationships/font" Target="fonts/Arimo-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05825" y="3691875"/>
            <a:ext cx="8046700" cy="3497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3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3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3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3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4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4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4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4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4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4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4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5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5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5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5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5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5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5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5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5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5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5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6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6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6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6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6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6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6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6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6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6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6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6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6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6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6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6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7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7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7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7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7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74: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4: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75: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5: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76: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6: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77: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7: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78: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78: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79: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9: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80: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80: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81: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81: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p82: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82: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83:notes"/>
          <p:cNvSpPr txBox="1"/>
          <p:nvPr>
            <p:ph idx="1" type="body"/>
          </p:nvPr>
        </p:nvSpPr>
        <p:spPr>
          <a:xfrm>
            <a:off x="1005825" y="3691875"/>
            <a:ext cx="8046700" cy="3497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83:notes"/>
          <p:cNvSpPr/>
          <p:nvPr>
            <p:ph idx="2" type="sldImg"/>
          </p:nvPr>
        </p:nvSpPr>
        <p:spPr>
          <a:xfrm>
            <a:off x="1676725" y="582925"/>
            <a:ext cx="6705925" cy="29146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85"/>
          <p:cNvSpPr txBox="1"/>
          <p:nvPr>
            <p:ph type="title"/>
          </p:nvPr>
        </p:nvSpPr>
        <p:spPr>
          <a:xfrm>
            <a:off x="1076966" y="139689"/>
            <a:ext cx="6087109"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00">
                <a:solidFill>
                  <a:srgbClr val="00AF5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85"/>
          <p:cNvSpPr txBox="1"/>
          <p:nvPr>
            <p:ph idx="1" type="body"/>
          </p:nvPr>
        </p:nvSpPr>
        <p:spPr>
          <a:xfrm>
            <a:off x="590999" y="1688136"/>
            <a:ext cx="8876400" cy="437070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050">
                <a:solidFill>
                  <a:schemeClr val="dk1"/>
                </a:solidFill>
                <a:latin typeface="Times New Roman"/>
                <a:ea typeface="Times New Roman"/>
                <a:cs typeface="Times New Roman"/>
                <a:sym typeface="Times New Roman"/>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8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rgbClr val="696464"/>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5"/>
          <p:cNvSpPr txBox="1"/>
          <p:nvPr>
            <p:ph idx="10" type="dt"/>
          </p:nvPr>
        </p:nvSpPr>
        <p:spPr>
          <a:xfrm>
            <a:off x="502920" y="7228332"/>
            <a:ext cx="2313432" cy="3886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85"/>
          <p:cNvSpPr txBox="1"/>
          <p:nvPr>
            <p:ph idx="12" type="sldNum"/>
          </p:nvPr>
        </p:nvSpPr>
        <p:spPr>
          <a:xfrm>
            <a:off x="259079" y="7077995"/>
            <a:ext cx="307340" cy="247015"/>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buNone/>
              <a:defRPr b="0" i="0" sz="1500">
                <a:solidFill>
                  <a:schemeClr val="lt1"/>
                </a:solidFill>
                <a:latin typeface="Trebuchet MS"/>
                <a:ea typeface="Trebuchet MS"/>
                <a:cs typeface="Trebuchet MS"/>
                <a:sym typeface="Trebuchet MS"/>
              </a:defRPr>
            </a:lvl1pPr>
            <a:lvl2pPr indent="0" lvl="1" marL="38100" marR="0" algn="l">
              <a:lnSpc>
                <a:spcPct val="100000"/>
              </a:lnSpc>
              <a:spcBef>
                <a:spcPts val="0"/>
              </a:spcBef>
              <a:buNone/>
              <a:defRPr b="0" i="0" sz="1500">
                <a:solidFill>
                  <a:schemeClr val="lt1"/>
                </a:solidFill>
                <a:latin typeface="Trebuchet MS"/>
                <a:ea typeface="Trebuchet MS"/>
                <a:cs typeface="Trebuchet MS"/>
                <a:sym typeface="Trebuchet MS"/>
              </a:defRPr>
            </a:lvl2pPr>
            <a:lvl3pPr indent="0" lvl="2" marL="38100" marR="0" algn="l">
              <a:lnSpc>
                <a:spcPct val="100000"/>
              </a:lnSpc>
              <a:spcBef>
                <a:spcPts val="0"/>
              </a:spcBef>
              <a:buNone/>
              <a:defRPr b="0" i="0" sz="1500">
                <a:solidFill>
                  <a:schemeClr val="lt1"/>
                </a:solidFill>
                <a:latin typeface="Trebuchet MS"/>
                <a:ea typeface="Trebuchet MS"/>
                <a:cs typeface="Trebuchet MS"/>
                <a:sym typeface="Trebuchet MS"/>
              </a:defRPr>
            </a:lvl3pPr>
            <a:lvl4pPr indent="0" lvl="3" marL="38100" marR="0" algn="l">
              <a:lnSpc>
                <a:spcPct val="100000"/>
              </a:lnSpc>
              <a:spcBef>
                <a:spcPts val="0"/>
              </a:spcBef>
              <a:buNone/>
              <a:defRPr b="0" i="0" sz="1500">
                <a:solidFill>
                  <a:schemeClr val="lt1"/>
                </a:solidFill>
                <a:latin typeface="Trebuchet MS"/>
                <a:ea typeface="Trebuchet MS"/>
                <a:cs typeface="Trebuchet MS"/>
                <a:sym typeface="Trebuchet MS"/>
              </a:defRPr>
            </a:lvl4pPr>
            <a:lvl5pPr indent="0" lvl="4" marL="38100" marR="0" algn="l">
              <a:lnSpc>
                <a:spcPct val="100000"/>
              </a:lnSpc>
              <a:spcBef>
                <a:spcPts val="0"/>
              </a:spcBef>
              <a:buNone/>
              <a:defRPr b="0" i="0" sz="1500">
                <a:solidFill>
                  <a:schemeClr val="lt1"/>
                </a:solidFill>
                <a:latin typeface="Trebuchet MS"/>
                <a:ea typeface="Trebuchet MS"/>
                <a:cs typeface="Trebuchet MS"/>
                <a:sym typeface="Trebuchet MS"/>
              </a:defRPr>
            </a:lvl5pPr>
            <a:lvl6pPr indent="0" lvl="5" marL="38100" marR="0" algn="l">
              <a:lnSpc>
                <a:spcPct val="100000"/>
              </a:lnSpc>
              <a:spcBef>
                <a:spcPts val="0"/>
              </a:spcBef>
              <a:buNone/>
              <a:defRPr b="0" i="0" sz="1500">
                <a:solidFill>
                  <a:schemeClr val="lt1"/>
                </a:solidFill>
                <a:latin typeface="Trebuchet MS"/>
                <a:ea typeface="Trebuchet MS"/>
                <a:cs typeface="Trebuchet MS"/>
                <a:sym typeface="Trebuchet MS"/>
              </a:defRPr>
            </a:lvl6pPr>
            <a:lvl7pPr indent="0" lvl="6" marL="38100" marR="0" algn="l">
              <a:lnSpc>
                <a:spcPct val="100000"/>
              </a:lnSpc>
              <a:spcBef>
                <a:spcPts val="0"/>
              </a:spcBef>
              <a:buNone/>
              <a:defRPr b="0" i="0" sz="1500">
                <a:solidFill>
                  <a:schemeClr val="lt1"/>
                </a:solidFill>
                <a:latin typeface="Trebuchet MS"/>
                <a:ea typeface="Trebuchet MS"/>
                <a:cs typeface="Trebuchet MS"/>
                <a:sym typeface="Trebuchet MS"/>
              </a:defRPr>
            </a:lvl7pPr>
            <a:lvl8pPr indent="0" lvl="7" marL="38100" marR="0" algn="l">
              <a:lnSpc>
                <a:spcPct val="100000"/>
              </a:lnSpc>
              <a:spcBef>
                <a:spcPts val="0"/>
              </a:spcBef>
              <a:buNone/>
              <a:defRPr b="0" i="0" sz="1500">
                <a:solidFill>
                  <a:schemeClr val="lt1"/>
                </a:solidFill>
                <a:latin typeface="Trebuchet MS"/>
                <a:ea typeface="Trebuchet MS"/>
                <a:cs typeface="Trebuchet MS"/>
                <a:sym typeface="Trebuchet MS"/>
              </a:defRPr>
            </a:lvl8pPr>
            <a:lvl9pPr indent="0" lvl="8" marL="38100" marR="0" algn="l">
              <a:lnSpc>
                <a:spcPct val="100000"/>
              </a:lnSpc>
              <a:spcBef>
                <a:spcPts val="0"/>
              </a:spcBef>
              <a:buNone/>
              <a:defRPr b="0" i="0" sz="1500">
                <a:solidFill>
                  <a:schemeClr val="lt1"/>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
        <p:nvSpPr>
          <p:cNvPr id="19" name="Google Shape;19;p8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rgbClr val="696464"/>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6"/>
          <p:cNvSpPr txBox="1"/>
          <p:nvPr>
            <p:ph idx="10" type="dt"/>
          </p:nvPr>
        </p:nvSpPr>
        <p:spPr>
          <a:xfrm>
            <a:off x="502920" y="7228332"/>
            <a:ext cx="2313432" cy="3886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6"/>
          <p:cNvSpPr txBox="1"/>
          <p:nvPr>
            <p:ph idx="12" type="sldNum"/>
          </p:nvPr>
        </p:nvSpPr>
        <p:spPr>
          <a:xfrm>
            <a:off x="259079" y="7077995"/>
            <a:ext cx="307340" cy="247015"/>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buNone/>
              <a:defRPr b="0" i="0" sz="1500">
                <a:solidFill>
                  <a:schemeClr val="lt1"/>
                </a:solidFill>
                <a:latin typeface="Trebuchet MS"/>
                <a:ea typeface="Trebuchet MS"/>
                <a:cs typeface="Trebuchet MS"/>
                <a:sym typeface="Trebuchet MS"/>
              </a:defRPr>
            </a:lvl1pPr>
            <a:lvl2pPr indent="0" lvl="1" marL="38100" marR="0" algn="l">
              <a:lnSpc>
                <a:spcPct val="100000"/>
              </a:lnSpc>
              <a:spcBef>
                <a:spcPts val="0"/>
              </a:spcBef>
              <a:buNone/>
              <a:defRPr b="0" i="0" sz="1500">
                <a:solidFill>
                  <a:schemeClr val="lt1"/>
                </a:solidFill>
                <a:latin typeface="Trebuchet MS"/>
                <a:ea typeface="Trebuchet MS"/>
                <a:cs typeface="Trebuchet MS"/>
                <a:sym typeface="Trebuchet MS"/>
              </a:defRPr>
            </a:lvl2pPr>
            <a:lvl3pPr indent="0" lvl="2" marL="38100" marR="0" algn="l">
              <a:lnSpc>
                <a:spcPct val="100000"/>
              </a:lnSpc>
              <a:spcBef>
                <a:spcPts val="0"/>
              </a:spcBef>
              <a:buNone/>
              <a:defRPr b="0" i="0" sz="1500">
                <a:solidFill>
                  <a:schemeClr val="lt1"/>
                </a:solidFill>
                <a:latin typeface="Trebuchet MS"/>
                <a:ea typeface="Trebuchet MS"/>
                <a:cs typeface="Trebuchet MS"/>
                <a:sym typeface="Trebuchet MS"/>
              </a:defRPr>
            </a:lvl3pPr>
            <a:lvl4pPr indent="0" lvl="3" marL="38100" marR="0" algn="l">
              <a:lnSpc>
                <a:spcPct val="100000"/>
              </a:lnSpc>
              <a:spcBef>
                <a:spcPts val="0"/>
              </a:spcBef>
              <a:buNone/>
              <a:defRPr b="0" i="0" sz="1500">
                <a:solidFill>
                  <a:schemeClr val="lt1"/>
                </a:solidFill>
                <a:latin typeface="Trebuchet MS"/>
                <a:ea typeface="Trebuchet MS"/>
                <a:cs typeface="Trebuchet MS"/>
                <a:sym typeface="Trebuchet MS"/>
              </a:defRPr>
            </a:lvl4pPr>
            <a:lvl5pPr indent="0" lvl="4" marL="38100" marR="0" algn="l">
              <a:lnSpc>
                <a:spcPct val="100000"/>
              </a:lnSpc>
              <a:spcBef>
                <a:spcPts val="0"/>
              </a:spcBef>
              <a:buNone/>
              <a:defRPr b="0" i="0" sz="1500">
                <a:solidFill>
                  <a:schemeClr val="lt1"/>
                </a:solidFill>
                <a:latin typeface="Trebuchet MS"/>
                <a:ea typeface="Trebuchet MS"/>
                <a:cs typeface="Trebuchet MS"/>
                <a:sym typeface="Trebuchet MS"/>
              </a:defRPr>
            </a:lvl5pPr>
            <a:lvl6pPr indent="0" lvl="5" marL="38100" marR="0" algn="l">
              <a:lnSpc>
                <a:spcPct val="100000"/>
              </a:lnSpc>
              <a:spcBef>
                <a:spcPts val="0"/>
              </a:spcBef>
              <a:buNone/>
              <a:defRPr b="0" i="0" sz="1500">
                <a:solidFill>
                  <a:schemeClr val="lt1"/>
                </a:solidFill>
                <a:latin typeface="Trebuchet MS"/>
                <a:ea typeface="Trebuchet MS"/>
                <a:cs typeface="Trebuchet MS"/>
                <a:sym typeface="Trebuchet MS"/>
              </a:defRPr>
            </a:lvl6pPr>
            <a:lvl7pPr indent="0" lvl="6" marL="38100" marR="0" algn="l">
              <a:lnSpc>
                <a:spcPct val="100000"/>
              </a:lnSpc>
              <a:spcBef>
                <a:spcPts val="0"/>
              </a:spcBef>
              <a:buNone/>
              <a:defRPr b="0" i="0" sz="1500">
                <a:solidFill>
                  <a:schemeClr val="lt1"/>
                </a:solidFill>
                <a:latin typeface="Trebuchet MS"/>
                <a:ea typeface="Trebuchet MS"/>
                <a:cs typeface="Trebuchet MS"/>
                <a:sym typeface="Trebuchet MS"/>
              </a:defRPr>
            </a:lvl7pPr>
            <a:lvl8pPr indent="0" lvl="7" marL="38100" marR="0" algn="l">
              <a:lnSpc>
                <a:spcPct val="100000"/>
              </a:lnSpc>
              <a:spcBef>
                <a:spcPts val="0"/>
              </a:spcBef>
              <a:buNone/>
              <a:defRPr b="0" i="0" sz="1500">
                <a:solidFill>
                  <a:schemeClr val="lt1"/>
                </a:solidFill>
                <a:latin typeface="Trebuchet MS"/>
                <a:ea typeface="Trebuchet MS"/>
                <a:cs typeface="Trebuchet MS"/>
                <a:sym typeface="Trebuchet MS"/>
              </a:defRPr>
            </a:lvl8pPr>
            <a:lvl9pPr indent="0" lvl="8" marL="38100" marR="0" algn="l">
              <a:lnSpc>
                <a:spcPct val="100000"/>
              </a:lnSpc>
              <a:spcBef>
                <a:spcPts val="0"/>
              </a:spcBef>
              <a:buNone/>
              <a:defRPr b="0" i="0" sz="1500">
                <a:solidFill>
                  <a:schemeClr val="lt1"/>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2" name="Shape 22"/>
        <p:cNvGrpSpPr/>
        <p:nvPr/>
      </p:nvGrpSpPr>
      <p:grpSpPr>
        <a:xfrm>
          <a:off x="0" y="0"/>
          <a:ext cx="0" cy="0"/>
          <a:chOff x="0" y="0"/>
          <a:chExt cx="0" cy="0"/>
        </a:xfrm>
      </p:grpSpPr>
      <p:sp>
        <p:nvSpPr>
          <p:cNvPr id="23" name="Google Shape;23;p87"/>
          <p:cNvSpPr txBox="1"/>
          <p:nvPr>
            <p:ph type="title"/>
          </p:nvPr>
        </p:nvSpPr>
        <p:spPr>
          <a:xfrm>
            <a:off x="1076966" y="139689"/>
            <a:ext cx="6087109"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00">
                <a:solidFill>
                  <a:srgbClr val="00AF5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8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rgbClr val="696464"/>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7"/>
          <p:cNvSpPr txBox="1"/>
          <p:nvPr>
            <p:ph idx="10" type="dt"/>
          </p:nvPr>
        </p:nvSpPr>
        <p:spPr>
          <a:xfrm>
            <a:off x="502920" y="7228332"/>
            <a:ext cx="2313432" cy="3886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7"/>
          <p:cNvSpPr txBox="1"/>
          <p:nvPr>
            <p:ph idx="12" type="sldNum"/>
          </p:nvPr>
        </p:nvSpPr>
        <p:spPr>
          <a:xfrm>
            <a:off x="259079" y="7077995"/>
            <a:ext cx="307340" cy="247015"/>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buNone/>
              <a:defRPr b="0" i="0" sz="1500">
                <a:solidFill>
                  <a:schemeClr val="lt1"/>
                </a:solidFill>
                <a:latin typeface="Trebuchet MS"/>
                <a:ea typeface="Trebuchet MS"/>
                <a:cs typeface="Trebuchet MS"/>
                <a:sym typeface="Trebuchet MS"/>
              </a:defRPr>
            </a:lvl1pPr>
            <a:lvl2pPr indent="0" lvl="1" marL="38100" marR="0" algn="l">
              <a:lnSpc>
                <a:spcPct val="100000"/>
              </a:lnSpc>
              <a:spcBef>
                <a:spcPts val="0"/>
              </a:spcBef>
              <a:buNone/>
              <a:defRPr b="0" i="0" sz="1500">
                <a:solidFill>
                  <a:schemeClr val="lt1"/>
                </a:solidFill>
                <a:latin typeface="Trebuchet MS"/>
                <a:ea typeface="Trebuchet MS"/>
                <a:cs typeface="Trebuchet MS"/>
                <a:sym typeface="Trebuchet MS"/>
              </a:defRPr>
            </a:lvl2pPr>
            <a:lvl3pPr indent="0" lvl="2" marL="38100" marR="0" algn="l">
              <a:lnSpc>
                <a:spcPct val="100000"/>
              </a:lnSpc>
              <a:spcBef>
                <a:spcPts val="0"/>
              </a:spcBef>
              <a:buNone/>
              <a:defRPr b="0" i="0" sz="1500">
                <a:solidFill>
                  <a:schemeClr val="lt1"/>
                </a:solidFill>
                <a:latin typeface="Trebuchet MS"/>
                <a:ea typeface="Trebuchet MS"/>
                <a:cs typeface="Trebuchet MS"/>
                <a:sym typeface="Trebuchet MS"/>
              </a:defRPr>
            </a:lvl3pPr>
            <a:lvl4pPr indent="0" lvl="3" marL="38100" marR="0" algn="l">
              <a:lnSpc>
                <a:spcPct val="100000"/>
              </a:lnSpc>
              <a:spcBef>
                <a:spcPts val="0"/>
              </a:spcBef>
              <a:buNone/>
              <a:defRPr b="0" i="0" sz="1500">
                <a:solidFill>
                  <a:schemeClr val="lt1"/>
                </a:solidFill>
                <a:latin typeface="Trebuchet MS"/>
                <a:ea typeface="Trebuchet MS"/>
                <a:cs typeface="Trebuchet MS"/>
                <a:sym typeface="Trebuchet MS"/>
              </a:defRPr>
            </a:lvl4pPr>
            <a:lvl5pPr indent="0" lvl="4" marL="38100" marR="0" algn="l">
              <a:lnSpc>
                <a:spcPct val="100000"/>
              </a:lnSpc>
              <a:spcBef>
                <a:spcPts val="0"/>
              </a:spcBef>
              <a:buNone/>
              <a:defRPr b="0" i="0" sz="1500">
                <a:solidFill>
                  <a:schemeClr val="lt1"/>
                </a:solidFill>
                <a:latin typeface="Trebuchet MS"/>
                <a:ea typeface="Trebuchet MS"/>
                <a:cs typeface="Trebuchet MS"/>
                <a:sym typeface="Trebuchet MS"/>
              </a:defRPr>
            </a:lvl5pPr>
            <a:lvl6pPr indent="0" lvl="5" marL="38100" marR="0" algn="l">
              <a:lnSpc>
                <a:spcPct val="100000"/>
              </a:lnSpc>
              <a:spcBef>
                <a:spcPts val="0"/>
              </a:spcBef>
              <a:buNone/>
              <a:defRPr b="0" i="0" sz="1500">
                <a:solidFill>
                  <a:schemeClr val="lt1"/>
                </a:solidFill>
                <a:latin typeface="Trebuchet MS"/>
                <a:ea typeface="Trebuchet MS"/>
                <a:cs typeface="Trebuchet MS"/>
                <a:sym typeface="Trebuchet MS"/>
              </a:defRPr>
            </a:lvl6pPr>
            <a:lvl7pPr indent="0" lvl="6" marL="38100" marR="0" algn="l">
              <a:lnSpc>
                <a:spcPct val="100000"/>
              </a:lnSpc>
              <a:spcBef>
                <a:spcPts val="0"/>
              </a:spcBef>
              <a:buNone/>
              <a:defRPr b="0" i="0" sz="1500">
                <a:solidFill>
                  <a:schemeClr val="lt1"/>
                </a:solidFill>
                <a:latin typeface="Trebuchet MS"/>
                <a:ea typeface="Trebuchet MS"/>
                <a:cs typeface="Trebuchet MS"/>
                <a:sym typeface="Trebuchet MS"/>
              </a:defRPr>
            </a:lvl7pPr>
            <a:lvl8pPr indent="0" lvl="7" marL="38100" marR="0" algn="l">
              <a:lnSpc>
                <a:spcPct val="100000"/>
              </a:lnSpc>
              <a:spcBef>
                <a:spcPts val="0"/>
              </a:spcBef>
              <a:buNone/>
              <a:defRPr b="0" i="0" sz="1500">
                <a:solidFill>
                  <a:schemeClr val="lt1"/>
                </a:solidFill>
                <a:latin typeface="Trebuchet MS"/>
                <a:ea typeface="Trebuchet MS"/>
                <a:cs typeface="Trebuchet MS"/>
                <a:sym typeface="Trebuchet MS"/>
              </a:defRPr>
            </a:lvl8pPr>
            <a:lvl9pPr indent="0" lvl="8" marL="38100" marR="0" algn="l">
              <a:lnSpc>
                <a:spcPct val="100000"/>
              </a:lnSpc>
              <a:spcBef>
                <a:spcPts val="0"/>
              </a:spcBef>
              <a:buNone/>
              <a:defRPr b="0" i="0" sz="1500">
                <a:solidFill>
                  <a:schemeClr val="lt1"/>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 name="Shape 27"/>
        <p:cNvGrpSpPr/>
        <p:nvPr/>
      </p:nvGrpSpPr>
      <p:grpSpPr>
        <a:xfrm>
          <a:off x="0" y="0"/>
          <a:ext cx="0" cy="0"/>
          <a:chOff x="0" y="0"/>
          <a:chExt cx="0" cy="0"/>
        </a:xfrm>
      </p:grpSpPr>
      <p:sp>
        <p:nvSpPr>
          <p:cNvPr id="28" name="Google Shape;28;p88"/>
          <p:cNvSpPr txBox="1"/>
          <p:nvPr>
            <p:ph type="title"/>
          </p:nvPr>
        </p:nvSpPr>
        <p:spPr>
          <a:xfrm>
            <a:off x="1076966" y="139689"/>
            <a:ext cx="6087109"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00">
                <a:solidFill>
                  <a:srgbClr val="00AF5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8"/>
          <p:cNvSpPr txBox="1"/>
          <p:nvPr>
            <p:ph idx="1" type="body"/>
          </p:nvPr>
        </p:nvSpPr>
        <p:spPr>
          <a:xfrm>
            <a:off x="502920" y="1787652"/>
            <a:ext cx="4375404" cy="512978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8"/>
          <p:cNvSpPr txBox="1"/>
          <p:nvPr>
            <p:ph idx="2" type="body"/>
          </p:nvPr>
        </p:nvSpPr>
        <p:spPr>
          <a:xfrm>
            <a:off x="5180076" y="1787652"/>
            <a:ext cx="4375404" cy="512978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88"/>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rgbClr val="696464"/>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8"/>
          <p:cNvSpPr txBox="1"/>
          <p:nvPr>
            <p:ph idx="10" type="dt"/>
          </p:nvPr>
        </p:nvSpPr>
        <p:spPr>
          <a:xfrm>
            <a:off x="502920" y="7228332"/>
            <a:ext cx="2313432" cy="3886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8"/>
          <p:cNvSpPr txBox="1"/>
          <p:nvPr>
            <p:ph idx="12" type="sldNum"/>
          </p:nvPr>
        </p:nvSpPr>
        <p:spPr>
          <a:xfrm>
            <a:off x="259079" y="7077995"/>
            <a:ext cx="307340" cy="247015"/>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buNone/>
              <a:defRPr b="0" i="0" sz="1500">
                <a:solidFill>
                  <a:schemeClr val="lt1"/>
                </a:solidFill>
                <a:latin typeface="Trebuchet MS"/>
                <a:ea typeface="Trebuchet MS"/>
                <a:cs typeface="Trebuchet MS"/>
                <a:sym typeface="Trebuchet MS"/>
              </a:defRPr>
            </a:lvl1pPr>
            <a:lvl2pPr indent="0" lvl="1" marL="38100" marR="0" algn="l">
              <a:lnSpc>
                <a:spcPct val="100000"/>
              </a:lnSpc>
              <a:spcBef>
                <a:spcPts val="0"/>
              </a:spcBef>
              <a:buNone/>
              <a:defRPr b="0" i="0" sz="1500">
                <a:solidFill>
                  <a:schemeClr val="lt1"/>
                </a:solidFill>
                <a:latin typeface="Trebuchet MS"/>
                <a:ea typeface="Trebuchet MS"/>
                <a:cs typeface="Trebuchet MS"/>
                <a:sym typeface="Trebuchet MS"/>
              </a:defRPr>
            </a:lvl2pPr>
            <a:lvl3pPr indent="0" lvl="2" marL="38100" marR="0" algn="l">
              <a:lnSpc>
                <a:spcPct val="100000"/>
              </a:lnSpc>
              <a:spcBef>
                <a:spcPts val="0"/>
              </a:spcBef>
              <a:buNone/>
              <a:defRPr b="0" i="0" sz="1500">
                <a:solidFill>
                  <a:schemeClr val="lt1"/>
                </a:solidFill>
                <a:latin typeface="Trebuchet MS"/>
                <a:ea typeface="Trebuchet MS"/>
                <a:cs typeface="Trebuchet MS"/>
                <a:sym typeface="Trebuchet MS"/>
              </a:defRPr>
            </a:lvl3pPr>
            <a:lvl4pPr indent="0" lvl="3" marL="38100" marR="0" algn="l">
              <a:lnSpc>
                <a:spcPct val="100000"/>
              </a:lnSpc>
              <a:spcBef>
                <a:spcPts val="0"/>
              </a:spcBef>
              <a:buNone/>
              <a:defRPr b="0" i="0" sz="1500">
                <a:solidFill>
                  <a:schemeClr val="lt1"/>
                </a:solidFill>
                <a:latin typeface="Trebuchet MS"/>
                <a:ea typeface="Trebuchet MS"/>
                <a:cs typeface="Trebuchet MS"/>
                <a:sym typeface="Trebuchet MS"/>
              </a:defRPr>
            </a:lvl4pPr>
            <a:lvl5pPr indent="0" lvl="4" marL="38100" marR="0" algn="l">
              <a:lnSpc>
                <a:spcPct val="100000"/>
              </a:lnSpc>
              <a:spcBef>
                <a:spcPts val="0"/>
              </a:spcBef>
              <a:buNone/>
              <a:defRPr b="0" i="0" sz="1500">
                <a:solidFill>
                  <a:schemeClr val="lt1"/>
                </a:solidFill>
                <a:latin typeface="Trebuchet MS"/>
                <a:ea typeface="Trebuchet MS"/>
                <a:cs typeface="Trebuchet MS"/>
                <a:sym typeface="Trebuchet MS"/>
              </a:defRPr>
            </a:lvl5pPr>
            <a:lvl6pPr indent="0" lvl="5" marL="38100" marR="0" algn="l">
              <a:lnSpc>
                <a:spcPct val="100000"/>
              </a:lnSpc>
              <a:spcBef>
                <a:spcPts val="0"/>
              </a:spcBef>
              <a:buNone/>
              <a:defRPr b="0" i="0" sz="1500">
                <a:solidFill>
                  <a:schemeClr val="lt1"/>
                </a:solidFill>
                <a:latin typeface="Trebuchet MS"/>
                <a:ea typeface="Trebuchet MS"/>
                <a:cs typeface="Trebuchet MS"/>
                <a:sym typeface="Trebuchet MS"/>
              </a:defRPr>
            </a:lvl6pPr>
            <a:lvl7pPr indent="0" lvl="6" marL="38100" marR="0" algn="l">
              <a:lnSpc>
                <a:spcPct val="100000"/>
              </a:lnSpc>
              <a:spcBef>
                <a:spcPts val="0"/>
              </a:spcBef>
              <a:buNone/>
              <a:defRPr b="0" i="0" sz="1500">
                <a:solidFill>
                  <a:schemeClr val="lt1"/>
                </a:solidFill>
                <a:latin typeface="Trebuchet MS"/>
                <a:ea typeface="Trebuchet MS"/>
                <a:cs typeface="Trebuchet MS"/>
                <a:sym typeface="Trebuchet MS"/>
              </a:defRPr>
            </a:lvl7pPr>
            <a:lvl8pPr indent="0" lvl="7" marL="38100" marR="0" algn="l">
              <a:lnSpc>
                <a:spcPct val="100000"/>
              </a:lnSpc>
              <a:spcBef>
                <a:spcPts val="0"/>
              </a:spcBef>
              <a:buNone/>
              <a:defRPr b="0" i="0" sz="1500">
                <a:solidFill>
                  <a:schemeClr val="lt1"/>
                </a:solidFill>
                <a:latin typeface="Trebuchet MS"/>
                <a:ea typeface="Trebuchet MS"/>
                <a:cs typeface="Trebuchet MS"/>
                <a:sym typeface="Trebuchet MS"/>
              </a:defRPr>
            </a:lvl8pPr>
            <a:lvl9pPr indent="0" lvl="8" marL="38100" marR="0" algn="l">
              <a:lnSpc>
                <a:spcPct val="100000"/>
              </a:lnSpc>
              <a:spcBef>
                <a:spcPts val="0"/>
              </a:spcBef>
              <a:buNone/>
              <a:defRPr b="0" i="0" sz="1500">
                <a:solidFill>
                  <a:schemeClr val="lt1"/>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4" name="Shape 34"/>
        <p:cNvGrpSpPr/>
        <p:nvPr/>
      </p:nvGrpSpPr>
      <p:grpSpPr>
        <a:xfrm>
          <a:off x="0" y="0"/>
          <a:ext cx="0" cy="0"/>
          <a:chOff x="0" y="0"/>
          <a:chExt cx="0" cy="0"/>
        </a:xfrm>
      </p:grpSpPr>
      <p:sp>
        <p:nvSpPr>
          <p:cNvPr id="35" name="Google Shape;35;p89"/>
          <p:cNvSpPr txBox="1"/>
          <p:nvPr>
            <p:ph type="ctrTitle"/>
          </p:nvPr>
        </p:nvSpPr>
        <p:spPr>
          <a:xfrm>
            <a:off x="754380" y="2409444"/>
            <a:ext cx="8549640" cy="16322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89"/>
          <p:cNvSpPr txBox="1"/>
          <p:nvPr>
            <p:ph idx="1" type="subTitle"/>
          </p:nvPr>
        </p:nvSpPr>
        <p:spPr>
          <a:xfrm>
            <a:off x="1508760" y="4352544"/>
            <a:ext cx="7040880" cy="1943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8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rgbClr val="696464"/>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89"/>
          <p:cNvSpPr txBox="1"/>
          <p:nvPr>
            <p:ph idx="10" type="dt"/>
          </p:nvPr>
        </p:nvSpPr>
        <p:spPr>
          <a:xfrm>
            <a:off x="502920" y="7228332"/>
            <a:ext cx="2313432" cy="3886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9"/>
          <p:cNvSpPr txBox="1"/>
          <p:nvPr>
            <p:ph idx="12" type="sldNum"/>
          </p:nvPr>
        </p:nvSpPr>
        <p:spPr>
          <a:xfrm>
            <a:off x="259079" y="7077995"/>
            <a:ext cx="307340" cy="247015"/>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buNone/>
              <a:defRPr b="0" i="0" sz="1500">
                <a:solidFill>
                  <a:schemeClr val="lt1"/>
                </a:solidFill>
                <a:latin typeface="Trebuchet MS"/>
                <a:ea typeface="Trebuchet MS"/>
                <a:cs typeface="Trebuchet MS"/>
                <a:sym typeface="Trebuchet MS"/>
              </a:defRPr>
            </a:lvl1pPr>
            <a:lvl2pPr indent="0" lvl="1" marL="38100" marR="0" algn="l">
              <a:lnSpc>
                <a:spcPct val="100000"/>
              </a:lnSpc>
              <a:spcBef>
                <a:spcPts val="0"/>
              </a:spcBef>
              <a:buNone/>
              <a:defRPr b="0" i="0" sz="1500">
                <a:solidFill>
                  <a:schemeClr val="lt1"/>
                </a:solidFill>
                <a:latin typeface="Trebuchet MS"/>
                <a:ea typeface="Trebuchet MS"/>
                <a:cs typeface="Trebuchet MS"/>
                <a:sym typeface="Trebuchet MS"/>
              </a:defRPr>
            </a:lvl2pPr>
            <a:lvl3pPr indent="0" lvl="2" marL="38100" marR="0" algn="l">
              <a:lnSpc>
                <a:spcPct val="100000"/>
              </a:lnSpc>
              <a:spcBef>
                <a:spcPts val="0"/>
              </a:spcBef>
              <a:buNone/>
              <a:defRPr b="0" i="0" sz="1500">
                <a:solidFill>
                  <a:schemeClr val="lt1"/>
                </a:solidFill>
                <a:latin typeface="Trebuchet MS"/>
                <a:ea typeface="Trebuchet MS"/>
                <a:cs typeface="Trebuchet MS"/>
                <a:sym typeface="Trebuchet MS"/>
              </a:defRPr>
            </a:lvl3pPr>
            <a:lvl4pPr indent="0" lvl="3" marL="38100" marR="0" algn="l">
              <a:lnSpc>
                <a:spcPct val="100000"/>
              </a:lnSpc>
              <a:spcBef>
                <a:spcPts val="0"/>
              </a:spcBef>
              <a:buNone/>
              <a:defRPr b="0" i="0" sz="1500">
                <a:solidFill>
                  <a:schemeClr val="lt1"/>
                </a:solidFill>
                <a:latin typeface="Trebuchet MS"/>
                <a:ea typeface="Trebuchet MS"/>
                <a:cs typeface="Trebuchet MS"/>
                <a:sym typeface="Trebuchet MS"/>
              </a:defRPr>
            </a:lvl4pPr>
            <a:lvl5pPr indent="0" lvl="4" marL="38100" marR="0" algn="l">
              <a:lnSpc>
                <a:spcPct val="100000"/>
              </a:lnSpc>
              <a:spcBef>
                <a:spcPts val="0"/>
              </a:spcBef>
              <a:buNone/>
              <a:defRPr b="0" i="0" sz="1500">
                <a:solidFill>
                  <a:schemeClr val="lt1"/>
                </a:solidFill>
                <a:latin typeface="Trebuchet MS"/>
                <a:ea typeface="Trebuchet MS"/>
                <a:cs typeface="Trebuchet MS"/>
                <a:sym typeface="Trebuchet MS"/>
              </a:defRPr>
            </a:lvl5pPr>
            <a:lvl6pPr indent="0" lvl="5" marL="38100" marR="0" algn="l">
              <a:lnSpc>
                <a:spcPct val="100000"/>
              </a:lnSpc>
              <a:spcBef>
                <a:spcPts val="0"/>
              </a:spcBef>
              <a:buNone/>
              <a:defRPr b="0" i="0" sz="1500">
                <a:solidFill>
                  <a:schemeClr val="lt1"/>
                </a:solidFill>
                <a:latin typeface="Trebuchet MS"/>
                <a:ea typeface="Trebuchet MS"/>
                <a:cs typeface="Trebuchet MS"/>
                <a:sym typeface="Trebuchet MS"/>
              </a:defRPr>
            </a:lvl6pPr>
            <a:lvl7pPr indent="0" lvl="6" marL="38100" marR="0" algn="l">
              <a:lnSpc>
                <a:spcPct val="100000"/>
              </a:lnSpc>
              <a:spcBef>
                <a:spcPts val="0"/>
              </a:spcBef>
              <a:buNone/>
              <a:defRPr b="0" i="0" sz="1500">
                <a:solidFill>
                  <a:schemeClr val="lt1"/>
                </a:solidFill>
                <a:latin typeface="Trebuchet MS"/>
                <a:ea typeface="Trebuchet MS"/>
                <a:cs typeface="Trebuchet MS"/>
                <a:sym typeface="Trebuchet MS"/>
              </a:defRPr>
            </a:lvl7pPr>
            <a:lvl8pPr indent="0" lvl="7" marL="38100" marR="0" algn="l">
              <a:lnSpc>
                <a:spcPct val="100000"/>
              </a:lnSpc>
              <a:spcBef>
                <a:spcPts val="0"/>
              </a:spcBef>
              <a:buNone/>
              <a:defRPr b="0" i="0" sz="1500">
                <a:solidFill>
                  <a:schemeClr val="lt1"/>
                </a:solidFill>
                <a:latin typeface="Trebuchet MS"/>
                <a:ea typeface="Trebuchet MS"/>
                <a:cs typeface="Trebuchet MS"/>
                <a:sym typeface="Trebuchet MS"/>
              </a:defRPr>
            </a:lvl8pPr>
            <a:lvl9pPr indent="0" lvl="8" marL="38100" marR="0" algn="l">
              <a:lnSpc>
                <a:spcPct val="100000"/>
              </a:lnSpc>
              <a:spcBef>
                <a:spcPts val="0"/>
              </a:spcBef>
              <a:buNone/>
              <a:defRPr b="0" i="0" sz="1500">
                <a:solidFill>
                  <a:schemeClr val="lt1"/>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4"/>
          <p:cNvSpPr/>
          <p:nvPr/>
        </p:nvSpPr>
        <p:spPr>
          <a:xfrm>
            <a:off x="70103" y="192023"/>
            <a:ext cx="9915525" cy="7362825"/>
          </a:xfrm>
          <a:custGeom>
            <a:rect b="b" l="l" r="r" t="t"/>
            <a:pathLst>
              <a:path extrusionOk="0" h="7362825" w="9915525">
                <a:moveTo>
                  <a:pt x="0" y="362711"/>
                </a:moveTo>
                <a:lnTo>
                  <a:pt x="3324" y="313316"/>
                </a:lnTo>
                <a:lnTo>
                  <a:pt x="13003" y="265994"/>
                </a:lnTo>
                <a:lnTo>
                  <a:pt x="28598" y="221170"/>
                </a:lnTo>
                <a:lnTo>
                  <a:pt x="49671" y="179267"/>
                </a:lnTo>
                <a:lnTo>
                  <a:pt x="75781" y="140708"/>
                </a:lnTo>
                <a:lnTo>
                  <a:pt x="106489" y="105917"/>
                </a:lnTo>
                <a:lnTo>
                  <a:pt x="141357" y="75318"/>
                </a:lnTo>
                <a:lnTo>
                  <a:pt x="179944" y="49332"/>
                </a:lnTo>
                <a:lnTo>
                  <a:pt x="221813" y="28384"/>
                </a:lnTo>
                <a:lnTo>
                  <a:pt x="266523" y="12897"/>
                </a:lnTo>
                <a:lnTo>
                  <a:pt x="313636" y="3294"/>
                </a:lnTo>
                <a:lnTo>
                  <a:pt x="362712" y="0"/>
                </a:lnTo>
                <a:lnTo>
                  <a:pt x="9552432" y="0"/>
                </a:lnTo>
                <a:lnTo>
                  <a:pt x="9601827" y="3294"/>
                </a:lnTo>
                <a:lnTo>
                  <a:pt x="9649149" y="12897"/>
                </a:lnTo>
                <a:lnTo>
                  <a:pt x="9693973" y="28384"/>
                </a:lnTo>
                <a:lnTo>
                  <a:pt x="9735876" y="49332"/>
                </a:lnTo>
                <a:lnTo>
                  <a:pt x="9774435" y="75318"/>
                </a:lnTo>
                <a:lnTo>
                  <a:pt x="9809226" y="105917"/>
                </a:lnTo>
                <a:lnTo>
                  <a:pt x="9839825" y="140708"/>
                </a:lnTo>
                <a:lnTo>
                  <a:pt x="9865811" y="179267"/>
                </a:lnTo>
                <a:lnTo>
                  <a:pt x="9886759" y="221170"/>
                </a:lnTo>
                <a:lnTo>
                  <a:pt x="9902246" y="265994"/>
                </a:lnTo>
                <a:lnTo>
                  <a:pt x="9911849" y="313316"/>
                </a:lnTo>
                <a:lnTo>
                  <a:pt x="9915144" y="362711"/>
                </a:lnTo>
                <a:lnTo>
                  <a:pt x="9915144" y="6999731"/>
                </a:lnTo>
                <a:lnTo>
                  <a:pt x="9911849" y="7048807"/>
                </a:lnTo>
                <a:lnTo>
                  <a:pt x="9902246" y="7095920"/>
                </a:lnTo>
                <a:lnTo>
                  <a:pt x="9886759" y="7140630"/>
                </a:lnTo>
                <a:lnTo>
                  <a:pt x="9865811" y="7182499"/>
                </a:lnTo>
                <a:lnTo>
                  <a:pt x="9839825" y="7221086"/>
                </a:lnTo>
                <a:lnTo>
                  <a:pt x="9809225" y="7255954"/>
                </a:lnTo>
                <a:lnTo>
                  <a:pt x="9774435" y="7286662"/>
                </a:lnTo>
                <a:lnTo>
                  <a:pt x="9735876" y="7312772"/>
                </a:lnTo>
                <a:lnTo>
                  <a:pt x="9693973" y="7333845"/>
                </a:lnTo>
                <a:lnTo>
                  <a:pt x="9649149" y="7349440"/>
                </a:lnTo>
                <a:lnTo>
                  <a:pt x="9601827" y="7359119"/>
                </a:lnTo>
                <a:lnTo>
                  <a:pt x="9552432" y="7362443"/>
                </a:lnTo>
                <a:lnTo>
                  <a:pt x="362712" y="7362443"/>
                </a:lnTo>
                <a:lnTo>
                  <a:pt x="313636" y="7359119"/>
                </a:lnTo>
                <a:lnTo>
                  <a:pt x="266523" y="7349440"/>
                </a:lnTo>
                <a:lnTo>
                  <a:pt x="221813" y="7333845"/>
                </a:lnTo>
                <a:lnTo>
                  <a:pt x="179944" y="7312772"/>
                </a:lnTo>
                <a:lnTo>
                  <a:pt x="141357" y="7286662"/>
                </a:lnTo>
                <a:lnTo>
                  <a:pt x="106489" y="7255954"/>
                </a:lnTo>
                <a:lnTo>
                  <a:pt x="75781" y="7221086"/>
                </a:lnTo>
                <a:lnTo>
                  <a:pt x="49671" y="7182499"/>
                </a:lnTo>
                <a:lnTo>
                  <a:pt x="28598" y="7140630"/>
                </a:lnTo>
                <a:lnTo>
                  <a:pt x="13003" y="7095920"/>
                </a:lnTo>
                <a:lnTo>
                  <a:pt x="3324" y="7048807"/>
                </a:lnTo>
                <a:lnTo>
                  <a:pt x="0" y="6999731"/>
                </a:lnTo>
                <a:lnTo>
                  <a:pt x="0" y="36271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84"/>
          <p:cNvSpPr txBox="1"/>
          <p:nvPr>
            <p:ph type="title"/>
          </p:nvPr>
        </p:nvSpPr>
        <p:spPr>
          <a:xfrm>
            <a:off x="1076966" y="139689"/>
            <a:ext cx="6087109" cy="69659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400" u="none" cap="none" strike="noStrike">
                <a:solidFill>
                  <a:srgbClr val="00AF50"/>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84"/>
          <p:cNvSpPr txBox="1"/>
          <p:nvPr>
            <p:ph idx="1" type="body"/>
          </p:nvPr>
        </p:nvSpPr>
        <p:spPr>
          <a:xfrm>
            <a:off x="590999" y="1688136"/>
            <a:ext cx="8876400" cy="437070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3050" u="none" cap="none" strike="noStrike">
                <a:solidFill>
                  <a:schemeClr val="dk1"/>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8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500">
                <a:solidFill>
                  <a:srgbClr val="696464"/>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4"/>
          <p:cNvSpPr txBox="1"/>
          <p:nvPr>
            <p:ph idx="10" type="dt"/>
          </p:nvPr>
        </p:nvSpPr>
        <p:spPr>
          <a:xfrm>
            <a:off x="502920" y="7228332"/>
            <a:ext cx="2313432" cy="38862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84"/>
          <p:cNvSpPr txBox="1"/>
          <p:nvPr>
            <p:ph idx="12" type="sldNum"/>
          </p:nvPr>
        </p:nvSpPr>
        <p:spPr>
          <a:xfrm>
            <a:off x="259079" y="7077995"/>
            <a:ext cx="307340" cy="247015"/>
          </a:xfrm>
          <a:prstGeom prst="rect">
            <a:avLst/>
          </a:prstGeom>
          <a:noFill/>
          <a:ln>
            <a:noFill/>
          </a:ln>
        </p:spPr>
        <p:txBody>
          <a:bodyPr anchorCtr="0" anchor="t" bIns="0" lIns="0" spcFirstLastPara="1" rIns="0" wrap="square" tIns="0">
            <a:spAutoFit/>
          </a:bodyPr>
          <a:lstStyle>
            <a:lvl1pPr indent="0" lvl="0"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1pPr>
            <a:lvl2pPr indent="0" lvl="1"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2pPr>
            <a:lvl3pPr indent="0" lvl="2"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3pPr>
            <a:lvl4pPr indent="0" lvl="3"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4pPr>
            <a:lvl5pPr indent="0" lvl="4"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5pPr>
            <a:lvl6pPr indent="0" lvl="5"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6pPr>
            <a:lvl7pPr indent="0" lvl="6"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7pPr>
            <a:lvl8pPr indent="0" lvl="7"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8pPr>
            <a:lvl9pPr indent="0" lvl="8" marL="38100" marR="0" rtl="0" algn="l">
              <a:lnSpc>
                <a:spcPct val="100000"/>
              </a:lnSpc>
              <a:spcBef>
                <a:spcPts val="0"/>
              </a:spcBef>
              <a:buNone/>
              <a:defRPr b="0" i="0" sz="1500" u="none">
                <a:solidFill>
                  <a:schemeClr val="lt1"/>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4.jpg"/><Relationship Id="rId4" Type="http://schemas.openxmlformats.org/officeDocument/2006/relationships/image" Target="../media/image2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7.jpg"/><Relationship Id="rId4" Type="http://schemas.openxmlformats.org/officeDocument/2006/relationships/image" Target="../media/image1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9.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25.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8.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0.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hyperlink" Target="http://siber.cankaya.edu.tr/OperatingSystems/ceng328/node87" TargetMode="External"/><Relationship Id="rId4" Type="http://schemas.openxmlformats.org/officeDocument/2006/relationships/hyperlink" Target="http://www.personal.kent.edu/~rmuhamma/OpSystems/Myos" TargetMode="External"/><Relationship Id="rId5" Type="http://schemas.openxmlformats.org/officeDocument/2006/relationships/hyperlink" Target="http://www.tutorialspoint.com/operating_system/os_processes" TargetMode="External"/><Relationship Id="rId6" Type="http://schemas.openxmlformats.org/officeDocument/2006/relationships/hyperlink" Target="http://wiki.answers.com/Q/Explain_process_control_block" TargetMode="External"/><Relationship Id="rId7" Type="http://schemas.openxmlformats.org/officeDocument/2006/relationships/hyperlink" Target="http://www.gitam.edu/eresource/comp/gvr(os)/4.2.htm" TargetMode="External"/><Relationship Id="rId8" Type="http://schemas.openxmlformats.org/officeDocument/2006/relationships/hyperlink" Target="http://www.sal.ksu.edu/faculty/tim/ossg/Process/p_create.h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2992479" y="901238"/>
            <a:ext cx="4203700" cy="1668780"/>
          </a:xfrm>
          <a:prstGeom prst="rect">
            <a:avLst/>
          </a:prstGeom>
          <a:noFill/>
          <a:ln>
            <a:noFill/>
          </a:ln>
        </p:spPr>
        <p:txBody>
          <a:bodyPr anchorCtr="0" anchor="t" bIns="0" lIns="0" spcFirstLastPara="1" rIns="0" wrap="square" tIns="11425">
            <a:spAutoFit/>
          </a:bodyPr>
          <a:lstStyle/>
          <a:p>
            <a:pPr indent="-1207135" lvl="0" marL="1219200" marR="5080" rtl="0" algn="l">
              <a:lnSpc>
                <a:spcPct val="112000"/>
              </a:lnSpc>
              <a:spcBef>
                <a:spcPts val="0"/>
              </a:spcBef>
              <a:spcAft>
                <a:spcPts val="0"/>
              </a:spcAft>
              <a:buNone/>
            </a:pPr>
            <a:r>
              <a:rPr b="0" lang="en-US" sz="4800">
                <a:solidFill>
                  <a:srgbClr val="0070BF"/>
                </a:solidFill>
                <a:latin typeface="Times New Roman"/>
                <a:ea typeface="Times New Roman"/>
                <a:cs typeface="Times New Roman"/>
                <a:sym typeface="Times New Roman"/>
              </a:rPr>
              <a:t>Operating Systems  CS2006</a:t>
            </a:r>
            <a:endParaRPr sz="4800">
              <a:latin typeface="Times New Roman"/>
              <a:ea typeface="Times New Roman"/>
              <a:cs typeface="Times New Roman"/>
              <a:sym typeface="Times New Roman"/>
            </a:endParaRPr>
          </a:p>
        </p:txBody>
      </p:sp>
      <p:sp>
        <p:nvSpPr>
          <p:cNvPr id="45" name="Google Shape;45;p1"/>
          <p:cNvSpPr txBox="1"/>
          <p:nvPr/>
        </p:nvSpPr>
        <p:spPr>
          <a:xfrm>
            <a:off x="2940769" y="3121431"/>
            <a:ext cx="4305935" cy="2634615"/>
          </a:xfrm>
          <a:prstGeom prst="rect">
            <a:avLst/>
          </a:prstGeom>
          <a:noFill/>
          <a:ln>
            <a:noFill/>
          </a:ln>
        </p:spPr>
        <p:txBody>
          <a:bodyPr anchorCtr="0" anchor="t" bIns="0" lIns="0" spcFirstLastPara="1" rIns="0" wrap="square" tIns="99050">
            <a:spAutoFit/>
          </a:bodyPr>
          <a:lstStyle/>
          <a:p>
            <a:pPr indent="0" lvl="0" marL="0" marR="0" rtl="0" algn="ctr">
              <a:lnSpc>
                <a:spcPct val="100000"/>
              </a:lnSpc>
              <a:spcBef>
                <a:spcPts val="0"/>
              </a:spcBef>
              <a:spcAft>
                <a:spcPts val="0"/>
              </a:spcAft>
              <a:buNone/>
            </a:pPr>
            <a:r>
              <a:rPr lang="en-US" sz="3500">
                <a:solidFill>
                  <a:schemeClr val="dk1"/>
                </a:solidFill>
                <a:latin typeface="Times New Roman"/>
                <a:ea typeface="Times New Roman"/>
                <a:cs typeface="Times New Roman"/>
                <a:sym typeface="Times New Roman"/>
              </a:rPr>
              <a:t>Chapter: 3</a:t>
            </a:r>
            <a:endParaRPr sz="3500">
              <a:solidFill>
                <a:schemeClr val="dk1"/>
              </a:solidFill>
              <a:latin typeface="Times New Roman"/>
              <a:ea typeface="Times New Roman"/>
              <a:cs typeface="Times New Roman"/>
              <a:sym typeface="Times New Roman"/>
            </a:endParaRPr>
          </a:p>
          <a:p>
            <a:pPr indent="0" lvl="0" marL="1270" marR="0" rtl="0" algn="ctr">
              <a:lnSpc>
                <a:spcPct val="100000"/>
              </a:lnSpc>
              <a:spcBef>
                <a:spcPts val="685"/>
              </a:spcBef>
              <a:spcAft>
                <a:spcPts val="0"/>
              </a:spcAft>
              <a:buNone/>
            </a:pPr>
            <a:r>
              <a:rPr b="1" lang="en-US" sz="3500">
                <a:solidFill>
                  <a:srgbClr val="FF0000"/>
                </a:solidFill>
                <a:latin typeface="Times New Roman"/>
                <a:ea typeface="Times New Roman"/>
                <a:cs typeface="Times New Roman"/>
                <a:sym typeface="Times New Roman"/>
              </a:rPr>
              <a:t>Process Management</a:t>
            </a:r>
            <a:endParaRPr b="1" sz="3500">
              <a:solidFill>
                <a:srgbClr val="FF0000"/>
              </a:solidFill>
              <a:latin typeface="Times New Roman"/>
              <a:ea typeface="Times New Roman"/>
              <a:cs typeface="Times New Roman"/>
              <a:sym typeface="Times New Roman"/>
            </a:endParaRPr>
          </a:p>
          <a:p>
            <a:pPr indent="0" lvl="0" marL="1270" marR="0" rtl="0" algn="ctr">
              <a:lnSpc>
                <a:spcPct val="100000"/>
              </a:lnSpc>
              <a:spcBef>
                <a:spcPts val="685"/>
              </a:spcBef>
              <a:spcAft>
                <a:spcPts val="0"/>
              </a:spcAft>
              <a:buNone/>
            </a:pPr>
            <a:r>
              <a:rPr b="1" lang="en-US" sz="3500">
                <a:solidFill>
                  <a:srgbClr val="FF0000"/>
                </a:solidFill>
                <a:latin typeface="Times New Roman"/>
                <a:ea typeface="Times New Roman"/>
                <a:cs typeface="Times New Roman"/>
                <a:sym typeface="Times New Roman"/>
              </a:rPr>
              <a:t>Part 1</a:t>
            </a:r>
            <a:endParaRPr sz="3500">
              <a:solidFill>
                <a:schemeClr val="dk1"/>
              </a:solidFill>
              <a:latin typeface="Times New Roman"/>
              <a:ea typeface="Times New Roman"/>
              <a:cs typeface="Times New Roman"/>
              <a:sym typeface="Times New Roman"/>
            </a:endParaRPr>
          </a:p>
          <a:p>
            <a:pPr indent="0" lvl="0" marL="0" marR="0" rtl="0" algn="l">
              <a:lnSpc>
                <a:spcPct val="100000"/>
              </a:lnSpc>
              <a:spcBef>
                <a:spcPts val="45"/>
              </a:spcBef>
              <a:spcAft>
                <a:spcPts val="0"/>
              </a:spcAft>
              <a:buNone/>
            </a:pPr>
            <a:r>
              <a:t/>
            </a:r>
            <a:endParaRPr sz="4800">
              <a:solidFill>
                <a:schemeClr val="dk1"/>
              </a:solidFill>
              <a:latin typeface="Times New Roman"/>
              <a:ea typeface="Times New Roman"/>
              <a:cs typeface="Times New Roman"/>
              <a:sym typeface="Times New Roman"/>
            </a:endParaRPr>
          </a:p>
        </p:txBody>
      </p:sp>
      <p:sp>
        <p:nvSpPr>
          <p:cNvPr id="46" name="Google Shape;46;p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48" name="Google Shape;48;p1"/>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1093625" y="872687"/>
            <a:ext cx="1878964"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a:t>
            </a:r>
            <a:endParaRPr/>
          </a:p>
        </p:txBody>
      </p:sp>
      <p:sp>
        <p:nvSpPr>
          <p:cNvPr id="54" name="Google Shape;54;p2"/>
          <p:cNvSpPr txBox="1"/>
          <p:nvPr/>
        </p:nvSpPr>
        <p:spPr>
          <a:xfrm>
            <a:off x="1093655" y="1688136"/>
            <a:ext cx="8373109" cy="2538730"/>
          </a:xfrm>
          <a:prstGeom prst="rect">
            <a:avLst/>
          </a:prstGeom>
          <a:noFill/>
          <a:ln>
            <a:noFill/>
          </a:ln>
        </p:spPr>
        <p:txBody>
          <a:bodyPr anchorCtr="0" anchor="t" bIns="0" lIns="0" spcFirstLastPara="1" rIns="0" wrap="square" tIns="12050">
            <a:spAutoFit/>
          </a:bodyPr>
          <a:lstStyle/>
          <a:p>
            <a:pPr indent="-300355" lvl="0" marL="312420" marR="5080" rtl="0" algn="l">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	computer	program	in	execution	on	a	machine	is	a  process</a:t>
            </a:r>
            <a:endParaRPr sz="3050">
              <a:solidFill>
                <a:schemeClr val="dk1"/>
              </a:solidFill>
              <a:latin typeface="Times New Roman"/>
              <a:ea typeface="Times New Roman"/>
              <a:cs typeface="Times New Roman"/>
              <a:sym typeface="Times New Roman"/>
            </a:endParaRPr>
          </a:p>
          <a:p>
            <a:pPr indent="0" lvl="0" marL="0" marR="0" rtl="0" algn="l">
              <a:lnSpc>
                <a:spcPct val="100000"/>
              </a:lnSpc>
              <a:spcBef>
                <a:spcPts val="50"/>
              </a:spcBef>
              <a:spcAft>
                <a:spcPts val="0"/>
              </a:spcAft>
              <a:buClr>
                <a:srgbClr val="D34816"/>
              </a:buClr>
              <a:buSzPts val="4350"/>
              <a:buFont typeface="Arimo"/>
              <a:buNone/>
            </a:pPr>
            <a:r>
              <a:t/>
            </a:r>
            <a:endParaRPr sz="4350">
              <a:solidFill>
                <a:schemeClr val="dk1"/>
              </a:solidFill>
              <a:latin typeface="Times New Roman"/>
              <a:ea typeface="Times New Roman"/>
              <a:cs typeface="Times New Roman"/>
              <a:sym typeface="Times New Roman"/>
            </a:endParaRPr>
          </a:p>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More formally:</a:t>
            </a:r>
            <a:endParaRPr sz="3050">
              <a:solidFill>
                <a:schemeClr val="dk1"/>
              </a:solidFill>
              <a:latin typeface="Times New Roman"/>
              <a:ea typeface="Times New Roman"/>
              <a:cs typeface="Times New Roman"/>
              <a:sym typeface="Times New Roman"/>
            </a:endParaRPr>
          </a:p>
          <a:p>
            <a:pPr indent="0" lvl="0" marL="515619" marR="0" rtl="0" algn="l">
              <a:lnSpc>
                <a:spcPct val="100000"/>
              </a:lnSpc>
              <a:spcBef>
                <a:spcPts val="510"/>
              </a:spcBef>
              <a:spcAft>
                <a:spcPts val="0"/>
              </a:spcAft>
              <a:buNone/>
            </a:pPr>
            <a:r>
              <a:rPr lang="en-US" sz="2250">
                <a:solidFill>
                  <a:srgbClr val="9A2D1F"/>
                </a:solidFill>
                <a:latin typeface="Arimo"/>
                <a:ea typeface="Arimo"/>
                <a:cs typeface="Arimo"/>
                <a:sym typeface="Arimo"/>
              </a:rPr>
              <a:t></a:t>
            </a:r>
            <a:r>
              <a:rPr lang="en-US" sz="2250">
                <a:solidFill>
                  <a:srgbClr val="9A2D1F"/>
                </a:solidFill>
                <a:latin typeface="Times New Roman"/>
                <a:ea typeface="Times New Roman"/>
                <a:cs typeface="Times New Roman"/>
                <a:sym typeface="Times New Roman"/>
              </a:rPr>
              <a:t>	</a:t>
            </a:r>
            <a:r>
              <a:rPr lang="en-US" sz="2650">
                <a:solidFill>
                  <a:schemeClr val="dk1"/>
                </a:solidFill>
                <a:latin typeface="Times New Roman"/>
                <a:ea typeface="Times New Roman"/>
                <a:cs typeface="Times New Roman"/>
                <a:sym typeface="Times New Roman"/>
              </a:rPr>
              <a:t>A Sequential stream of Execution in its own address space</a:t>
            </a:r>
            <a:endParaRPr sz="2650">
              <a:solidFill>
                <a:schemeClr val="dk1"/>
              </a:solidFill>
              <a:latin typeface="Times New Roman"/>
              <a:ea typeface="Times New Roman"/>
              <a:cs typeface="Times New Roman"/>
              <a:sym typeface="Times New Roman"/>
            </a:endParaRPr>
          </a:p>
        </p:txBody>
      </p:sp>
      <p:sp>
        <p:nvSpPr>
          <p:cNvPr id="55" name="Google Shape;55;p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57" name="Google Shape;57;p2"/>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1093625" y="709647"/>
            <a:ext cx="551815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Address Space</a:t>
            </a:r>
            <a:endParaRPr/>
          </a:p>
        </p:txBody>
      </p:sp>
      <p:sp>
        <p:nvSpPr>
          <p:cNvPr id="63" name="Google Shape;63;p3"/>
          <p:cNvSpPr txBox="1"/>
          <p:nvPr>
            <p:ph idx="1" type="body"/>
          </p:nvPr>
        </p:nvSpPr>
        <p:spPr>
          <a:xfrm>
            <a:off x="590999" y="1688136"/>
            <a:ext cx="8876400" cy="4370705"/>
          </a:xfrm>
          <a:prstGeom prst="rect">
            <a:avLst/>
          </a:prstGeom>
          <a:noFill/>
          <a:ln>
            <a:noFill/>
          </a:ln>
        </p:spPr>
        <p:txBody>
          <a:bodyPr anchorCtr="0" anchor="t" bIns="0" lIns="0" spcFirstLastPara="1" rIns="0" wrap="square" tIns="66675">
            <a:spAutoFit/>
          </a:bodyPr>
          <a:lstStyle/>
          <a:p>
            <a:pPr indent="-300355" lvl="0" marL="814705" marR="5080" rtl="0" algn="l">
              <a:lnSpc>
                <a:spcPct val="110666"/>
              </a:lnSpc>
              <a:spcBef>
                <a:spcPts val="0"/>
              </a:spcBef>
              <a:spcAft>
                <a:spcPts val="0"/>
              </a:spcAft>
              <a:buClr>
                <a:srgbClr val="D34816"/>
              </a:buClr>
              <a:buSzPts val="2550"/>
              <a:buFont typeface="Arimo"/>
              <a:buChar char=""/>
            </a:pPr>
            <a:r>
              <a:rPr lang="en-US"/>
              <a:t>A list of memory locations from some min (usually 0) to  some max that a process can read and write.</a:t>
            </a:r>
            <a:endParaRPr/>
          </a:p>
          <a:p>
            <a:pPr indent="0" lvl="0" marL="502285" rtl="0" algn="l">
              <a:lnSpc>
                <a:spcPct val="100000"/>
              </a:lnSpc>
              <a:spcBef>
                <a:spcPts val="15"/>
              </a:spcBef>
              <a:spcAft>
                <a:spcPts val="0"/>
              </a:spcAft>
              <a:buClr>
                <a:srgbClr val="D34816"/>
              </a:buClr>
              <a:buSzPts val="3700"/>
              <a:buFont typeface="Arimo"/>
              <a:buNone/>
            </a:pPr>
            <a:r>
              <a:t/>
            </a:r>
            <a:endParaRPr sz="3700"/>
          </a:p>
          <a:p>
            <a:pPr indent="-300355" lvl="0" marL="814705" rtl="0" algn="l">
              <a:lnSpc>
                <a:spcPct val="100000"/>
              </a:lnSpc>
              <a:spcBef>
                <a:spcPts val="0"/>
              </a:spcBef>
              <a:spcAft>
                <a:spcPts val="0"/>
              </a:spcAft>
              <a:buClr>
                <a:srgbClr val="D34816"/>
              </a:buClr>
              <a:buSzPts val="2550"/>
              <a:buFont typeface="Arimo"/>
              <a:buChar char=""/>
            </a:pPr>
            <a:r>
              <a:rPr lang="en-US"/>
              <a:t>Contains</a:t>
            </a:r>
            <a:endParaRPr/>
          </a:p>
          <a:p>
            <a:pPr indent="-314325" lvl="1" marL="1331595" rtl="0" algn="l">
              <a:lnSpc>
                <a:spcPct val="100000"/>
              </a:lnSpc>
              <a:spcBef>
                <a:spcPts val="175"/>
              </a:spcBef>
              <a:spcAft>
                <a:spcPts val="0"/>
              </a:spcAft>
              <a:buClr>
                <a:srgbClr val="9A2D1F"/>
              </a:buClr>
              <a:buSzPts val="2253"/>
              <a:buFont typeface="Arimo"/>
              <a:buChar char=""/>
            </a:pPr>
            <a:r>
              <a:rPr lang="en-US" sz="2650">
                <a:latin typeface="Times New Roman"/>
                <a:ea typeface="Times New Roman"/>
                <a:cs typeface="Times New Roman"/>
                <a:sym typeface="Times New Roman"/>
              </a:rPr>
              <a:t>the executable program</a:t>
            </a:r>
            <a:endParaRPr sz="2650">
              <a:latin typeface="Times New Roman"/>
              <a:ea typeface="Times New Roman"/>
              <a:cs typeface="Times New Roman"/>
              <a:sym typeface="Times New Roman"/>
            </a:endParaRPr>
          </a:p>
          <a:p>
            <a:pPr indent="-314325" lvl="1" marL="1331595" rtl="0" algn="l">
              <a:lnSpc>
                <a:spcPct val="100000"/>
              </a:lnSpc>
              <a:spcBef>
                <a:spcPts val="105"/>
              </a:spcBef>
              <a:spcAft>
                <a:spcPts val="0"/>
              </a:spcAft>
              <a:buClr>
                <a:srgbClr val="9A2D1F"/>
              </a:buClr>
              <a:buSzPts val="2253"/>
              <a:buFont typeface="Arimo"/>
              <a:buChar char=""/>
            </a:pPr>
            <a:r>
              <a:rPr lang="en-US" sz="2650">
                <a:latin typeface="Times New Roman"/>
                <a:ea typeface="Times New Roman"/>
                <a:cs typeface="Times New Roman"/>
                <a:sym typeface="Times New Roman"/>
              </a:rPr>
              <a:t>program’s data</a:t>
            </a:r>
            <a:endParaRPr sz="2650">
              <a:latin typeface="Times New Roman"/>
              <a:ea typeface="Times New Roman"/>
              <a:cs typeface="Times New Roman"/>
              <a:sym typeface="Times New Roman"/>
            </a:endParaRPr>
          </a:p>
          <a:p>
            <a:pPr indent="-314325" lvl="1" marL="1331595" rtl="0" algn="l">
              <a:lnSpc>
                <a:spcPct val="100000"/>
              </a:lnSpc>
              <a:spcBef>
                <a:spcPts val="110"/>
              </a:spcBef>
              <a:spcAft>
                <a:spcPts val="0"/>
              </a:spcAft>
              <a:buClr>
                <a:srgbClr val="9A2D1F"/>
              </a:buClr>
              <a:buSzPts val="2253"/>
              <a:buFont typeface="Arimo"/>
              <a:buChar char=""/>
            </a:pPr>
            <a:r>
              <a:rPr lang="en-US" sz="2650">
                <a:latin typeface="Times New Roman"/>
                <a:ea typeface="Times New Roman"/>
                <a:cs typeface="Times New Roman"/>
                <a:sym typeface="Times New Roman"/>
              </a:rPr>
              <a:t>Stack</a:t>
            </a:r>
            <a:endParaRPr sz="2650">
              <a:latin typeface="Times New Roman"/>
              <a:ea typeface="Times New Roman"/>
              <a:cs typeface="Times New Roman"/>
              <a:sym typeface="Times New Roman"/>
            </a:endParaRPr>
          </a:p>
          <a:p>
            <a:pPr indent="-314325" lvl="1" marL="1331595" marR="6350" rtl="0" algn="l">
              <a:lnSpc>
                <a:spcPct val="107924"/>
              </a:lnSpc>
              <a:spcBef>
                <a:spcPts val="470"/>
              </a:spcBef>
              <a:spcAft>
                <a:spcPts val="0"/>
              </a:spcAft>
              <a:buClr>
                <a:srgbClr val="9A2D1F"/>
              </a:buClr>
              <a:buSzPts val="2253"/>
              <a:buFont typeface="Arimo"/>
              <a:buChar char=""/>
            </a:pPr>
            <a:r>
              <a:rPr lang="en-US" sz="2650">
                <a:latin typeface="Times New Roman"/>
                <a:ea typeface="Times New Roman"/>
                <a:cs typeface="Times New Roman"/>
                <a:sym typeface="Times New Roman"/>
              </a:rPr>
              <a:t>Associated with a process is a set of registers e.g. PC, SP and  other information to run the program</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
        <p:nvSpPr>
          <p:cNvPr id="64" name="Google Shape;64;p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6" name="Google Shape;66;p3"/>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1093625" y="551249"/>
            <a:ext cx="475996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 Program</a:t>
            </a:r>
            <a:endParaRPr/>
          </a:p>
        </p:txBody>
      </p:sp>
      <p:sp>
        <p:nvSpPr>
          <p:cNvPr id="72" name="Google Shape;72;p4"/>
          <p:cNvSpPr/>
          <p:nvPr/>
        </p:nvSpPr>
        <p:spPr>
          <a:xfrm>
            <a:off x="862221" y="1672474"/>
            <a:ext cx="3395036" cy="486571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4"/>
          <p:cNvSpPr txBox="1"/>
          <p:nvPr/>
        </p:nvSpPr>
        <p:spPr>
          <a:xfrm>
            <a:off x="5514858" y="1688136"/>
            <a:ext cx="3261995" cy="2372995"/>
          </a:xfrm>
          <a:prstGeom prst="rect">
            <a:avLst/>
          </a:prstGeom>
          <a:noFill/>
          <a:ln>
            <a:noFill/>
          </a:ln>
        </p:spPr>
        <p:txBody>
          <a:bodyPr anchorCtr="0" anchor="t" bIns="0" lIns="0" spcFirstLastPara="1" rIns="0" wrap="square" tIns="12050">
            <a:spAutoFit/>
          </a:bodyPr>
          <a:lstStyle/>
          <a:p>
            <a:pPr indent="-300355" lvl="0" marL="312420" marR="5080" rtl="0" algn="l">
              <a:lnSpc>
                <a:spcPct val="101000"/>
              </a:lnSpc>
              <a:spcBef>
                <a:spcPts val="0"/>
              </a:spcBef>
              <a:spcAft>
                <a:spcPts val="0"/>
              </a:spcAft>
              <a:buNone/>
            </a:pPr>
            <a:r>
              <a:rPr lang="en-US" sz="2600">
                <a:solidFill>
                  <a:srgbClr val="D34816"/>
                </a:solidFill>
                <a:latin typeface="Arimo"/>
                <a:ea typeface="Arimo"/>
                <a:cs typeface="Arimo"/>
                <a:sym typeface="Arimo"/>
              </a:rPr>
              <a:t></a:t>
            </a:r>
            <a:r>
              <a:rPr lang="en-US" sz="2600">
                <a:solidFill>
                  <a:srgbClr val="D34816"/>
                </a:solidFill>
                <a:latin typeface="Times New Roman"/>
                <a:ea typeface="Times New Roman"/>
                <a:cs typeface="Times New Roman"/>
                <a:sym typeface="Times New Roman"/>
              </a:rPr>
              <a:t> </a:t>
            </a:r>
            <a:r>
              <a:rPr lang="en-US" sz="3050">
                <a:solidFill>
                  <a:schemeClr val="dk1"/>
                </a:solidFill>
                <a:latin typeface="Times New Roman"/>
                <a:ea typeface="Times New Roman"/>
                <a:cs typeface="Times New Roman"/>
                <a:sym typeface="Times New Roman"/>
              </a:rPr>
              <a:t>Program: series of  commands (e.g. C  statements, assembly  commands, shell  commands)</a:t>
            </a:r>
            <a:endParaRPr sz="3050">
              <a:solidFill>
                <a:schemeClr val="dk1"/>
              </a:solidFill>
              <a:latin typeface="Times New Roman"/>
              <a:ea typeface="Times New Roman"/>
              <a:cs typeface="Times New Roman"/>
              <a:sym typeface="Times New Roman"/>
            </a:endParaRPr>
          </a:p>
        </p:txBody>
      </p:sp>
      <p:sp>
        <p:nvSpPr>
          <p:cNvPr id="74" name="Google Shape;74;p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6" name="Google Shape;76;p4"/>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title"/>
          </p:nvPr>
        </p:nvSpPr>
        <p:spPr>
          <a:xfrm>
            <a:off x="1093625" y="551249"/>
            <a:ext cx="1878964"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a:t>
            </a:r>
            <a:endParaRPr/>
          </a:p>
        </p:txBody>
      </p:sp>
      <p:sp>
        <p:nvSpPr>
          <p:cNvPr id="82" name="Google Shape;82;p5"/>
          <p:cNvSpPr txBox="1"/>
          <p:nvPr/>
        </p:nvSpPr>
        <p:spPr>
          <a:xfrm>
            <a:off x="1093655" y="1612312"/>
            <a:ext cx="4821555" cy="3787775"/>
          </a:xfrm>
          <a:prstGeom prst="rect">
            <a:avLst/>
          </a:prstGeom>
          <a:noFill/>
          <a:ln>
            <a:noFill/>
          </a:ln>
        </p:spPr>
        <p:txBody>
          <a:bodyPr anchorCtr="0" anchor="t" bIns="0" lIns="0" spcFirstLastPara="1" rIns="0" wrap="square" tIns="92700">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 process consists of</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50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Code (text) section</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Data section</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Stack</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Heap</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CPU State (program counter, etc.)</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Environment</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Process control block (PCB)</a:t>
            </a:r>
            <a:endParaRPr b="0" i="0" sz="2650" u="none" cap="none" strike="noStrike">
              <a:solidFill>
                <a:schemeClr val="dk1"/>
              </a:solidFill>
              <a:latin typeface="Times New Roman"/>
              <a:ea typeface="Times New Roman"/>
              <a:cs typeface="Times New Roman"/>
              <a:sym typeface="Times New Roman"/>
            </a:endParaRPr>
          </a:p>
        </p:txBody>
      </p:sp>
      <p:sp>
        <p:nvSpPr>
          <p:cNvPr id="83" name="Google Shape;83;p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85" name="Google Shape;85;p5"/>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6"/>
          <p:cNvSpPr/>
          <p:nvPr/>
        </p:nvSpPr>
        <p:spPr>
          <a:xfrm>
            <a:off x="2653283" y="295656"/>
            <a:ext cx="4198620" cy="662194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3" name="Google Shape;93;p6"/>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1093625" y="872687"/>
            <a:ext cx="238633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CPU State</a:t>
            </a:r>
            <a:endParaRPr/>
          </a:p>
        </p:txBody>
      </p:sp>
      <p:sp>
        <p:nvSpPr>
          <p:cNvPr id="99" name="Google Shape;99;p7"/>
          <p:cNvSpPr txBox="1"/>
          <p:nvPr/>
        </p:nvSpPr>
        <p:spPr>
          <a:xfrm>
            <a:off x="1093655" y="1612312"/>
            <a:ext cx="5850890" cy="2870835"/>
          </a:xfrm>
          <a:prstGeom prst="rect">
            <a:avLst/>
          </a:prstGeom>
          <a:noFill/>
          <a:ln>
            <a:noFill/>
          </a:ln>
        </p:spPr>
        <p:txBody>
          <a:bodyPr anchorCtr="0" anchor="t" bIns="0" lIns="0" spcFirstLastPara="1" rIns="0" wrap="square" tIns="92700">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CPU registers contain the current state</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50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Program Status Word (PSW): includes bits</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Instruction Register (IR):</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Program Counter (PC):</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Stack Pointer (SP):</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General purpose registers:</a:t>
            </a:r>
            <a:endParaRPr b="0" i="0" sz="2650" u="none" cap="none" strike="noStrike">
              <a:solidFill>
                <a:schemeClr val="dk1"/>
              </a:solidFill>
              <a:latin typeface="Times New Roman"/>
              <a:ea typeface="Times New Roman"/>
              <a:cs typeface="Times New Roman"/>
              <a:sym typeface="Times New Roman"/>
            </a:endParaRPr>
          </a:p>
        </p:txBody>
      </p:sp>
      <p:sp>
        <p:nvSpPr>
          <p:cNvPr id="100" name="Google Shape;100;p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2" name="Google Shape;102;p7"/>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1093625" y="872687"/>
            <a:ext cx="420052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Memory Contents</a:t>
            </a:r>
            <a:endParaRPr/>
          </a:p>
        </p:txBody>
      </p:sp>
      <p:sp>
        <p:nvSpPr>
          <p:cNvPr id="108" name="Google Shape;108;p8"/>
          <p:cNvSpPr txBox="1"/>
          <p:nvPr>
            <p:ph idx="1" type="body"/>
          </p:nvPr>
        </p:nvSpPr>
        <p:spPr>
          <a:xfrm>
            <a:off x="590999" y="1688136"/>
            <a:ext cx="8876400" cy="4370705"/>
          </a:xfrm>
          <a:prstGeom prst="rect">
            <a:avLst/>
          </a:prstGeom>
          <a:noFill/>
          <a:ln>
            <a:noFill/>
          </a:ln>
        </p:spPr>
        <p:txBody>
          <a:bodyPr anchorCtr="0" anchor="t" bIns="0" lIns="0" spcFirstLastPara="1" rIns="0" wrap="square" tIns="12050">
            <a:spAutoFit/>
          </a:bodyPr>
          <a:lstStyle/>
          <a:p>
            <a:pPr indent="-300355" lvl="0" marL="814705" marR="5080" rtl="0" algn="l">
              <a:lnSpc>
                <a:spcPct val="101000"/>
              </a:lnSpc>
              <a:spcBef>
                <a:spcPts val="0"/>
              </a:spcBef>
              <a:spcAft>
                <a:spcPts val="0"/>
              </a:spcAft>
              <a:buClr>
                <a:srgbClr val="D34816"/>
              </a:buClr>
              <a:buSzPts val="2550"/>
              <a:buFont typeface="Arimo"/>
              <a:buChar char=""/>
            </a:pPr>
            <a:r>
              <a:rPr lang="en-US"/>
              <a:t>Only a small part of an application’s data can be stored in  registers.The rest is in memory.</a:t>
            </a:r>
            <a:endParaRPr/>
          </a:p>
          <a:p>
            <a:pPr indent="-300355" lvl="0" marL="814705" rtl="0" algn="l">
              <a:lnSpc>
                <a:spcPct val="100000"/>
              </a:lnSpc>
              <a:spcBef>
                <a:spcPts val="695"/>
              </a:spcBef>
              <a:spcAft>
                <a:spcPts val="0"/>
              </a:spcAft>
              <a:buClr>
                <a:srgbClr val="D34816"/>
              </a:buClr>
              <a:buSzPts val="2550"/>
              <a:buFont typeface="Arimo"/>
              <a:buChar char=""/>
            </a:pPr>
            <a:r>
              <a:rPr lang="en-US"/>
              <a:t>Typically divided into a few segments:</a:t>
            </a:r>
            <a:endParaRPr/>
          </a:p>
          <a:p>
            <a:pPr indent="-252095" lvl="1" marL="1118235" rtl="0" algn="l">
              <a:lnSpc>
                <a:spcPct val="100000"/>
              </a:lnSpc>
              <a:spcBef>
                <a:spcPts val="510"/>
              </a:spcBef>
              <a:spcAft>
                <a:spcPts val="0"/>
              </a:spcAft>
              <a:buClr>
                <a:srgbClr val="9A2D1F"/>
              </a:buClr>
              <a:buSzPts val="2253"/>
              <a:buFont typeface="Arimo"/>
              <a:buChar char=""/>
            </a:pPr>
            <a:r>
              <a:rPr lang="en-US" sz="2650">
                <a:latin typeface="Times New Roman"/>
                <a:ea typeface="Times New Roman"/>
                <a:cs typeface="Times New Roman"/>
                <a:sym typeface="Times New Roman"/>
              </a:rPr>
              <a:t>Text/application code</a:t>
            </a:r>
            <a:endParaRPr sz="2650">
              <a:latin typeface="Times New Roman"/>
              <a:ea typeface="Times New Roman"/>
              <a:cs typeface="Times New Roman"/>
              <a:sym typeface="Times New Roman"/>
            </a:endParaRPr>
          </a:p>
          <a:p>
            <a:pPr indent="-252095" lvl="1" marL="1118235" rtl="0" algn="l">
              <a:lnSpc>
                <a:spcPct val="100000"/>
              </a:lnSpc>
              <a:spcBef>
                <a:spcPts val="420"/>
              </a:spcBef>
              <a:spcAft>
                <a:spcPts val="0"/>
              </a:spcAft>
              <a:buClr>
                <a:srgbClr val="9A2D1F"/>
              </a:buClr>
              <a:buSzPts val="2253"/>
              <a:buFont typeface="Arimo"/>
              <a:buChar char=""/>
            </a:pPr>
            <a:r>
              <a:rPr lang="en-US" sz="2650">
                <a:latin typeface="Times New Roman"/>
                <a:ea typeface="Times New Roman"/>
                <a:cs typeface="Times New Roman"/>
                <a:sym typeface="Times New Roman"/>
              </a:rPr>
              <a:t>Data</a:t>
            </a:r>
            <a:endParaRPr sz="2650">
              <a:latin typeface="Times New Roman"/>
              <a:ea typeface="Times New Roman"/>
              <a:cs typeface="Times New Roman"/>
              <a:sym typeface="Times New Roman"/>
            </a:endParaRPr>
          </a:p>
          <a:p>
            <a:pPr indent="-252095" lvl="1" marL="1118235" rtl="0" algn="l">
              <a:lnSpc>
                <a:spcPct val="100000"/>
              </a:lnSpc>
              <a:spcBef>
                <a:spcPts val="430"/>
              </a:spcBef>
              <a:spcAft>
                <a:spcPts val="0"/>
              </a:spcAft>
              <a:buClr>
                <a:srgbClr val="9A2D1F"/>
              </a:buClr>
              <a:buSzPts val="2253"/>
              <a:buFont typeface="Arimo"/>
              <a:buChar char=""/>
            </a:pPr>
            <a:r>
              <a:rPr lang="en-US" sz="2650">
                <a:latin typeface="Times New Roman"/>
                <a:ea typeface="Times New Roman"/>
                <a:cs typeface="Times New Roman"/>
                <a:sym typeface="Times New Roman"/>
              </a:rPr>
              <a:t>Heap</a:t>
            </a:r>
            <a:endParaRPr sz="2650">
              <a:latin typeface="Times New Roman"/>
              <a:ea typeface="Times New Roman"/>
              <a:cs typeface="Times New Roman"/>
              <a:sym typeface="Times New Roman"/>
            </a:endParaRPr>
          </a:p>
          <a:p>
            <a:pPr indent="-252095" lvl="1" marL="1118235" rtl="0" algn="l">
              <a:lnSpc>
                <a:spcPct val="100000"/>
              </a:lnSpc>
              <a:spcBef>
                <a:spcPts val="435"/>
              </a:spcBef>
              <a:spcAft>
                <a:spcPts val="0"/>
              </a:spcAft>
              <a:buClr>
                <a:srgbClr val="9A2D1F"/>
              </a:buClr>
              <a:buSzPts val="2253"/>
              <a:buFont typeface="Arimo"/>
              <a:buChar char=""/>
            </a:pPr>
            <a:r>
              <a:rPr lang="en-US" sz="2650">
                <a:latin typeface="Times New Roman"/>
                <a:ea typeface="Times New Roman"/>
                <a:cs typeface="Times New Roman"/>
                <a:sym typeface="Times New Roman"/>
              </a:rPr>
              <a:t>Stack</a:t>
            </a:r>
            <a:endParaRPr sz="2650">
              <a:latin typeface="Times New Roman"/>
              <a:ea typeface="Times New Roman"/>
              <a:cs typeface="Times New Roman"/>
              <a:sym typeface="Times New Roman"/>
            </a:endParaRPr>
          </a:p>
          <a:p>
            <a:pPr indent="-300355" lvl="0" marL="814705" rtl="0" algn="l">
              <a:lnSpc>
                <a:spcPct val="100000"/>
              </a:lnSpc>
              <a:spcBef>
                <a:spcPts val="620"/>
              </a:spcBef>
              <a:spcAft>
                <a:spcPts val="0"/>
              </a:spcAft>
              <a:buClr>
                <a:srgbClr val="D34816"/>
              </a:buClr>
              <a:buSzPts val="2550"/>
              <a:buFont typeface="Arimo"/>
              <a:buChar char=""/>
            </a:pPr>
            <a:r>
              <a:rPr lang="en-US"/>
              <a:t>All the addressable memory together is called?</a:t>
            </a:r>
            <a:endParaRPr/>
          </a:p>
          <a:p>
            <a:pPr indent="-252095" lvl="1" marL="1118235" rtl="0" algn="l">
              <a:lnSpc>
                <a:spcPct val="100000"/>
              </a:lnSpc>
              <a:spcBef>
                <a:spcPts val="495"/>
              </a:spcBef>
              <a:spcAft>
                <a:spcPts val="0"/>
              </a:spcAft>
              <a:buClr>
                <a:srgbClr val="9A2D1F"/>
              </a:buClr>
              <a:buSzPts val="2253"/>
              <a:buFont typeface="Arimo"/>
              <a:buChar char=""/>
            </a:pPr>
            <a:r>
              <a:rPr lang="en-US" sz="2650">
                <a:latin typeface="Times New Roman"/>
                <a:ea typeface="Times New Roman"/>
                <a:cs typeface="Times New Roman"/>
                <a:sym typeface="Times New Roman"/>
              </a:rPr>
              <a:t>The process's address space.</a:t>
            </a:r>
            <a:endParaRPr sz="2650">
              <a:latin typeface="Times New Roman"/>
              <a:ea typeface="Times New Roman"/>
              <a:cs typeface="Times New Roman"/>
              <a:sym typeface="Times New Roman"/>
            </a:endParaRPr>
          </a:p>
        </p:txBody>
      </p:sp>
      <p:sp>
        <p:nvSpPr>
          <p:cNvPr id="109" name="Google Shape;109;p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8"/>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11" name="Google Shape;111;p8"/>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ph type="title"/>
          </p:nvPr>
        </p:nvSpPr>
        <p:spPr>
          <a:xfrm>
            <a:off x="1093625" y="872687"/>
            <a:ext cx="29997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Environment</a:t>
            </a:r>
            <a:endParaRPr/>
          </a:p>
        </p:txBody>
      </p:sp>
      <p:sp>
        <p:nvSpPr>
          <p:cNvPr id="117" name="Google Shape;117;p9"/>
          <p:cNvSpPr txBox="1"/>
          <p:nvPr/>
        </p:nvSpPr>
        <p:spPr>
          <a:xfrm>
            <a:off x="1093655" y="1604959"/>
            <a:ext cx="8353425" cy="3730625"/>
          </a:xfrm>
          <a:prstGeom prst="rect">
            <a:avLst/>
          </a:prstGeom>
          <a:noFill/>
          <a:ln>
            <a:noFill/>
          </a:ln>
        </p:spPr>
        <p:txBody>
          <a:bodyPr anchorCtr="0" anchor="t" bIns="0" lIns="0" spcFirstLastPara="1" rIns="0" wrap="square" tIns="99675">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Contains the relationships with other entities</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70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 process does not exist in a vacuum</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It typically has connections with other entities, such as</a:t>
            </a:r>
            <a:endParaRPr sz="3050">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A terminal where the user is sitting.</a:t>
            </a:r>
            <a:endParaRPr b="0" i="0" sz="30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Open files</a:t>
            </a:r>
            <a:endParaRPr b="0" i="0" sz="3050" u="none" cap="none" strike="noStrike">
              <a:solidFill>
                <a:schemeClr val="dk1"/>
              </a:solidFill>
              <a:latin typeface="Times New Roman"/>
              <a:ea typeface="Times New Roman"/>
              <a:cs typeface="Times New Roman"/>
              <a:sym typeface="Times New Roman"/>
            </a:endParaRPr>
          </a:p>
          <a:p>
            <a:pPr indent="-314325" lvl="1" marL="829310" marR="5080" rtl="0" algn="l">
              <a:lnSpc>
                <a:spcPct val="101000"/>
              </a:lnSpc>
              <a:spcBef>
                <a:spcPts val="43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Communication channels to other processes, possibly  on other machines.</a:t>
            </a:r>
            <a:endParaRPr b="0" i="0" sz="3050" u="none" cap="none" strike="noStrike">
              <a:solidFill>
                <a:schemeClr val="dk1"/>
              </a:solidFill>
              <a:latin typeface="Times New Roman"/>
              <a:ea typeface="Times New Roman"/>
              <a:cs typeface="Times New Roman"/>
              <a:sym typeface="Times New Roman"/>
            </a:endParaRPr>
          </a:p>
        </p:txBody>
      </p:sp>
      <p:sp>
        <p:nvSpPr>
          <p:cNvPr id="118" name="Google Shape;118;p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20" name="Google Shape;120;p9"/>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type="title"/>
          </p:nvPr>
        </p:nvSpPr>
        <p:spPr>
          <a:xfrm>
            <a:off x="1095263" y="154983"/>
            <a:ext cx="6582409"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Control Block (PCB)</a:t>
            </a:r>
            <a:endParaRPr/>
          </a:p>
        </p:txBody>
      </p:sp>
      <p:sp>
        <p:nvSpPr>
          <p:cNvPr id="126" name="Google Shape;126;p10"/>
          <p:cNvSpPr txBox="1"/>
          <p:nvPr/>
        </p:nvSpPr>
        <p:spPr>
          <a:xfrm>
            <a:off x="1157733" y="857558"/>
            <a:ext cx="5132705" cy="5342890"/>
          </a:xfrm>
          <a:prstGeom prst="rect">
            <a:avLst/>
          </a:prstGeom>
          <a:noFill/>
          <a:ln>
            <a:noFill/>
          </a:ln>
        </p:spPr>
        <p:txBody>
          <a:bodyPr anchorCtr="0" anchor="t" bIns="0" lIns="0" spcFirstLastPara="1" rIns="0" wrap="square" tIns="12050">
            <a:spAutoFit/>
          </a:bodyPr>
          <a:lstStyle/>
          <a:p>
            <a:pPr indent="-300355" lvl="0" marL="312420" marR="8255" rtl="0" algn="just">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The OS keeps all the data it needs  about a process in the process  control block (PCB)</a:t>
            </a:r>
            <a:endParaRPr sz="3050">
              <a:solidFill>
                <a:schemeClr val="dk1"/>
              </a:solidFill>
              <a:latin typeface="Times New Roman"/>
              <a:ea typeface="Times New Roman"/>
              <a:cs typeface="Times New Roman"/>
              <a:sym typeface="Times New Roman"/>
            </a:endParaRPr>
          </a:p>
          <a:p>
            <a:pPr indent="-300355" lvl="0" marL="312420" marR="7620" rtl="0" algn="just">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Thus another definition of a  process:</a:t>
            </a:r>
            <a:endParaRPr sz="3050">
              <a:solidFill>
                <a:schemeClr val="dk1"/>
              </a:solidFill>
              <a:latin typeface="Times New Roman"/>
              <a:ea typeface="Times New Roman"/>
              <a:cs typeface="Times New Roman"/>
              <a:sym typeface="Times New Roman"/>
            </a:endParaRPr>
          </a:p>
          <a:p>
            <a:pPr indent="-252095" lvl="1" marL="615950" marR="0" rtl="0" algn="just">
              <a:lnSpc>
                <a:spcPct val="100000"/>
              </a:lnSpc>
              <a:spcBef>
                <a:spcPts val="51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“the entity described by a PCB”</a:t>
            </a:r>
            <a:endParaRPr b="0" i="0" sz="2650" u="none" cap="none" strike="noStrike">
              <a:solidFill>
                <a:schemeClr val="dk1"/>
              </a:solidFill>
              <a:latin typeface="Times New Roman"/>
              <a:ea typeface="Times New Roman"/>
              <a:cs typeface="Times New Roman"/>
              <a:sym typeface="Times New Roman"/>
            </a:endParaRPr>
          </a:p>
          <a:p>
            <a:pPr indent="-300355" lvl="0" marL="312420" marR="5080" rtl="0" algn="just">
              <a:lnSpc>
                <a:spcPct val="101000"/>
              </a:lnSpc>
              <a:spcBef>
                <a:spcPts val="58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This includes many of the data  items described above, or at least  pointers to where they can be  found</a:t>
            </a:r>
            <a:endParaRPr sz="3050">
              <a:solidFill>
                <a:schemeClr val="dk1"/>
              </a:solidFill>
              <a:latin typeface="Times New Roman"/>
              <a:ea typeface="Times New Roman"/>
              <a:cs typeface="Times New Roman"/>
              <a:sym typeface="Times New Roman"/>
            </a:endParaRPr>
          </a:p>
          <a:p>
            <a:pPr indent="-252095" lvl="1" marL="615950" marR="0" rtl="0" algn="just">
              <a:lnSpc>
                <a:spcPct val="100000"/>
              </a:lnSpc>
              <a:spcBef>
                <a:spcPts val="50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e.g. for the address space</a:t>
            </a:r>
            <a:endParaRPr b="0" i="0" sz="2650" u="none" cap="none" strike="noStrike">
              <a:solidFill>
                <a:schemeClr val="dk1"/>
              </a:solidFill>
              <a:latin typeface="Times New Roman"/>
              <a:ea typeface="Times New Roman"/>
              <a:cs typeface="Times New Roman"/>
              <a:sym typeface="Times New Roman"/>
            </a:endParaRPr>
          </a:p>
        </p:txBody>
      </p:sp>
      <p:sp>
        <p:nvSpPr>
          <p:cNvPr id="127" name="Google Shape;127;p10"/>
          <p:cNvSpPr/>
          <p:nvPr/>
        </p:nvSpPr>
        <p:spPr>
          <a:xfrm>
            <a:off x="6563593" y="1345691"/>
            <a:ext cx="3358614" cy="561940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10"/>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10"/>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30" name="Google Shape;130;p10"/>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ph type="title"/>
          </p:nvPr>
        </p:nvSpPr>
        <p:spPr>
          <a:xfrm>
            <a:off x="1093625" y="872687"/>
            <a:ext cx="6582409"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Control Block (PCB)</a:t>
            </a:r>
            <a:endParaRPr/>
          </a:p>
        </p:txBody>
      </p:sp>
      <p:sp>
        <p:nvSpPr>
          <p:cNvPr id="136" name="Google Shape;136;p11"/>
          <p:cNvSpPr txBox="1"/>
          <p:nvPr/>
        </p:nvSpPr>
        <p:spPr>
          <a:xfrm>
            <a:off x="1093655" y="1688136"/>
            <a:ext cx="8374380" cy="4585970"/>
          </a:xfrm>
          <a:prstGeom prst="rect">
            <a:avLst/>
          </a:prstGeom>
          <a:noFill/>
          <a:ln>
            <a:noFill/>
          </a:ln>
        </p:spPr>
        <p:txBody>
          <a:bodyPr anchorCtr="0" anchor="t" bIns="0" lIns="0" spcFirstLastPara="1" rIns="0" wrap="square" tIns="12050">
            <a:spAutoFit/>
          </a:bodyPr>
          <a:lstStyle/>
          <a:p>
            <a:pPr indent="-300355" lvl="0" marL="312420" marR="5715" rtl="0" algn="just">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PCB is "the manifestation of a process in an operating  system”.</a:t>
            </a:r>
            <a:endParaRPr sz="3050">
              <a:solidFill>
                <a:schemeClr val="dk1"/>
              </a:solidFill>
              <a:latin typeface="Times New Roman"/>
              <a:ea typeface="Times New Roman"/>
              <a:cs typeface="Times New Roman"/>
              <a:sym typeface="Times New Roman"/>
            </a:endParaRPr>
          </a:p>
          <a:p>
            <a:pPr indent="0" lvl="0" marL="0" marR="0" rtl="0" algn="l">
              <a:lnSpc>
                <a:spcPct val="100000"/>
              </a:lnSpc>
              <a:spcBef>
                <a:spcPts val="15"/>
              </a:spcBef>
              <a:spcAft>
                <a:spcPts val="0"/>
              </a:spcAft>
              <a:buClr>
                <a:srgbClr val="D34816"/>
              </a:buClr>
              <a:buSzPts val="4350"/>
              <a:buFont typeface="Arimo"/>
              <a:buNone/>
            </a:pPr>
            <a:r>
              <a:t/>
            </a:r>
            <a:endParaRPr sz="4350">
              <a:solidFill>
                <a:schemeClr val="dk1"/>
              </a:solidFill>
              <a:latin typeface="Times New Roman"/>
              <a:ea typeface="Times New Roman"/>
              <a:cs typeface="Times New Roman"/>
              <a:sym typeface="Times New Roman"/>
            </a:endParaRPr>
          </a:p>
          <a:p>
            <a:pPr indent="-300355" lvl="0" marL="312420" marR="6350" rtl="0" algn="just">
              <a:lnSpc>
                <a:spcPct val="101000"/>
              </a:lnSpc>
              <a:spcBef>
                <a:spcPts val="0"/>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Data Structure </a:t>
            </a:r>
            <a:r>
              <a:rPr lang="en-US" sz="3050">
                <a:solidFill>
                  <a:schemeClr val="dk1"/>
                </a:solidFill>
                <a:latin typeface="Times New Roman"/>
                <a:ea typeface="Times New Roman"/>
                <a:cs typeface="Times New Roman"/>
                <a:sym typeface="Times New Roman"/>
              </a:rPr>
              <a:t>defined in the operating system kernel  containing the information needed to manage a  particular process.</a:t>
            </a:r>
            <a:endParaRPr sz="3050">
              <a:solidFill>
                <a:schemeClr val="dk1"/>
              </a:solidFill>
              <a:latin typeface="Times New Roman"/>
              <a:ea typeface="Times New Roman"/>
              <a:cs typeface="Times New Roman"/>
              <a:sym typeface="Times New Roman"/>
            </a:endParaRPr>
          </a:p>
          <a:p>
            <a:pPr indent="0" lvl="0" marL="0" marR="0" rtl="0" algn="l">
              <a:lnSpc>
                <a:spcPct val="100000"/>
              </a:lnSpc>
              <a:spcBef>
                <a:spcPts val="10"/>
              </a:spcBef>
              <a:spcAft>
                <a:spcPts val="0"/>
              </a:spcAft>
              <a:buClr>
                <a:srgbClr val="D34816"/>
              </a:buClr>
              <a:buSzPts val="4350"/>
              <a:buFont typeface="Arimo"/>
              <a:buNone/>
            </a:pPr>
            <a:r>
              <a:t/>
            </a:r>
            <a:endParaRPr sz="4350">
              <a:solidFill>
                <a:schemeClr val="dk1"/>
              </a:solidFill>
              <a:latin typeface="Times New Roman"/>
              <a:ea typeface="Times New Roman"/>
              <a:cs typeface="Times New Roman"/>
              <a:sym typeface="Times New Roman"/>
            </a:endParaRPr>
          </a:p>
          <a:p>
            <a:pPr indent="-300355" lvl="0" marL="312420" marR="5080" rtl="0" algn="just">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It must be kept in an area of memory protected from  normal user access.</a:t>
            </a:r>
            <a:endParaRPr sz="3050">
              <a:solidFill>
                <a:schemeClr val="dk1"/>
              </a:solidFill>
              <a:latin typeface="Times New Roman"/>
              <a:ea typeface="Times New Roman"/>
              <a:cs typeface="Times New Roman"/>
              <a:sym typeface="Times New Roman"/>
            </a:endParaRPr>
          </a:p>
        </p:txBody>
      </p:sp>
      <p:sp>
        <p:nvSpPr>
          <p:cNvPr id="137" name="Google Shape;137;p1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1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39" name="Google Shape;139;p11"/>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2"/>
          <p:cNvSpPr txBox="1"/>
          <p:nvPr>
            <p:ph type="title"/>
          </p:nvPr>
        </p:nvSpPr>
        <p:spPr>
          <a:xfrm>
            <a:off x="1093625" y="313380"/>
            <a:ext cx="6582409"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Control Block (PCB)</a:t>
            </a:r>
            <a:endParaRPr/>
          </a:p>
        </p:txBody>
      </p:sp>
      <p:sp>
        <p:nvSpPr>
          <p:cNvPr id="145" name="Google Shape;145;p12"/>
          <p:cNvSpPr txBox="1"/>
          <p:nvPr/>
        </p:nvSpPr>
        <p:spPr>
          <a:xfrm>
            <a:off x="1093655" y="1098746"/>
            <a:ext cx="7674609" cy="5162550"/>
          </a:xfrm>
          <a:prstGeom prst="rect">
            <a:avLst/>
          </a:prstGeom>
          <a:noFill/>
          <a:ln>
            <a:noFill/>
          </a:ln>
        </p:spPr>
        <p:txBody>
          <a:bodyPr anchorCtr="0" anchor="t" bIns="0" lIns="0" spcFirstLastPara="1" rIns="0" wrap="square" tIns="92700">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PCB contains the Process information and attributes</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505"/>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Process state</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Program counter</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5"/>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CPU registers</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CPU scheduling information</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Memory management information</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5"/>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Accounting information</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I/O status information</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Per process file table</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Process ID (PID)</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5"/>
              </a:spcBef>
              <a:spcAft>
                <a:spcPts val="0"/>
              </a:spcAft>
              <a:buClr>
                <a:srgbClr val="9A2D1F"/>
              </a:buClr>
              <a:buSzPts val="2253"/>
              <a:buFont typeface="Arimo"/>
              <a:buChar char=""/>
            </a:pPr>
            <a:r>
              <a:rPr b="0" i="0" lang="en-US" sz="2650" u="none" cap="none" strike="noStrike">
                <a:solidFill>
                  <a:srgbClr val="0070BF"/>
                </a:solidFill>
                <a:latin typeface="Times New Roman"/>
                <a:ea typeface="Times New Roman"/>
                <a:cs typeface="Times New Roman"/>
                <a:sym typeface="Times New Roman"/>
              </a:rPr>
              <a:t>Parent PID, etc.</a:t>
            </a:r>
            <a:endParaRPr b="0" i="0" sz="2650" u="none" cap="none" strike="noStrike">
              <a:solidFill>
                <a:schemeClr val="dk1"/>
              </a:solidFill>
              <a:latin typeface="Times New Roman"/>
              <a:ea typeface="Times New Roman"/>
              <a:cs typeface="Times New Roman"/>
              <a:sym typeface="Times New Roman"/>
            </a:endParaRPr>
          </a:p>
        </p:txBody>
      </p:sp>
      <p:sp>
        <p:nvSpPr>
          <p:cNvPr id="146" name="Google Shape;146;p1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48" name="Google Shape;148;p12"/>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type="title"/>
          </p:nvPr>
        </p:nvSpPr>
        <p:spPr>
          <a:xfrm>
            <a:off x="1093625" y="872687"/>
            <a:ext cx="511111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Identification</a:t>
            </a:r>
            <a:endParaRPr/>
          </a:p>
        </p:txBody>
      </p:sp>
      <p:sp>
        <p:nvSpPr>
          <p:cNvPr id="154" name="Google Shape;154;p13"/>
          <p:cNvSpPr txBox="1"/>
          <p:nvPr/>
        </p:nvSpPr>
        <p:spPr>
          <a:xfrm>
            <a:off x="1093655" y="1688136"/>
            <a:ext cx="8277859" cy="2653665"/>
          </a:xfrm>
          <a:prstGeom prst="rect">
            <a:avLst/>
          </a:prstGeom>
          <a:noFill/>
          <a:ln>
            <a:noFill/>
          </a:ln>
        </p:spPr>
        <p:txBody>
          <a:bodyPr anchorCtr="0" anchor="t" bIns="0" lIns="0" spcFirstLastPara="1" rIns="0" wrap="square" tIns="16500">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Process ID, a unique numeric identifier</a:t>
            </a:r>
            <a:endParaRPr sz="3050">
              <a:solidFill>
                <a:schemeClr val="dk1"/>
              </a:solidFill>
              <a:latin typeface="Times New Roman"/>
              <a:ea typeface="Times New Roman"/>
              <a:cs typeface="Times New Roman"/>
              <a:sym typeface="Times New Roman"/>
            </a:endParaRPr>
          </a:p>
          <a:p>
            <a:pPr indent="0" lvl="0" marL="0" marR="0" rtl="0" algn="l">
              <a:lnSpc>
                <a:spcPct val="100000"/>
              </a:lnSpc>
              <a:spcBef>
                <a:spcPts val="50"/>
              </a:spcBef>
              <a:spcAft>
                <a:spcPts val="0"/>
              </a:spcAft>
              <a:buClr>
                <a:srgbClr val="D34816"/>
              </a:buClr>
              <a:buSzPts val="4350"/>
              <a:buFont typeface="Arimo"/>
              <a:buNone/>
            </a:pPr>
            <a:r>
              <a:t/>
            </a:r>
            <a:endParaRPr sz="4350">
              <a:solidFill>
                <a:schemeClr val="dk1"/>
              </a:solidFill>
              <a:latin typeface="Times New Roman"/>
              <a:ea typeface="Times New Roman"/>
              <a:cs typeface="Times New Roman"/>
              <a:sym typeface="Times New Roman"/>
            </a:endParaRPr>
          </a:p>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User ID</a:t>
            </a:r>
            <a:endParaRPr sz="3050">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Who runs the process.Why?</a:t>
            </a:r>
            <a:endParaRPr b="0" i="0" sz="30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Used to determine what access rights the process has</a:t>
            </a:r>
            <a:endParaRPr b="0" i="0" sz="3050" u="none" cap="none" strike="noStrike">
              <a:solidFill>
                <a:schemeClr val="dk1"/>
              </a:solidFill>
              <a:latin typeface="Times New Roman"/>
              <a:ea typeface="Times New Roman"/>
              <a:cs typeface="Times New Roman"/>
              <a:sym typeface="Times New Roman"/>
            </a:endParaRPr>
          </a:p>
        </p:txBody>
      </p:sp>
      <p:sp>
        <p:nvSpPr>
          <p:cNvPr id="155" name="Google Shape;155;p1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57" name="Google Shape;157;p13"/>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1095263" y="551249"/>
            <a:ext cx="514413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Control Block</a:t>
            </a:r>
            <a:endParaRPr/>
          </a:p>
        </p:txBody>
      </p:sp>
      <p:sp>
        <p:nvSpPr>
          <p:cNvPr id="163" name="Google Shape;163;p14"/>
          <p:cNvSpPr/>
          <p:nvPr/>
        </p:nvSpPr>
        <p:spPr>
          <a:xfrm>
            <a:off x="1143000" y="1345691"/>
            <a:ext cx="8010144" cy="541477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1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1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66" name="Google Shape;166;p14"/>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1040397" y="420094"/>
            <a:ext cx="6972300"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latin typeface="Arial"/>
                <a:ea typeface="Arial"/>
                <a:cs typeface="Arial"/>
                <a:sym typeface="Arial"/>
              </a:rPr>
              <a:t>Process Representation in Linux</a:t>
            </a:r>
            <a:endParaRPr sz="3500">
              <a:latin typeface="Arial"/>
              <a:ea typeface="Arial"/>
              <a:cs typeface="Arial"/>
              <a:sym typeface="Arial"/>
            </a:endParaRPr>
          </a:p>
        </p:txBody>
      </p:sp>
      <p:sp>
        <p:nvSpPr>
          <p:cNvPr id="172" name="Google Shape;172;p15"/>
          <p:cNvSpPr txBox="1"/>
          <p:nvPr/>
        </p:nvSpPr>
        <p:spPr>
          <a:xfrm>
            <a:off x="976313" y="1483896"/>
            <a:ext cx="8070850" cy="283781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lang="en-US" sz="1950">
                <a:solidFill>
                  <a:schemeClr val="dk1"/>
                </a:solidFill>
                <a:latin typeface="Arial"/>
                <a:ea typeface="Arial"/>
                <a:cs typeface="Arial"/>
                <a:sym typeface="Arial"/>
              </a:rPr>
              <a:t>Represented by the C structure </a:t>
            </a:r>
            <a:r>
              <a:rPr lang="en-US" sz="1950">
                <a:solidFill>
                  <a:schemeClr val="dk1"/>
                </a:solidFill>
                <a:latin typeface="Courier New"/>
                <a:ea typeface="Courier New"/>
                <a:cs typeface="Courier New"/>
                <a:sym typeface="Courier New"/>
              </a:rPr>
              <a:t>task_struct</a:t>
            </a:r>
            <a:endParaRPr sz="195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24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388620" marR="2562860" rtl="0" algn="l">
              <a:lnSpc>
                <a:spcPct val="101000"/>
              </a:lnSpc>
              <a:spcBef>
                <a:spcPts val="0"/>
              </a:spcBef>
              <a:spcAft>
                <a:spcPts val="0"/>
              </a:spcAft>
              <a:buNone/>
            </a:pPr>
            <a:r>
              <a:rPr lang="en-US" sz="1750">
                <a:solidFill>
                  <a:schemeClr val="dk1"/>
                </a:solidFill>
                <a:latin typeface="Courier New"/>
                <a:ea typeface="Courier New"/>
                <a:cs typeface="Courier New"/>
                <a:sym typeface="Courier New"/>
              </a:rPr>
              <a:t>pid_t pid; /* process identifier */  long state; /* state of the process */</a:t>
            </a:r>
            <a:endParaRPr sz="1750">
              <a:solidFill>
                <a:schemeClr val="dk1"/>
              </a:solidFill>
              <a:latin typeface="Courier New"/>
              <a:ea typeface="Courier New"/>
              <a:cs typeface="Courier New"/>
              <a:sym typeface="Courier New"/>
            </a:endParaRPr>
          </a:p>
          <a:p>
            <a:pPr indent="0" lvl="0" marL="388620" marR="0" rtl="0" algn="l">
              <a:lnSpc>
                <a:spcPct val="100000"/>
              </a:lnSpc>
              <a:spcBef>
                <a:spcPts val="15"/>
              </a:spcBef>
              <a:spcAft>
                <a:spcPts val="0"/>
              </a:spcAft>
              <a:buNone/>
            </a:pPr>
            <a:r>
              <a:rPr lang="en-US" sz="1750">
                <a:solidFill>
                  <a:schemeClr val="dk1"/>
                </a:solidFill>
                <a:latin typeface="Courier New"/>
                <a:ea typeface="Courier New"/>
                <a:cs typeface="Courier New"/>
                <a:sym typeface="Courier New"/>
              </a:rPr>
              <a:t>unsigned int time_slice /* scheduling information */</a:t>
            </a:r>
            <a:endParaRPr sz="1750">
              <a:solidFill>
                <a:schemeClr val="dk1"/>
              </a:solidFill>
              <a:latin typeface="Courier New"/>
              <a:ea typeface="Courier New"/>
              <a:cs typeface="Courier New"/>
              <a:sym typeface="Courier New"/>
            </a:endParaRPr>
          </a:p>
          <a:p>
            <a:pPr indent="0" lvl="0" marL="388620" marR="5080" rtl="0" algn="l">
              <a:lnSpc>
                <a:spcPct val="100000"/>
              </a:lnSpc>
              <a:spcBef>
                <a:spcPts val="80"/>
              </a:spcBef>
              <a:spcAft>
                <a:spcPts val="0"/>
              </a:spcAft>
              <a:buNone/>
            </a:pPr>
            <a:r>
              <a:rPr lang="en-US" sz="1750">
                <a:solidFill>
                  <a:schemeClr val="dk1"/>
                </a:solidFill>
                <a:latin typeface="Courier New"/>
                <a:ea typeface="Courier New"/>
                <a:cs typeface="Courier New"/>
                <a:sym typeface="Courier New"/>
              </a:rPr>
              <a:t>struct task_struct *parent; /* this process</a:t>
            </a:r>
            <a:r>
              <a:rPr lang="en-US" sz="1750">
                <a:solidFill>
                  <a:schemeClr val="dk1"/>
                </a:solidFill>
                <a:latin typeface="Arial"/>
                <a:ea typeface="Arial"/>
                <a:cs typeface="Arial"/>
                <a:sym typeface="Arial"/>
              </a:rPr>
              <a:t>’</a:t>
            </a:r>
            <a:r>
              <a:rPr lang="en-US" sz="1750">
                <a:solidFill>
                  <a:schemeClr val="dk1"/>
                </a:solidFill>
                <a:latin typeface="Courier New"/>
                <a:ea typeface="Courier New"/>
                <a:cs typeface="Courier New"/>
                <a:sym typeface="Courier New"/>
              </a:rPr>
              <a:t>s parent */  struct list_head children; /* this process</a:t>
            </a:r>
            <a:r>
              <a:rPr lang="en-US" sz="1750">
                <a:solidFill>
                  <a:schemeClr val="dk1"/>
                </a:solidFill>
                <a:latin typeface="Arial"/>
                <a:ea typeface="Arial"/>
                <a:cs typeface="Arial"/>
                <a:sym typeface="Arial"/>
              </a:rPr>
              <a:t>’</a:t>
            </a:r>
            <a:r>
              <a:rPr lang="en-US" sz="1750">
                <a:solidFill>
                  <a:schemeClr val="dk1"/>
                </a:solidFill>
                <a:latin typeface="Courier New"/>
                <a:ea typeface="Courier New"/>
                <a:cs typeface="Courier New"/>
                <a:sym typeface="Courier New"/>
              </a:rPr>
              <a:t>s children */  struct files_struct *files; /* list of open files */  struct mm_struct *mm; /* address space of this process */</a:t>
            </a:r>
            <a:endParaRPr sz="1750">
              <a:solidFill>
                <a:schemeClr val="dk1"/>
              </a:solidFill>
              <a:latin typeface="Courier New"/>
              <a:ea typeface="Courier New"/>
              <a:cs typeface="Courier New"/>
              <a:sym typeface="Courier New"/>
            </a:endParaRPr>
          </a:p>
        </p:txBody>
      </p:sp>
      <p:sp>
        <p:nvSpPr>
          <p:cNvPr id="173" name="Google Shape;173;p15"/>
          <p:cNvSpPr/>
          <p:nvPr/>
        </p:nvSpPr>
        <p:spPr>
          <a:xfrm>
            <a:off x="1790700" y="4637532"/>
            <a:ext cx="6452616" cy="22155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1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76" name="Google Shape;176;p15"/>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1095263" y="202229"/>
            <a:ext cx="6602730" cy="13671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a:t>CPU Switch From Process to  Process</a:t>
            </a:r>
            <a:endParaRPr/>
          </a:p>
        </p:txBody>
      </p:sp>
      <p:sp>
        <p:nvSpPr>
          <p:cNvPr id="182" name="Google Shape;182;p16"/>
          <p:cNvSpPr/>
          <p:nvPr/>
        </p:nvSpPr>
        <p:spPr>
          <a:xfrm>
            <a:off x="1539239" y="1665732"/>
            <a:ext cx="7613904" cy="523646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85" name="Google Shape;185;p16"/>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ph type="title"/>
          </p:nvPr>
        </p:nvSpPr>
        <p:spPr>
          <a:xfrm>
            <a:off x="1093625" y="202229"/>
            <a:ext cx="6602730" cy="13671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a:t>CPU Switch From Process to  Process</a:t>
            </a:r>
            <a:endParaRPr/>
          </a:p>
        </p:txBody>
      </p:sp>
      <p:sp>
        <p:nvSpPr>
          <p:cNvPr id="191" name="Google Shape;191;p17"/>
          <p:cNvSpPr txBox="1"/>
          <p:nvPr/>
        </p:nvSpPr>
        <p:spPr>
          <a:xfrm>
            <a:off x="1093655" y="1612312"/>
            <a:ext cx="7393305" cy="3521710"/>
          </a:xfrm>
          <a:prstGeom prst="rect">
            <a:avLst/>
          </a:prstGeom>
          <a:noFill/>
          <a:ln>
            <a:noFill/>
          </a:ln>
        </p:spPr>
        <p:txBody>
          <a:bodyPr anchorCtr="0" anchor="t" bIns="0" lIns="0" spcFirstLastPara="1" rIns="0" wrap="square" tIns="92700">
            <a:spAutoFit/>
          </a:bodyPr>
          <a:lstStyle/>
          <a:p>
            <a:pPr indent="-300355" lvl="0" marL="300355" marR="3095625" rtl="0" algn="r">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Switching a process requires</a:t>
            </a:r>
            <a:endParaRPr sz="3050">
              <a:solidFill>
                <a:schemeClr val="dk1"/>
              </a:solidFill>
              <a:latin typeface="Times New Roman"/>
              <a:ea typeface="Times New Roman"/>
              <a:cs typeface="Times New Roman"/>
              <a:sym typeface="Times New Roman"/>
            </a:endParaRPr>
          </a:p>
          <a:p>
            <a:pPr indent="-252095" lvl="1" marL="252095" marR="3169920" rtl="0" algn="r">
              <a:lnSpc>
                <a:spcPct val="100000"/>
              </a:lnSpc>
              <a:spcBef>
                <a:spcPts val="50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Saving the state of old process</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Loading the saved state of the new process</a:t>
            </a:r>
            <a:endParaRPr b="0" i="0" sz="265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35"/>
              </a:spcBef>
              <a:spcAft>
                <a:spcPts val="0"/>
              </a:spcAft>
              <a:buClr>
                <a:srgbClr val="9A2D1F"/>
              </a:buClr>
              <a:buSzPts val="3650"/>
              <a:buFont typeface="Arimo"/>
              <a:buNone/>
            </a:pPr>
            <a:r>
              <a:t/>
            </a:r>
            <a:endParaRPr b="0" i="0" sz="3650" u="none" cap="none" strike="noStrike">
              <a:solidFill>
                <a:schemeClr val="dk1"/>
              </a:solidFill>
              <a:latin typeface="Times New Roman"/>
              <a:ea typeface="Times New Roman"/>
              <a:cs typeface="Times New Roman"/>
              <a:sym typeface="Times New Roman"/>
            </a:endParaRPr>
          </a:p>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This is called </a:t>
            </a:r>
            <a:r>
              <a:rPr b="1" lang="en-US" sz="3050">
                <a:solidFill>
                  <a:srgbClr val="702FA0"/>
                </a:solidFill>
                <a:latin typeface="Times New Roman"/>
                <a:ea typeface="Times New Roman"/>
                <a:cs typeface="Times New Roman"/>
                <a:sym typeface="Times New Roman"/>
              </a:rPr>
              <a:t>Context Switch</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Part of OS responsible for switching the processor  among the processes is called </a:t>
            </a:r>
            <a:r>
              <a:rPr b="1" lang="en-US" sz="3050">
                <a:solidFill>
                  <a:srgbClr val="702FA0"/>
                </a:solidFill>
                <a:latin typeface="Times New Roman"/>
                <a:ea typeface="Times New Roman"/>
                <a:cs typeface="Times New Roman"/>
                <a:sym typeface="Times New Roman"/>
              </a:rPr>
              <a:t>Dispatcher</a:t>
            </a:r>
            <a:endParaRPr sz="3050">
              <a:solidFill>
                <a:schemeClr val="dk1"/>
              </a:solidFill>
              <a:latin typeface="Times New Roman"/>
              <a:ea typeface="Times New Roman"/>
              <a:cs typeface="Times New Roman"/>
              <a:sym typeface="Times New Roman"/>
            </a:endParaRPr>
          </a:p>
        </p:txBody>
      </p:sp>
      <p:sp>
        <p:nvSpPr>
          <p:cNvPr id="192" name="Google Shape;192;p1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94" name="Google Shape;194;p17"/>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1093625" y="472051"/>
            <a:ext cx="351790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States</a:t>
            </a:r>
            <a:endParaRPr/>
          </a:p>
        </p:txBody>
      </p:sp>
      <p:sp>
        <p:nvSpPr>
          <p:cNvPr id="200" name="Google Shape;200;p18"/>
          <p:cNvSpPr txBox="1"/>
          <p:nvPr/>
        </p:nvSpPr>
        <p:spPr>
          <a:xfrm>
            <a:off x="1093655" y="1688136"/>
            <a:ext cx="7907655" cy="3458210"/>
          </a:xfrm>
          <a:prstGeom prst="rect">
            <a:avLst/>
          </a:prstGeom>
          <a:noFill/>
          <a:ln>
            <a:noFill/>
          </a:ln>
        </p:spPr>
        <p:txBody>
          <a:bodyPr anchorCtr="0" anchor="t" bIns="0" lIns="0" spcFirstLastPara="1" rIns="0" wrap="square" tIns="12050">
            <a:spAutoFit/>
          </a:bodyPr>
          <a:lstStyle/>
          <a:p>
            <a:pPr indent="-300355" lvl="0" marL="312420" marR="367665" rtl="0" algn="l">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At any given time a process is either running or not  running</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Number of states</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51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Running</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Not Running</a:t>
            </a:r>
            <a:endParaRPr b="0" i="0" sz="2650" u="none" cap="none" strike="noStrike">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5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When the OS creates a process, the process is entered  into Not Running state</a:t>
            </a:r>
            <a:endParaRPr sz="3050">
              <a:solidFill>
                <a:schemeClr val="dk1"/>
              </a:solidFill>
              <a:latin typeface="Times New Roman"/>
              <a:ea typeface="Times New Roman"/>
              <a:cs typeface="Times New Roman"/>
              <a:sym typeface="Times New Roman"/>
            </a:endParaRPr>
          </a:p>
        </p:txBody>
      </p:sp>
      <p:sp>
        <p:nvSpPr>
          <p:cNvPr id="201" name="Google Shape;201;p1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8"/>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203" name="Google Shape;203;p18"/>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1095263" y="630448"/>
            <a:ext cx="582041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Two-state process model</a:t>
            </a:r>
            <a:endParaRPr/>
          </a:p>
        </p:txBody>
      </p:sp>
      <p:sp>
        <p:nvSpPr>
          <p:cNvPr id="209" name="Google Shape;209;p19"/>
          <p:cNvSpPr/>
          <p:nvPr/>
        </p:nvSpPr>
        <p:spPr>
          <a:xfrm>
            <a:off x="1293875" y="1831986"/>
            <a:ext cx="7114603" cy="259357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9"/>
          <p:cNvSpPr txBox="1"/>
          <p:nvPr/>
        </p:nvSpPr>
        <p:spPr>
          <a:xfrm>
            <a:off x="761424" y="4818376"/>
            <a:ext cx="8804910" cy="965200"/>
          </a:xfrm>
          <a:prstGeom prst="rect">
            <a:avLst/>
          </a:prstGeom>
          <a:noFill/>
          <a:ln>
            <a:noFill/>
          </a:ln>
        </p:spPr>
        <p:txBody>
          <a:bodyPr anchorCtr="0" anchor="t" bIns="0" lIns="0" spcFirstLastPara="1" rIns="0" wrap="square" tIns="12050">
            <a:spAutoFit/>
          </a:bodyPr>
          <a:lstStyle/>
          <a:p>
            <a:pPr indent="-300355" lvl="0" marL="312420" marR="5080" rtl="0" algn="l">
              <a:lnSpc>
                <a:spcPct val="101000"/>
              </a:lnSpc>
              <a:spcBef>
                <a:spcPts val="0"/>
              </a:spcBef>
              <a:spcAft>
                <a:spcPts val="0"/>
              </a:spcAft>
              <a:buNone/>
            </a:pPr>
            <a:r>
              <a:rPr lang="en-US" sz="2600">
                <a:solidFill>
                  <a:srgbClr val="D34816"/>
                </a:solidFill>
                <a:latin typeface="Arimo"/>
                <a:ea typeface="Arimo"/>
                <a:cs typeface="Arimo"/>
                <a:sym typeface="Arimo"/>
              </a:rPr>
              <a:t></a:t>
            </a:r>
            <a:r>
              <a:rPr lang="en-US" sz="2600">
                <a:solidFill>
                  <a:srgbClr val="D34816"/>
                </a:solidFill>
                <a:latin typeface="Times New Roman"/>
                <a:ea typeface="Times New Roman"/>
                <a:cs typeface="Times New Roman"/>
                <a:sym typeface="Times New Roman"/>
              </a:rPr>
              <a:t> </a:t>
            </a:r>
            <a:r>
              <a:rPr lang="en-US" sz="3050">
                <a:solidFill>
                  <a:schemeClr val="dk1"/>
                </a:solidFill>
                <a:latin typeface="Times New Roman"/>
                <a:ea typeface="Times New Roman"/>
                <a:cs typeface="Times New Roman"/>
                <a:sym typeface="Times New Roman"/>
              </a:rPr>
              <a:t>Processes that are Not Running at a particular time should  be kept in some sort of a queue</a:t>
            </a:r>
            <a:endParaRPr sz="3050">
              <a:solidFill>
                <a:schemeClr val="dk1"/>
              </a:solidFill>
              <a:latin typeface="Times New Roman"/>
              <a:ea typeface="Times New Roman"/>
              <a:cs typeface="Times New Roman"/>
              <a:sym typeface="Times New Roman"/>
            </a:endParaRPr>
          </a:p>
        </p:txBody>
      </p:sp>
      <p:sp>
        <p:nvSpPr>
          <p:cNvPr id="211" name="Google Shape;211;p1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213" name="Google Shape;213;p19"/>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p:nvPr/>
        </p:nvSpPr>
        <p:spPr>
          <a:xfrm>
            <a:off x="1459991" y="1432678"/>
            <a:ext cx="7547272" cy="561873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20"/>
          <p:cNvSpPr txBox="1"/>
          <p:nvPr>
            <p:ph type="title"/>
          </p:nvPr>
        </p:nvSpPr>
        <p:spPr>
          <a:xfrm>
            <a:off x="1095263" y="20222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changes_1</a:t>
            </a:r>
            <a:endParaRPr/>
          </a:p>
        </p:txBody>
      </p:sp>
      <p:sp>
        <p:nvSpPr>
          <p:cNvPr id="220" name="Google Shape;220;p20"/>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20"/>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222" name="Google Shape;222;p20"/>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aphicFrame>
        <p:nvGraphicFramePr>
          <p:cNvPr id="227" name="Google Shape;227;p21"/>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228" name="Google Shape;228;p21"/>
          <p:cNvGrpSpPr/>
          <p:nvPr/>
        </p:nvGrpSpPr>
        <p:grpSpPr>
          <a:xfrm>
            <a:off x="6621779" y="5394960"/>
            <a:ext cx="502920" cy="502920"/>
            <a:chOff x="6621779" y="5394960"/>
            <a:chExt cx="502920" cy="502920"/>
          </a:xfrm>
        </p:grpSpPr>
        <p:sp>
          <p:nvSpPr>
            <p:cNvPr id="229" name="Google Shape;229;p21"/>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21"/>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1" name="Google Shape;231;p21"/>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21"/>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21"/>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1"/>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21"/>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6" name="Google Shape;236;p21"/>
          <p:cNvGrpSpPr/>
          <p:nvPr/>
        </p:nvGrpSpPr>
        <p:grpSpPr>
          <a:xfrm>
            <a:off x="2976372" y="5143499"/>
            <a:ext cx="3896868" cy="502920"/>
            <a:chOff x="2976372" y="5143499"/>
            <a:chExt cx="3896868" cy="502920"/>
          </a:xfrm>
        </p:grpSpPr>
        <p:sp>
          <p:nvSpPr>
            <p:cNvPr id="237" name="Google Shape;237;p21"/>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21"/>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9" name="Google Shape;239;p21"/>
          <p:cNvGrpSpPr/>
          <p:nvPr/>
        </p:nvGrpSpPr>
        <p:grpSpPr>
          <a:xfrm>
            <a:off x="4442460" y="5562599"/>
            <a:ext cx="251460" cy="251460"/>
            <a:chOff x="4442460" y="5562599"/>
            <a:chExt cx="251460" cy="251460"/>
          </a:xfrm>
        </p:grpSpPr>
        <p:sp>
          <p:nvSpPr>
            <p:cNvPr id="240" name="Google Shape;240;p21"/>
            <p:cNvSpPr/>
            <p:nvPr/>
          </p:nvSpPr>
          <p:spPr>
            <a:xfrm>
              <a:off x="4442460" y="5562599"/>
              <a:ext cx="251460"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1"/>
            <p:cNvSpPr/>
            <p:nvPr/>
          </p:nvSpPr>
          <p:spPr>
            <a:xfrm>
              <a:off x="44424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2" name="Google Shape;242;p21"/>
          <p:cNvGrpSpPr/>
          <p:nvPr/>
        </p:nvGrpSpPr>
        <p:grpSpPr>
          <a:xfrm>
            <a:off x="2095499" y="2461260"/>
            <a:ext cx="1760220" cy="2095500"/>
            <a:chOff x="2095499" y="2461260"/>
            <a:chExt cx="1760220" cy="2095500"/>
          </a:xfrm>
        </p:grpSpPr>
        <p:sp>
          <p:nvSpPr>
            <p:cNvPr id="243" name="Google Shape;243;p21"/>
            <p:cNvSpPr/>
            <p:nvPr/>
          </p:nvSpPr>
          <p:spPr>
            <a:xfrm>
              <a:off x="2095499" y="2461260"/>
              <a:ext cx="1760220" cy="2095500"/>
            </a:xfrm>
            <a:custGeom>
              <a:rect b="b" l="l" r="r" t="t"/>
              <a:pathLst>
                <a:path extrusionOk="0" h="2095500" w="1760220">
                  <a:moveTo>
                    <a:pt x="1760220" y="2095500"/>
                  </a:moveTo>
                  <a:lnTo>
                    <a:pt x="0" y="2095500"/>
                  </a:lnTo>
                  <a:lnTo>
                    <a:pt x="0" y="0"/>
                  </a:lnTo>
                  <a:lnTo>
                    <a:pt x="1760220" y="0"/>
                  </a:lnTo>
                  <a:lnTo>
                    <a:pt x="1760220" y="2095500"/>
                  </a:lnTo>
                  <a:close/>
                </a:path>
              </a:pathLst>
            </a:custGeom>
            <a:solidFill>
              <a:srgbClr val="FFC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21"/>
            <p:cNvSpPr/>
            <p:nvPr/>
          </p:nvSpPr>
          <p:spPr>
            <a:xfrm>
              <a:off x="209549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5" name="Google Shape;245;p21"/>
          <p:cNvSpPr txBox="1"/>
          <p:nvPr/>
        </p:nvSpPr>
        <p:spPr>
          <a:xfrm>
            <a:off x="2196076" y="2526647"/>
            <a:ext cx="1299210" cy="1859914"/>
          </a:xfrm>
          <a:prstGeom prst="rect">
            <a:avLst/>
          </a:prstGeom>
          <a:noFill/>
          <a:ln>
            <a:noFill/>
          </a:ln>
        </p:spPr>
        <p:txBody>
          <a:bodyPr anchorCtr="0" anchor="t" bIns="0" lIns="0" spcFirstLastPara="1" rIns="0" wrap="square" tIns="0">
            <a:spAutoFit/>
          </a:bodyPr>
          <a:lstStyle/>
          <a:p>
            <a:pPr indent="0" lvl="0" marL="0" marR="0" rtl="0" algn="l">
              <a:lnSpc>
                <a:spcPct val="111142"/>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l">
              <a:lnSpc>
                <a:spcPct val="101000"/>
              </a:lnSpc>
              <a:spcBef>
                <a:spcPts val="0"/>
              </a:spcBef>
              <a:spcAft>
                <a:spcPts val="0"/>
              </a:spcAft>
              <a:buNone/>
            </a:pPr>
            <a:r>
              <a:rPr lang="en-US" sz="1750">
                <a:solidFill>
                  <a:schemeClr val="dk1"/>
                </a:solidFill>
                <a:latin typeface="Arial"/>
                <a:ea typeface="Arial"/>
                <a:cs typeface="Arial"/>
                <a:sym typeface="Arial"/>
              </a:rPr>
              <a:t>b := a + 1  c := b + 1  read a file  a := b - c  c := c * b  b := 0</a:t>
            </a:r>
            <a:endParaRPr sz="1750">
              <a:solidFill>
                <a:schemeClr val="dk1"/>
              </a:solidFill>
              <a:latin typeface="Arial"/>
              <a:ea typeface="Arial"/>
              <a:cs typeface="Arial"/>
              <a:sym typeface="Arial"/>
            </a:endParaRPr>
          </a:p>
        </p:txBody>
      </p:sp>
      <p:sp>
        <p:nvSpPr>
          <p:cNvPr id="246" name="Google Shape;246;p21"/>
          <p:cNvSpPr txBox="1"/>
          <p:nvPr/>
        </p:nvSpPr>
        <p:spPr>
          <a:xfrm>
            <a:off x="6454140" y="2461260"/>
            <a:ext cx="1760220" cy="2095500"/>
          </a:xfrm>
          <a:prstGeom prst="rect">
            <a:avLst/>
          </a:prstGeom>
          <a:solidFill>
            <a:srgbClr val="00CCFF"/>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100330" marR="0" rtl="0" algn="l">
              <a:lnSpc>
                <a:spcPct val="100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  a := b - c  c := c * b  b := 0</a:t>
            </a:r>
            <a:endParaRPr sz="1750">
              <a:solidFill>
                <a:schemeClr val="dk1"/>
              </a:solidFill>
              <a:latin typeface="Arial"/>
              <a:ea typeface="Arial"/>
              <a:cs typeface="Arial"/>
              <a:sym typeface="Arial"/>
            </a:endParaRPr>
          </a:p>
          <a:p>
            <a:pPr indent="0" lvl="0" marL="414019" marR="0" rtl="0" algn="l">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pSp>
        <p:nvGrpSpPr>
          <p:cNvPr id="247" name="Google Shape;247;p21"/>
          <p:cNvGrpSpPr/>
          <p:nvPr/>
        </p:nvGrpSpPr>
        <p:grpSpPr>
          <a:xfrm>
            <a:off x="4274819" y="2461260"/>
            <a:ext cx="1760220" cy="2095500"/>
            <a:chOff x="4274819" y="2461260"/>
            <a:chExt cx="1760220" cy="2095500"/>
          </a:xfrm>
        </p:grpSpPr>
        <p:sp>
          <p:nvSpPr>
            <p:cNvPr id="248" name="Google Shape;248;p21"/>
            <p:cNvSpPr/>
            <p:nvPr/>
          </p:nvSpPr>
          <p:spPr>
            <a:xfrm>
              <a:off x="4274819" y="4389120"/>
              <a:ext cx="1760220" cy="167640"/>
            </a:xfrm>
            <a:custGeom>
              <a:rect b="b" l="l" r="r" t="t"/>
              <a:pathLst>
                <a:path extrusionOk="0" h="167639" w="1760220">
                  <a:moveTo>
                    <a:pt x="0" y="167639"/>
                  </a:moveTo>
                  <a:lnTo>
                    <a:pt x="1760220" y="167639"/>
                  </a:lnTo>
                  <a:lnTo>
                    <a:pt x="1760220" y="0"/>
                  </a:lnTo>
                  <a:lnTo>
                    <a:pt x="0" y="0"/>
                  </a:lnTo>
                  <a:lnTo>
                    <a:pt x="0" y="167639"/>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21"/>
            <p:cNvSpPr/>
            <p:nvPr/>
          </p:nvSpPr>
          <p:spPr>
            <a:xfrm>
              <a:off x="427481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0" name="Google Shape;250;p21"/>
          <p:cNvSpPr txBox="1"/>
          <p:nvPr/>
        </p:nvSpPr>
        <p:spPr>
          <a:xfrm>
            <a:off x="4280153" y="2466594"/>
            <a:ext cx="1750060" cy="909955"/>
          </a:xfrm>
          <a:prstGeom prst="rect">
            <a:avLst/>
          </a:prstGeom>
          <a:solidFill>
            <a:srgbClr val="CCFFCC"/>
          </a:solidFill>
          <a:ln>
            <a:noFill/>
          </a:ln>
        </p:spPr>
        <p:txBody>
          <a:bodyPr anchorCtr="0" anchor="t" bIns="0" lIns="0" spcFirstLastPara="1" rIns="0" wrap="square" tIns="40625">
            <a:spAutoFit/>
          </a:bodyPr>
          <a:lstStyle/>
          <a:p>
            <a:pPr indent="0" lvl="0" marL="95250" marR="0" rtl="0" algn="l">
              <a:lnSpc>
                <a:spcPct val="100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08940" marR="347345" rtl="0" algn="l">
              <a:lnSpc>
                <a:spcPct val="101000"/>
              </a:lnSpc>
              <a:spcBef>
                <a:spcPts val="0"/>
              </a:spcBef>
              <a:spcAft>
                <a:spcPts val="0"/>
              </a:spcAft>
              <a:buNone/>
            </a:pPr>
            <a:r>
              <a:rPr lang="en-US" sz="1750">
                <a:solidFill>
                  <a:schemeClr val="dk1"/>
                </a:solidFill>
                <a:latin typeface="Arial"/>
                <a:ea typeface="Arial"/>
                <a:cs typeface="Arial"/>
                <a:sym typeface="Arial"/>
              </a:rPr>
              <a:t>read a file  b := a + 1</a:t>
            </a:r>
            <a:endParaRPr sz="1750">
              <a:solidFill>
                <a:schemeClr val="dk1"/>
              </a:solidFill>
              <a:latin typeface="Arial"/>
              <a:ea typeface="Arial"/>
              <a:cs typeface="Arial"/>
              <a:sym typeface="Arial"/>
            </a:endParaRPr>
          </a:p>
        </p:txBody>
      </p:sp>
      <p:sp>
        <p:nvSpPr>
          <p:cNvPr id="251" name="Google Shape;251;p21"/>
          <p:cNvSpPr txBox="1"/>
          <p:nvPr/>
        </p:nvSpPr>
        <p:spPr>
          <a:xfrm>
            <a:off x="4689360" y="3331306"/>
            <a:ext cx="937894" cy="1055370"/>
          </a:xfrm>
          <a:prstGeom prst="rect">
            <a:avLst/>
          </a:prstGeom>
          <a:noFill/>
          <a:ln>
            <a:noFill/>
          </a:ln>
        </p:spPr>
        <p:txBody>
          <a:bodyPr anchorCtr="0" anchor="t" bIns="0" lIns="0" spcFirstLastPara="1" rIns="0" wrap="square" tIns="0">
            <a:spAutoFit/>
          </a:bodyPr>
          <a:lstStyle/>
          <a:p>
            <a:pPr indent="0" lvl="0" marL="0" marR="0" rtl="0" algn="just">
              <a:lnSpc>
                <a:spcPct val="111142"/>
              </a:lnSpc>
              <a:spcBef>
                <a:spcPts val="0"/>
              </a:spcBef>
              <a:spcAft>
                <a:spcPts val="0"/>
              </a:spcAft>
              <a:buNone/>
            </a:pPr>
            <a:r>
              <a:rPr lang="en-US" sz="1750">
                <a:solidFill>
                  <a:schemeClr val="dk1"/>
                </a:solidFill>
                <a:latin typeface="Arial"/>
                <a:ea typeface="Arial"/>
                <a:cs typeface="Arial"/>
                <a:sym typeface="Arial"/>
              </a:rPr>
              <a:t>c := b + 1</a:t>
            </a:r>
            <a:endParaRPr sz="1750">
              <a:solidFill>
                <a:schemeClr val="dk1"/>
              </a:solidFill>
              <a:latin typeface="Arial"/>
              <a:ea typeface="Arial"/>
              <a:cs typeface="Arial"/>
              <a:sym typeface="Arial"/>
            </a:endParaRPr>
          </a:p>
          <a:p>
            <a:pPr indent="0" lvl="0" marL="0" marR="49530" rtl="0" algn="just">
              <a:lnSpc>
                <a:spcPct val="101000"/>
              </a:lnSpc>
              <a:spcBef>
                <a:spcPts val="0"/>
              </a:spcBef>
              <a:spcAft>
                <a:spcPts val="0"/>
              </a:spcAft>
              <a:buNone/>
            </a:pP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p:txBody>
      </p:sp>
      <p:sp>
        <p:nvSpPr>
          <p:cNvPr id="252" name="Google Shape;252;p21"/>
          <p:cNvSpPr txBox="1"/>
          <p:nvPr/>
        </p:nvSpPr>
        <p:spPr>
          <a:xfrm>
            <a:off x="2082830" y="1913635"/>
            <a:ext cx="104711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sp>
        <p:nvSpPr>
          <p:cNvPr id="253" name="Google Shape;253;p21"/>
          <p:cNvSpPr txBox="1"/>
          <p:nvPr/>
        </p:nvSpPr>
        <p:spPr>
          <a:xfrm>
            <a:off x="4393736"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sp>
        <p:nvSpPr>
          <p:cNvPr id="254" name="Google Shape;254;p21"/>
          <p:cNvSpPr txBox="1"/>
          <p:nvPr/>
        </p:nvSpPr>
        <p:spPr>
          <a:xfrm>
            <a:off x="6571368"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grpSp>
        <p:nvGrpSpPr>
          <p:cNvPr id="255" name="Google Shape;255;p21"/>
          <p:cNvGrpSpPr/>
          <p:nvPr/>
        </p:nvGrpSpPr>
        <p:grpSpPr>
          <a:xfrm>
            <a:off x="2263139" y="2628899"/>
            <a:ext cx="1760220" cy="2095500"/>
            <a:chOff x="2263139" y="2628899"/>
            <a:chExt cx="1760220" cy="2095500"/>
          </a:xfrm>
        </p:grpSpPr>
        <p:sp>
          <p:nvSpPr>
            <p:cNvPr id="256" name="Google Shape;256;p21"/>
            <p:cNvSpPr/>
            <p:nvPr/>
          </p:nvSpPr>
          <p:spPr>
            <a:xfrm>
              <a:off x="2263139" y="2628899"/>
              <a:ext cx="1760220" cy="2095500"/>
            </a:xfrm>
            <a:custGeom>
              <a:rect b="b" l="l" r="r" t="t"/>
              <a:pathLst>
                <a:path extrusionOk="0" h="2095500" w="1760220">
                  <a:moveTo>
                    <a:pt x="1760219" y="2095500"/>
                  </a:moveTo>
                  <a:lnTo>
                    <a:pt x="0" y="2095500"/>
                  </a:lnTo>
                  <a:lnTo>
                    <a:pt x="0" y="0"/>
                  </a:lnTo>
                  <a:lnTo>
                    <a:pt x="1760219" y="0"/>
                  </a:lnTo>
                  <a:lnTo>
                    <a:pt x="1760219" y="2095500"/>
                  </a:lnTo>
                  <a:close/>
                </a:path>
              </a:pathLst>
            </a:custGeom>
            <a:solidFill>
              <a:srgbClr val="FFC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21"/>
            <p:cNvSpPr/>
            <p:nvPr/>
          </p:nvSpPr>
          <p:spPr>
            <a:xfrm>
              <a:off x="2263139" y="2628899"/>
              <a:ext cx="1760220" cy="2095500"/>
            </a:xfrm>
            <a:custGeom>
              <a:rect b="b" l="l" r="r" t="t"/>
              <a:pathLst>
                <a:path extrusionOk="0" h="2095500" w="1760220">
                  <a:moveTo>
                    <a:pt x="0" y="0"/>
                  </a:moveTo>
                  <a:lnTo>
                    <a:pt x="1760219" y="0"/>
                  </a:lnTo>
                  <a:lnTo>
                    <a:pt x="1760219"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21"/>
          <p:cNvSpPr txBox="1"/>
          <p:nvPr/>
        </p:nvSpPr>
        <p:spPr>
          <a:xfrm>
            <a:off x="2363659" y="2694339"/>
            <a:ext cx="1299210" cy="1859914"/>
          </a:xfrm>
          <a:prstGeom prst="rect">
            <a:avLst/>
          </a:prstGeom>
          <a:noFill/>
          <a:ln>
            <a:noFill/>
          </a:ln>
        </p:spPr>
        <p:txBody>
          <a:bodyPr anchorCtr="0" anchor="t" bIns="0" lIns="0" spcFirstLastPara="1" rIns="0" wrap="square" tIns="0">
            <a:spAutoFit/>
          </a:bodyPr>
          <a:lstStyle/>
          <a:p>
            <a:pPr indent="0" lvl="0" marL="313690" marR="0" rtl="0" algn="l">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313690" lvl="0" marL="313690" marR="0"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b := a + 1  c := b + 1  read a file  a := b - c  c := c * b  b := 0</a:t>
            </a:r>
            <a:endParaRPr sz="1750">
              <a:solidFill>
                <a:schemeClr val="dk1"/>
              </a:solidFill>
              <a:latin typeface="Arial"/>
              <a:ea typeface="Arial"/>
              <a:cs typeface="Arial"/>
              <a:sym typeface="Arial"/>
            </a:endParaRPr>
          </a:p>
        </p:txBody>
      </p:sp>
      <p:grpSp>
        <p:nvGrpSpPr>
          <p:cNvPr id="259" name="Google Shape;259;p21"/>
          <p:cNvGrpSpPr/>
          <p:nvPr/>
        </p:nvGrpSpPr>
        <p:grpSpPr>
          <a:xfrm>
            <a:off x="2430780" y="2796539"/>
            <a:ext cx="1760220" cy="2095500"/>
            <a:chOff x="2430780" y="2796539"/>
            <a:chExt cx="1760220" cy="2095500"/>
          </a:xfrm>
        </p:grpSpPr>
        <p:sp>
          <p:nvSpPr>
            <p:cNvPr id="260" name="Google Shape;260;p21"/>
            <p:cNvSpPr/>
            <p:nvPr/>
          </p:nvSpPr>
          <p:spPr>
            <a:xfrm>
              <a:off x="2430780" y="2796539"/>
              <a:ext cx="1760220" cy="2095500"/>
            </a:xfrm>
            <a:custGeom>
              <a:rect b="b" l="l" r="r" t="t"/>
              <a:pathLst>
                <a:path extrusionOk="0" h="2095500" w="1760220">
                  <a:moveTo>
                    <a:pt x="1760220" y="2095500"/>
                  </a:moveTo>
                  <a:lnTo>
                    <a:pt x="0" y="2095500"/>
                  </a:lnTo>
                  <a:lnTo>
                    <a:pt x="0" y="0"/>
                  </a:lnTo>
                  <a:lnTo>
                    <a:pt x="1760220" y="0"/>
                  </a:lnTo>
                  <a:lnTo>
                    <a:pt x="1760220" y="2095500"/>
                  </a:lnTo>
                  <a:close/>
                </a:path>
              </a:pathLst>
            </a:custGeom>
            <a:solidFill>
              <a:srgbClr val="FFC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21"/>
            <p:cNvSpPr/>
            <p:nvPr/>
          </p:nvSpPr>
          <p:spPr>
            <a:xfrm>
              <a:off x="2430780" y="2796539"/>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2" name="Google Shape;262;p21"/>
          <p:cNvSpPr txBox="1"/>
          <p:nvPr/>
        </p:nvSpPr>
        <p:spPr>
          <a:xfrm>
            <a:off x="2518651" y="2828000"/>
            <a:ext cx="1324610" cy="1903730"/>
          </a:xfrm>
          <a:prstGeom prst="rect">
            <a:avLst/>
          </a:prstGeom>
          <a:noFill/>
          <a:ln>
            <a:noFill/>
          </a:ln>
        </p:spPr>
        <p:txBody>
          <a:bodyPr anchorCtr="0" anchor="t" bIns="0" lIns="0" spcFirstLastPara="1" rIns="0" wrap="square" tIns="13950">
            <a:spAutoFit/>
          </a:bodyPr>
          <a:lstStyle/>
          <a:p>
            <a:pPr indent="0" lvl="0" marL="32639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26390" marR="0" rtl="0" algn="l">
              <a:lnSpc>
                <a:spcPct val="100000"/>
              </a:lnSpc>
              <a:spcBef>
                <a:spcPts val="15"/>
              </a:spcBef>
              <a:spcAft>
                <a:spcPts val="0"/>
              </a:spcAft>
              <a:buNone/>
            </a:pPr>
            <a:r>
              <a:rPr lang="en-US" sz="1750">
                <a:solidFill>
                  <a:schemeClr val="dk1"/>
                </a:solidFill>
                <a:latin typeface="Arial"/>
                <a:ea typeface="Arial"/>
                <a:cs typeface="Arial"/>
                <a:sym typeface="Arial"/>
              </a:rPr>
              <a:t>b := a + 1</a:t>
            </a:r>
            <a:endParaRPr sz="1750">
              <a:solidFill>
                <a:schemeClr val="dk1"/>
              </a:solidFill>
              <a:latin typeface="Arial"/>
              <a:ea typeface="Arial"/>
              <a:cs typeface="Arial"/>
              <a:sym typeface="Arial"/>
            </a:endParaRPr>
          </a:p>
          <a:p>
            <a:pPr indent="-314325" lvl="0" marL="326390" marR="5080"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c := b + 1  read a file  a := b - c  c := c * b  b := 0</a:t>
            </a:r>
            <a:endParaRPr sz="1750">
              <a:solidFill>
                <a:schemeClr val="dk1"/>
              </a:solidFill>
              <a:latin typeface="Arial"/>
              <a:ea typeface="Arial"/>
              <a:cs typeface="Arial"/>
              <a:sym typeface="Arial"/>
            </a:endParaRPr>
          </a:p>
        </p:txBody>
      </p:sp>
      <p:grpSp>
        <p:nvGrpSpPr>
          <p:cNvPr id="263" name="Google Shape;263;p21"/>
          <p:cNvGrpSpPr/>
          <p:nvPr/>
        </p:nvGrpSpPr>
        <p:grpSpPr>
          <a:xfrm>
            <a:off x="4023360" y="3376421"/>
            <a:ext cx="2095500" cy="1012698"/>
            <a:chOff x="4023360" y="3376421"/>
            <a:chExt cx="2095500" cy="1012698"/>
          </a:xfrm>
        </p:grpSpPr>
        <p:sp>
          <p:nvSpPr>
            <p:cNvPr id="264" name="Google Shape;264;p21"/>
            <p:cNvSpPr/>
            <p:nvPr/>
          </p:nvSpPr>
          <p:spPr>
            <a:xfrm>
              <a:off x="4023360" y="3376421"/>
              <a:ext cx="0" cy="6985"/>
            </a:xfrm>
            <a:custGeom>
              <a:rect b="b" l="l" r="r" t="t"/>
              <a:pathLst>
                <a:path extrusionOk="0" h="6985" w="120000">
                  <a:moveTo>
                    <a:pt x="0" y="0"/>
                  </a:moveTo>
                  <a:lnTo>
                    <a:pt x="0" y="685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21"/>
            <p:cNvSpPr/>
            <p:nvPr/>
          </p:nvSpPr>
          <p:spPr>
            <a:xfrm>
              <a:off x="4023360" y="3383279"/>
              <a:ext cx="2095500" cy="1005840"/>
            </a:xfrm>
            <a:custGeom>
              <a:rect b="b" l="l" r="r" t="t"/>
              <a:pathLst>
                <a:path extrusionOk="0" h="1005839" w="2095500">
                  <a:moveTo>
                    <a:pt x="2095500" y="1005839"/>
                  </a:moveTo>
                  <a:lnTo>
                    <a:pt x="0" y="1005840"/>
                  </a:lnTo>
                  <a:lnTo>
                    <a:pt x="0" y="0"/>
                  </a:lnTo>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21"/>
            <p:cNvSpPr/>
            <p:nvPr/>
          </p:nvSpPr>
          <p:spPr>
            <a:xfrm>
              <a:off x="4023360" y="3383279"/>
              <a:ext cx="2095500" cy="1005840"/>
            </a:xfrm>
            <a:custGeom>
              <a:rect b="b" l="l" r="r" t="t"/>
              <a:pathLst>
                <a:path extrusionOk="0" h="1005839" w="2095500">
                  <a:moveTo>
                    <a:pt x="2095500" y="1005840"/>
                  </a:moveTo>
                  <a:lnTo>
                    <a:pt x="0" y="1005840"/>
                  </a:lnTo>
                  <a:lnTo>
                    <a:pt x="0" y="0"/>
                  </a:lnTo>
                  <a:lnTo>
                    <a:pt x="2095500" y="0"/>
                  </a:lnTo>
                  <a:lnTo>
                    <a:pt x="2095500" y="1005840"/>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21"/>
            <p:cNvSpPr/>
            <p:nvPr/>
          </p:nvSpPr>
          <p:spPr>
            <a:xfrm>
              <a:off x="4023360" y="3383279"/>
              <a:ext cx="2095500" cy="1005840"/>
            </a:xfrm>
            <a:custGeom>
              <a:rect b="b" l="l" r="r" t="t"/>
              <a:pathLst>
                <a:path extrusionOk="0" h="1005839" w="2095500">
                  <a:moveTo>
                    <a:pt x="0" y="0"/>
                  </a:moveTo>
                  <a:lnTo>
                    <a:pt x="2095500" y="0"/>
                  </a:lnTo>
                  <a:lnTo>
                    <a:pt x="2095500" y="1005840"/>
                  </a:lnTo>
                  <a:lnTo>
                    <a:pt x="0" y="1005840"/>
                  </a:lnTo>
                  <a:lnTo>
                    <a:pt x="0" y="0"/>
                  </a:lnTo>
                  <a:close/>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8" name="Google Shape;268;p21"/>
          <p:cNvSpPr txBox="1"/>
          <p:nvPr/>
        </p:nvSpPr>
        <p:spPr>
          <a:xfrm>
            <a:off x="4280153" y="3390138"/>
            <a:ext cx="175006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338455" marR="0" rtl="0" algn="l">
              <a:lnSpc>
                <a:spcPct val="100000"/>
              </a:lnSpc>
              <a:spcBef>
                <a:spcPts val="0"/>
              </a:spcBef>
              <a:spcAft>
                <a:spcPts val="0"/>
              </a:spcAft>
              <a:buNone/>
            </a:pPr>
            <a:r>
              <a:rPr lang="en-US" sz="1950">
                <a:solidFill>
                  <a:srgbClr val="333333"/>
                </a:solidFill>
                <a:latin typeface="Arial"/>
                <a:ea typeface="Arial"/>
                <a:cs typeface="Arial"/>
                <a:sym typeface="Arial"/>
              </a:rPr>
              <a:t>Timeout</a:t>
            </a:r>
            <a:endParaRPr sz="1950">
              <a:solidFill>
                <a:schemeClr val="dk1"/>
              </a:solidFill>
              <a:latin typeface="Arial"/>
              <a:ea typeface="Arial"/>
              <a:cs typeface="Arial"/>
              <a:sym typeface="Arial"/>
            </a:endParaRPr>
          </a:p>
        </p:txBody>
      </p:sp>
      <p:grpSp>
        <p:nvGrpSpPr>
          <p:cNvPr id="269" name="Google Shape;269;p21"/>
          <p:cNvGrpSpPr/>
          <p:nvPr/>
        </p:nvGrpSpPr>
        <p:grpSpPr>
          <a:xfrm>
            <a:off x="6705600" y="5562599"/>
            <a:ext cx="251460" cy="251460"/>
            <a:chOff x="6705600" y="5562599"/>
            <a:chExt cx="251460" cy="251460"/>
          </a:xfrm>
        </p:grpSpPr>
        <p:sp>
          <p:nvSpPr>
            <p:cNvPr id="270" name="Google Shape;270;p21"/>
            <p:cNvSpPr/>
            <p:nvPr/>
          </p:nvSpPr>
          <p:spPr>
            <a:xfrm>
              <a:off x="6705600" y="5562599"/>
              <a:ext cx="251459"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21"/>
            <p:cNvSpPr/>
            <p:nvPr/>
          </p:nvSpPr>
          <p:spPr>
            <a:xfrm>
              <a:off x="6705600"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2" name="Google Shape;272;p21"/>
          <p:cNvGrpSpPr/>
          <p:nvPr/>
        </p:nvGrpSpPr>
        <p:grpSpPr>
          <a:xfrm>
            <a:off x="4861560" y="5562599"/>
            <a:ext cx="251460" cy="251460"/>
            <a:chOff x="4861560" y="5562599"/>
            <a:chExt cx="251460" cy="251460"/>
          </a:xfrm>
        </p:grpSpPr>
        <p:sp>
          <p:nvSpPr>
            <p:cNvPr id="273" name="Google Shape;273;p21"/>
            <p:cNvSpPr/>
            <p:nvPr/>
          </p:nvSpPr>
          <p:spPr>
            <a:xfrm>
              <a:off x="4861560" y="5562599"/>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21"/>
            <p:cNvSpPr/>
            <p:nvPr/>
          </p:nvSpPr>
          <p:spPr>
            <a:xfrm>
              <a:off x="48615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5" name="Google Shape;275;p21"/>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1"/>
          <p:cNvSpPr txBox="1"/>
          <p:nvPr>
            <p:ph type="title"/>
          </p:nvPr>
        </p:nvSpPr>
        <p:spPr>
          <a:xfrm>
            <a:off x="1093625" y="630448"/>
            <a:ext cx="495109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state_2</a:t>
            </a:r>
            <a:endParaRPr/>
          </a:p>
        </p:txBody>
      </p:sp>
      <p:sp>
        <p:nvSpPr>
          <p:cNvPr id="277" name="Google Shape;277;p2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2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279" name="Google Shape;279;p21"/>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aphicFrame>
        <p:nvGraphicFramePr>
          <p:cNvPr id="284" name="Google Shape;284;p22"/>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285" name="Google Shape;285;p22"/>
          <p:cNvGrpSpPr/>
          <p:nvPr/>
        </p:nvGrpSpPr>
        <p:grpSpPr>
          <a:xfrm>
            <a:off x="6621779" y="5394960"/>
            <a:ext cx="502920" cy="502920"/>
            <a:chOff x="6621779" y="5394960"/>
            <a:chExt cx="502920" cy="502920"/>
          </a:xfrm>
        </p:grpSpPr>
        <p:sp>
          <p:nvSpPr>
            <p:cNvPr id="286" name="Google Shape;286;p22"/>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22"/>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8" name="Google Shape;288;p22"/>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22"/>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22"/>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22"/>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22"/>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3" name="Google Shape;293;p22"/>
          <p:cNvGrpSpPr/>
          <p:nvPr/>
        </p:nvGrpSpPr>
        <p:grpSpPr>
          <a:xfrm>
            <a:off x="2976372" y="5143499"/>
            <a:ext cx="3896868" cy="502920"/>
            <a:chOff x="2976372" y="5143499"/>
            <a:chExt cx="3896868" cy="502920"/>
          </a:xfrm>
        </p:grpSpPr>
        <p:sp>
          <p:nvSpPr>
            <p:cNvPr id="294" name="Google Shape;294;p22"/>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22"/>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6" name="Google Shape;296;p22"/>
          <p:cNvGrpSpPr/>
          <p:nvPr/>
        </p:nvGrpSpPr>
        <p:grpSpPr>
          <a:xfrm>
            <a:off x="4861560" y="5562599"/>
            <a:ext cx="251460" cy="251460"/>
            <a:chOff x="4861560" y="5562599"/>
            <a:chExt cx="251460" cy="251460"/>
          </a:xfrm>
        </p:grpSpPr>
        <p:sp>
          <p:nvSpPr>
            <p:cNvPr id="297" name="Google Shape;297;p22"/>
            <p:cNvSpPr/>
            <p:nvPr/>
          </p:nvSpPr>
          <p:spPr>
            <a:xfrm>
              <a:off x="4861560" y="5562599"/>
              <a:ext cx="251460"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22"/>
            <p:cNvSpPr/>
            <p:nvPr/>
          </p:nvSpPr>
          <p:spPr>
            <a:xfrm>
              <a:off x="48615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9" name="Google Shape;299;p22"/>
          <p:cNvSpPr txBox="1"/>
          <p:nvPr/>
        </p:nvSpPr>
        <p:spPr>
          <a:xfrm>
            <a:off x="2095500" y="2461260"/>
            <a:ext cx="1760220" cy="2095500"/>
          </a:xfrm>
          <a:prstGeom prst="rect">
            <a:avLst/>
          </a:prstGeom>
          <a:solidFill>
            <a:srgbClr val="FFCC99"/>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4" lvl="0" marL="414019" marR="36512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a := b - c  c := c * b  b := 0</a:t>
            </a:r>
            <a:endParaRPr sz="1750">
              <a:solidFill>
                <a:schemeClr val="dk1"/>
              </a:solidFill>
              <a:latin typeface="Arial"/>
              <a:ea typeface="Arial"/>
              <a:cs typeface="Arial"/>
              <a:sym typeface="Arial"/>
            </a:endParaRPr>
          </a:p>
        </p:txBody>
      </p:sp>
      <p:sp>
        <p:nvSpPr>
          <p:cNvPr id="300" name="Google Shape;300;p22"/>
          <p:cNvSpPr txBox="1"/>
          <p:nvPr/>
        </p:nvSpPr>
        <p:spPr>
          <a:xfrm>
            <a:off x="6454140" y="2461260"/>
            <a:ext cx="1760220" cy="2095500"/>
          </a:xfrm>
          <a:prstGeom prst="rect">
            <a:avLst/>
          </a:prstGeom>
          <a:solidFill>
            <a:srgbClr val="00CCFF"/>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100330" marR="0" rtl="0" algn="l">
              <a:lnSpc>
                <a:spcPct val="100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  a := b - c  c := c * b  b := 0</a:t>
            </a:r>
            <a:endParaRPr sz="1750">
              <a:solidFill>
                <a:schemeClr val="dk1"/>
              </a:solidFill>
              <a:latin typeface="Arial"/>
              <a:ea typeface="Arial"/>
              <a:cs typeface="Arial"/>
              <a:sym typeface="Arial"/>
            </a:endParaRPr>
          </a:p>
          <a:p>
            <a:pPr indent="0" lvl="0" marL="414019" marR="0" rtl="0" algn="l">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sp>
        <p:nvSpPr>
          <p:cNvPr id="301" name="Google Shape;301;p22"/>
          <p:cNvSpPr txBox="1"/>
          <p:nvPr/>
        </p:nvSpPr>
        <p:spPr>
          <a:xfrm>
            <a:off x="4375416" y="2526647"/>
            <a:ext cx="1299210" cy="1859914"/>
          </a:xfrm>
          <a:prstGeom prst="rect">
            <a:avLst/>
          </a:prstGeom>
          <a:noFill/>
          <a:ln>
            <a:noFill/>
          </a:ln>
        </p:spPr>
        <p:txBody>
          <a:bodyPr anchorCtr="0" anchor="t" bIns="0" lIns="0" spcFirstLastPara="1" rIns="0" wrap="square" tIns="0">
            <a:spAutoFit/>
          </a:bodyPr>
          <a:lstStyle/>
          <a:p>
            <a:pPr indent="0" lvl="0" marL="0" marR="0" rtl="0" algn="l">
              <a:lnSpc>
                <a:spcPct val="111142"/>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l">
              <a:lnSpc>
                <a:spcPct val="101000"/>
              </a:lnSpc>
              <a:spcBef>
                <a:spcPts val="0"/>
              </a:spcBef>
              <a:spcAft>
                <a:spcPts val="0"/>
              </a:spcAft>
              <a:buNone/>
            </a:pPr>
            <a:r>
              <a:rPr lang="en-US" sz="1750">
                <a:solidFill>
                  <a:schemeClr val="dk1"/>
                </a:solidFill>
                <a:latin typeface="Arial"/>
                <a:ea typeface="Arial"/>
                <a:cs typeface="Arial"/>
                <a:sym typeface="Arial"/>
              </a:rPr>
              <a:t>read a file  b := a + 1  c := b + 1  a := b - c  c := c * b  b := 0</a:t>
            </a:r>
            <a:endParaRPr sz="1750">
              <a:solidFill>
                <a:schemeClr val="dk1"/>
              </a:solidFill>
              <a:latin typeface="Arial"/>
              <a:ea typeface="Arial"/>
              <a:cs typeface="Arial"/>
              <a:sym typeface="Arial"/>
            </a:endParaRPr>
          </a:p>
        </p:txBody>
      </p:sp>
      <p:sp>
        <p:nvSpPr>
          <p:cNvPr id="302" name="Google Shape;302;p22"/>
          <p:cNvSpPr txBox="1"/>
          <p:nvPr/>
        </p:nvSpPr>
        <p:spPr>
          <a:xfrm>
            <a:off x="2213839"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sp>
        <p:nvSpPr>
          <p:cNvPr id="303" name="Google Shape;303;p22"/>
          <p:cNvSpPr txBox="1"/>
          <p:nvPr/>
        </p:nvSpPr>
        <p:spPr>
          <a:xfrm>
            <a:off x="4263228" y="1913635"/>
            <a:ext cx="10445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sp>
        <p:nvSpPr>
          <p:cNvPr id="304" name="Google Shape;304;p22"/>
          <p:cNvSpPr txBox="1"/>
          <p:nvPr/>
        </p:nvSpPr>
        <p:spPr>
          <a:xfrm>
            <a:off x="6571619"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sp>
        <p:nvSpPr>
          <p:cNvPr id="305" name="Google Shape;305;p22"/>
          <p:cNvSpPr txBox="1"/>
          <p:nvPr/>
        </p:nvSpPr>
        <p:spPr>
          <a:xfrm>
            <a:off x="4856943" y="3498998"/>
            <a:ext cx="937894" cy="786765"/>
          </a:xfrm>
          <a:prstGeom prst="rect">
            <a:avLst/>
          </a:prstGeom>
          <a:noFill/>
          <a:ln>
            <a:noFill/>
          </a:ln>
        </p:spPr>
        <p:txBody>
          <a:bodyPr anchorCtr="0" anchor="t" bIns="0" lIns="0" spcFirstLastPara="1" rIns="0" wrap="square" tIns="0">
            <a:spAutoFit/>
          </a:bodyPr>
          <a:lstStyle/>
          <a:p>
            <a:pPr indent="0" lvl="0" marL="0" marR="0" rtl="0" algn="l">
              <a:lnSpc>
                <a:spcPct val="111142"/>
              </a:lnSpc>
              <a:spcBef>
                <a:spcPts val="0"/>
              </a:spcBef>
              <a:spcAft>
                <a:spcPts val="0"/>
              </a:spcAft>
              <a:buNone/>
            </a:pPr>
            <a:r>
              <a:rPr lang="en-US" sz="1750">
                <a:solidFill>
                  <a:schemeClr val="dk1"/>
                </a:solidFill>
                <a:latin typeface="Arial"/>
                <a:ea typeface="Arial"/>
                <a:cs typeface="Arial"/>
                <a:sym typeface="Arial"/>
              </a:rPr>
              <a:t>c := b + 1</a:t>
            </a:r>
            <a:endParaRPr sz="1750">
              <a:solidFill>
                <a:schemeClr val="dk1"/>
              </a:solidFill>
              <a:latin typeface="Arial"/>
              <a:ea typeface="Arial"/>
              <a:cs typeface="Arial"/>
              <a:sym typeface="Arial"/>
            </a:endParaRPr>
          </a:p>
          <a:p>
            <a:pPr indent="0" lvl="0" marL="0" marR="49530" rtl="0" algn="l">
              <a:lnSpc>
                <a:spcPct val="101000"/>
              </a:lnSpc>
              <a:spcBef>
                <a:spcPts val="0"/>
              </a:spcBef>
              <a:spcAft>
                <a:spcPts val="0"/>
              </a:spcAft>
              <a:buNone/>
            </a:pPr>
            <a:r>
              <a:rPr lang="en-US" sz="1750">
                <a:solidFill>
                  <a:schemeClr val="dk1"/>
                </a:solidFill>
                <a:latin typeface="Arial"/>
                <a:ea typeface="Arial"/>
                <a:cs typeface="Arial"/>
                <a:sym typeface="Arial"/>
              </a:rPr>
              <a:t>a := b - c  c := c * b</a:t>
            </a:r>
            <a:endParaRPr sz="1750">
              <a:solidFill>
                <a:schemeClr val="dk1"/>
              </a:solidFill>
              <a:latin typeface="Arial"/>
              <a:ea typeface="Arial"/>
              <a:cs typeface="Arial"/>
              <a:sym typeface="Arial"/>
            </a:endParaRPr>
          </a:p>
        </p:txBody>
      </p:sp>
      <p:graphicFrame>
        <p:nvGraphicFramePr>
          <p:cNvPr id="306" name="Google Shape;306;p22"/>
          <p:cNvGraphicFramePr/>
          <p:nvPr/>
        </p:nvGraphicFramePr>
        <p:xfrm>
          <a:off x="4016502" y="2455926"/>
          <a:ext cx="3000000" cy="3000000"/>
        </p:xfrm>
        <a:graphic>
          <a:graphicData uri="http://schemas.openxmlformats.org/drawingml/2006/table">
            <a:tbl>
              <a:tblPr bandRow="1" firstRow="1">
                <a:noFill/>
                <a:tableStyleId>{0C924821-DEA3-483A-996B-97687F0F8459}</a:tableStyleId>
              </a:tblPr>
              <a:tblGrid>
                <a:gridCol w="251450"/>
                <a:gridCol w="167650"/>
                <a:gridCol w="1592575"/>
                <a:gridCol w="83825"/>
                <a:gridCol w="83825"/>
              </a:tblGrid>
              <a:tr h="167650">
                <a:tc row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CCFFCC"/>
                    </a:solidFill>
                  </a:tcPr>
                </a:tc>
                <a:tc hMerge="1"/>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B cap="flat" cmpd="sng" w="12700">
                      <a:solidFill>
                        <a:srgbClr val="000000"/>
                      </a:solidFill>
                      <a:prstDash val="solid"/>
                      <a:round/>
                      <a:headEnd len="sm" w="sm" type="none"/>
                      <a:tailEnd len="sm" w="sm" type="none"/>
                    </a:lnB>
                  </a:tcPr>
                </a:tc>
                <a:tc hMerge="1"/>
              </a:tr>
              <a:tr h="754375">
                <a:tc vMerge="1"/>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solidFill>
                      <a:srgbClr val="CCFFCC"/>
                    </a:solidFill>
                  </a:tcPr>
                </a:tc>
                <a:tc>
                  <a:txBody>
                    <a:bodyPr/>
                    <a:lstStyle/>
                    <a:p>
                      <a:pPr indent="0" lvl="0" marL="414019" marR="0" rtl="0" algn="l">
                        <a:lnSpc>
                          <a:spcPct val="100000"/>
                        </a:lnSpc>
                        <a:spcBef>
                          <a:spcPts val="0"/>
                        </a:spcBef>
                        <a:spcAft>
                          <a:spcPts val="0"/>
                        </a:spcAft>
                        <a:buNone/>
                      </a:pPr>
                      <a:r>
                        <a:rPr lang="en-US" sz="1750" u="none" cap="none" strike="noStrike">
                          <a:latin typeface="Arial"/>
                          <a:ea typeface="Arial"/>
                          <a:cs typeface="Arial"/>
                          <a:sym typeface="Arial"/>
                        </a:rPr>
                        <a:t>a := 1</a:t>
                      </a:r>
                      <a:endParaRPr sz="1750" u="none" cap="none" strike="noStrike">
                        <a:latin typeface="Arial"/>
                        <a:ea typeface="Arial"/>
                        <a:cs typeface="Arial"/>
                        <a:sym typeface="Arial"/>
                      </a:endParaRPr>
                    </a:p>
                    <a:p>
                      <a:pPr indent="-314324" lvl="0" marL="414019" marR="197485" rtl="0" algn="l">
                        <a:lnSpc>
                          <a:spcPct val="120571"/>
                        </a:lnSpc>
                        <a:spcBef>
                          <a:spcPts val="75"/>
                        </a:spcBef>
                        <a:spcAft>
                          <a:spcPts val="0"/>
                        </a:spcAft>
                        <a:buNone/>
                      </a:pPr>
                      <a:r>
                        <a:rPr lang="en-US" sz="1750" u="none" cap="none" strike="noStrike">
                          <a:latin typeface="Georgia"/>
                          <a:ea typeface="Georgia"/>
                          <a:cs typeface="Georgia"/>
                          <a:sym typeface="Georgia"/>
                        </a:rPr>
                        <a:t> </a:t>
                      </a:r>
                      <a:r>
                        <a:rPr lang="en-US" sz="1750" u="none" cap="none" strike="noStrike">
                          <a:latin typeface="Arial"/>
                          <a:ea typeface="Arial"/>
                          <a:cs typeface="Arial"/>
                          <a:sym typeface="Arial"/>
                        </a:rPr>
                        <a:t>read a file  b := a + 1</a:t>
                      </a:r>
                      <a:endParaRPr sz="1750" u="none" cap="none" strike="noStrike">
                        <a:latin typeface="Arial"/>
                        <a:ea typeface="Arial"/>
                        <a:cs typeface="Arial"/>
                        <a:sym typeface="Arial"/>
                      </a:endParaRPr>
                    </a:p>
                  </a:txBody>
                  <a:tcPr marT="4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CCFFCC"/>
                    </a:solidFill>
                  </a:tcPr>
                </a:tc>
                <a:tc grid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CCFFCC"/>
                    </a:solidFill>
                  </a:tcPr>
                </a:tc>
                <a:tc hMerge="1"/>
              </a:tr>
              <a:tr h="100585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5A8A8"/>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5A8A8"/>
                    </a:solidFill>
                  </a:tcPr>
                </a:tc>
                <a:tc>
                  <a:txBody>
                    <a:bodyPr/>
                    <a:lstStyle/>
                    <a:p>
                      <a:pPr indent="0" lvl="0" marL="0" marR="0" rtl="0" algn="l">
                        <a:lnSpc>
                          <a:spcPct val="100000"/>
                        </a:lnSpc>
                        <a:spcBef>
                          <a:spcPts val="0"/>
                        </a:spcBef>
                        <a:spcAft>
                          <a:spcPts val="0"/>
                        </a:spcAft>
                        <a:buNone/>
                      </a:pPr>
                      <a:r>
                        <a:t/>
                      </a:r>
                      <a:endParaRPr sz="2350" u="none" cap="none" strike="noStrike">
                        <a:latin typeface="Times New Roman"/>
                        <a:ea typeface="Times New Roman"/>
                        <a:cs typeface="Times New Roman"/>
                        <a:sym typeface="Times New Roman"/>
                      </a:endParaRPr>
                    </a:p>
                    <a:p>
                      <a:pPr indent="0" lvl="0" marL="459740" marR="0" rtl="0" algn="l">
                        <a:lnSpc>
                          <a:spcPct val="100000"/>
                        </a:lnSpc>
                        <a:spcBef>
                          <a:spcPts val="5"/>
                        </a:spcBef>
                        <a:spcAft>
                          <a:spcPts val="0"/>
                        </a:spcAft>
                        <a:buNone/>
                      </a:pPr>
                      <a:r>
                        <a:rPr lang="en-US" sz="1950" u="none" cap="none" strike="noStrike">
                          <a:solidFill>
                            <a:srgbClr val="333333"/>
                          </a:solidFill>
                          <a:latin typeface="Arial"/>
                          <a:ea typeface="Arial"/>
                          <a:cs typeface="Arial"/>
                          <a:sym typeface="Arial"/>
                        </a:rPr>
                        <a:t>I/O</a:t>
                      </a:r>
                      <a:endParaRPr sz="1950" u="none" cap="none" strike="noStrike">
                        <a:latin typeface="Arial"/>
                        <a:ea typeface="Arial"/>
                        <a:cs typeface="Arial"/>
                        <a:sym typeface="Arial"/>
                      </a:endParaRPr>
                    </a:p>
                  </a:txBody>
                  <a:tcPr marT="445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5A8A8"/>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5A8A8"/>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solidFill>
                      <a:srgbClr val="CCFFCC"/>
                    </a:solidFill>
                  </a:tcPr>
                </a:tc>
              </a:tr>
              <a:tr h="167650">
                <a:tc row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T cap="flat" cmpd="sng" w="1905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a:txBody>
                    <a:bodyPr/>
                    <a:lstStyle/>
                    <a:p>
                      <a:pPr indent="0" lvl="0" marL="414019" marR="0" rtl="0" algn="l">
                        <a:lnSpc>
                          <a:spcPct val="69714"/>
                        </a:lnSpc>
                        <a:spcBef>
                          <a:spcPts val="0"/>
                        </a:spcBef>
                        <a:spcAft>
                          <a:spcPts val="0"/>
                        </a:spcAft>
                        <a:buNone/>
                      </a:pPr>
                      <a:r>
                        <a:rPr lang="en-US" sz="1750" u="none" cap="none" strike="noStrike">
                          <a:latin typeface="Arial"/>
                          <a:ea typeface="Arial"/>
                          <a:cs typeface="Arial"/>
                          <a:sym typeface="Arial"/>
                        </a:rPr>
                        <a:t>b := 0</a:t>
                      </a:r>
                      <a:endParaRPr sz="175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hMerge="1"/>
              </a:tr>
              <a:tr h="167650">
                <a:tc vMerge="1"/>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gridSpan="3">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hMerge="1"/>
                <a:tc hMerge="1"/>
              </a:tr>
            </a:tbl>
          </a:graphicData>
        </a:graphic>
      </p:graphicFrame>
      <p:grpSp>
        <p:nvGrpSpPr>
          <p:cNvPr id="307" name="Google Shape;307;p22"/>
          <p:cNvGrpSpPr/>
          <p:nvPr/>
        </p:nvGrpSpPr>
        <p:grpSpPr>
          <a:xfrm>
            <a:off x="4442460" y="5562599"/>
            <a:ext cx="251460" cy="251460"/>
            <a:chOff x="4442460" y="5562599"/>
            <a:chExt cx="251460" cy="251460"/>
          </a:xfrm>
        </p:grpSpPr>
        <p:sp>
          <p:nvSpPr>
            <p:cNvPr id="308" name="Google Shape;308;p22"/>
            <p:cNvSpPr/>
            <p:nvPr/>
          </p:nvSpPr>
          <p:spPr>
            <a:xfrm>
              <a:off x="4442460" y="5562599"/>
              <a:ext cx="251460"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22"/>
            <p:cNvSpPr/>
            <p:nvPr/>
          </p:nvSpPr>
          <p:spPr>
            <a:xfrm>
              <a:off x="44424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0" name="Google Shape;310;p22"/>
          <p:cNvGrpSpPr/>
          <p:nvPr/>
        </p:nvGrpSpPr>
        <p:grpSpPr>
          <a:xfrm>
            <a:off x="6789419" y="5562599"/>
            <a:ext cx="251460" cy="251460"/>
            <a:chOff x="6789419" y="5562599"/>
            <a:chExt cx="251460" cy="251460"/>
          </a:xfrm>
        </p:grpSpPr>
        <p:sp>
          <p:nvSpPr>
            <p:cNvPr id="311" name="Google Shape;311;p22"/>
            <p:cNvSpPr/>
            <p:nvPr/>
          </p:nvSpPr>
          <p:spPr>
            <a:xfrm>
              <a:off x="6789419" y="5562599"/>
              <a:ext cx="251459"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22"/>
            <p:cNvSpPr/>
            <p:nvPr/>
          </p:nvSpPr>
          <p:spPr>
            <a:xfrm>
              <a:off x="6789419"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3" name="Google Shape;313;p22"/>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22"/>
          <p:cNvSpPr txBox="1"/>
          <p:nvPr>
            <p:ph type="title"/>
          </p:nvPr>
        </p:nvSpPr>
        <p:spPr>
          <a:xfrm>
            <a:off x="1093625" y="39257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changes_3</a:t>
            </a:r>
            <a:endParaRPr/>
          </a:p>
        </p:txBody>
      </p:sp>
      <p:sp>
        <p:nvSpPr>
          <p:cNvPr id="315" name="Google Shape;315;p2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2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317" name="Google Shape;317;p22"/>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graphicFrame>
        <p:nvGraphicFramePr>
          <p:cNvPr id="322" name="Google Shape;322;p23"/>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323" name="Google Shape;323;p23"/>
          <p:cNvGrpSpPr/>
          <p:nvPr/>
        </p:nvGrpSpPr>
        <p:grpSpPr>
          <a:xfrm>
            <a:off x="6621779" y="5394960"/>
            <a:ext cx="502920" cy="502920"/>
            <a:chOff x="6621779" y="5394960"/>
            <a:chExt cx="502920" cy="502920"/>
          </a:xfrm>
        </p:grpSpPr>
        <p:sp>
          <p:nvSpPr>
            <p:cNvPr id="324" name="Google Shape;324;p23"/>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3"/>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6" name="Google Shape;326;p23"/>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23"/>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23"/>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23"/>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23"/>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1" name="Google Shape;331;p23"/>
          <p:cNvGrpSpPr/>
          <p:nvPr/>
        </p:nvGrpSpPr>
        <p:grpSpPr>
          <a:xfrm>
            <a:off x="2976372" y="5143499"/>
            <a:ext cx="3896868" cy="502920"/>
            <a:chOff x="2976372" y="5143499"/>
            <a:chExt cx="3896868" cy="502920"/>
          </a:xfrm>
        </p:grpSpPr>
        <p:sp>
          <p:nvSpPr>
            <p:cNvPr id="332" name="Google Shape;332;p23"/>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23"/>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4" name="Google Shape;334;p23"/>
          <p:cNvGrpSpPr/>
          <p:nvPr/>
        </p:nvGrpSpPr>
        <p:grpSpPr>
          <a:xfrm>
            <a:off x="4274819" y="2461260"/>
            <a:ext cx="1760220" cy="2095500"/>
            <a:chOff x="4274819" y="2461260"/>
            <a:chExt cx="1760220" cy="2095500"/>
          </a:xfrm>
        </p:grpSpPr>
        <p:sp>
          <p:nvSpPr>
            <p:cNvPr id="335" name="Google Shape;335;p23"/>
            <p:cNvSpPr/>
            <p:nvPr/>
          </p:nvSpPr>
          <p:spPr>
            <a:xfrm>
              <a:off x="4274819" y="4389120"/>
              <a:ext cx="1760220" cy="167640"/>
            </a:xfrm>
            <a:custGeom>
              <a:rect b="b" l="l" r="r" t="t"/>
              <a:pathLst>
                <a:path extrusionOk="0" h="167639" w="1760220">
                  <a:moveTo>
                    <a:pt x="0" y="167639"/>
                  </a:moveTo>
                  <a:lnTo>
                    <a:pt x="1760220" y="167639"/>
                  </a:lnTo>
                  <a:lnTo>
                    <a:pt x="1760220" y="0"/>
                  </a:lnTo>
                  <a:lnTo>
                    <a:pt x="0" y="0"/>
                  </a:lnTo>
                  <a:lnTo>
                    <a:pt x="0" y="167639"/>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23"/>
            <p:cNvSpPr/>
            <p:nvPr/>
          </p:nvSpPr>
          <p:spPr>
            <a:xfrm>
              <a:off x="427481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7" name="Google Shape;337;p23"/>
          <p:cNvSpPr txBox="1"/>
          <p:nvPr/>
        </p:nvSpPr>
        <p:spPr>
          <a:xfrm>
            <a:off x="4280153" y="2466594"/>
            <a:ext cx="1750060" cy="909955"/>
          </a:xfrm>
          <a:prstGeom prst="rect">
            <a:avLst/>
          </a:prstGeom>
          <a:solidFill>
            <a:srgbClr val="CCFFCC"/>
          </a:solidFill>
          <a:ln>
            <a:noFill/>
          </a:ln>
        </p:spPr>
        <p:txBody>
          <a:bodyPr anchorCtr="0" anchor="t" bIns="0" lIns="0" spcFirstLastPara="1" rIns="0" wrap="square" tIns="40625">
            <a:spAutoFit/>
          </a:bodyPr>
          <a:lstStyle/>
          <a:p>
            <a:pPr indent="0" lvl="0" marL="40894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314325" lvl="0" marL="408940" marR="36004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b := a + 1</a:t>
            </a:r>
            <a:endParaRPr sz="1750">
              <a:solidFill>
                <a:schemeClr val="dk1"/>
              </a:solidFill>
              <a:latin typeface="Arial"/>
              <a:ea typeface="Arial"/>
              <a:cs typeface="Arial"/>
              <a:sym typeface="Arial"/>
            </a:endParaRPr>
          </a:p>
        </p:txBody>
      </p:sp>
      <p:sp>
        <p:nvSpPr>
          <p:cNvPr id="338" name="Google Shape;338;p23"/>
          <p:cNvSpPr txBox="1"/>
          <p:nvPr/>
        </p:nvSpPr>
        <p:spPr>
          <a:xfrm>
            <a:off x="4689360" y="3331306"/>
            <a:ext cx="937894" cy="1055370"/>
          </a:xfrm>
          <a:prstGeom prst="rect">
            <a:avLst/>
          </a:prstGeom>
          <a:noFill/>
          <a:ln>
            <a:noFill/>
          </a:ln>
        </p:spPr>
        <p:txBody>
          <a:bodyPr anchorCtr="0" anchor="t" bIns="0" lIns="0" spcFirstLastPara="1" rIns="0" wrap="square" tIns="0">
            <a:spAutoFit/>
          </a:bodyPr>
          <a:lstStyle/>
          <a:p>
            <a:pPr indent="0" lvl="0" marL="0" marR="0" rtl="0" algn="just">
              <a:lnSpc>
                <a:spcPct val="111142"/>
              </a:lnSpc>
              <a:spcBef>
                <a:spcPts val="0"/>
              </a:spcBef>
              <a:spcAft>
                <a:spcPts val="0"/>
              </a:spcAft>
              <a:buNone/>
            </a:pPr>
            <a:r>
              <a:rPr lang="en-US" sz="1750">
                <a:solidFill>
                  <a:schemeClr val="dk1"/>
                </a:solidFill>
                <a:latin typeface="Arial"/>
                <a:ea typeface="Arial"/>
                <a:cs typeface="Arial"/>
                <a:sym typeface="Arial"/>
              </a:rPr>
              <a:t>c := b + 1</a:t>
            </a:r>
            <a:endParaRPr sz="1750">
              <a:solidFill>
                <a:schemeClr val="dk1"/>
              </a:solidFill>
              <a:latin typeface="Arial"/>
              <a:ea typeface="Arial"/>
              <a:cs typeface="Arial"/>
              <a:sym typeface="Arial"/>
            </a:endParaRPr>
          </a:p>
          <a:p>
            <a:pPr indent="0" lvl="0" marL="0" marR="49530" rtl="0" algn="just">
              <a:lnSpc>
                <a:spcPct val="101000"/>
              </a:lnSpc>
              <a:spcBef>
                <a:spcPts val="0"/>
              </a:spcBef>
              <a:spcAft>
                <a:spcPts val="0"/>
              </a:spcAft>
              <a:buNone/>
            </a:pP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p:txBody>
      </p:sp>
      <p:grpSp>
        <p:nvGrpSpPr>
          <p:cNvPr id="339" name="Google Shape;339;p23"/>
          <p:cNvGrpSpPr/>
          <p:nvPr/>
        </p:nvGrpSpPr>
        <p:grpSpPr>
          <a:xfrm>
            <a:off x="6705600" y="5562599"/>
            <a:ext cx="251460" cy="251460"/>
            <a:chOff x="6705600" y="5562599"/>
            <a:chExt cx="251460" cy="251460"/>
          </a:xfrm>
        </p:grpSpPr>
        <p:sp>
          <p:nvSpPr>
            <p:cNvPr id="340" name="Google Shape;340;p23"/>
            <p:cNvSpPr/>
            <p:nvPr/>
          </p:nvSpPr>
          <p:spPr>
            <a:xfrm>
              <a:off x="6705600" y="5562599"/>
              <a:ext cx="251459"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3"/>
            <p:cNvSpPr/>
            <p:nvPr/>
          </p:nvSpPr>
          <p:spPr>
            <a:xfrm>
              <a:off x="6705600"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2" name="Google Shape;342;p23"/>
          <p:cNvSpPr txBox="1"/>
          <p:nvPr/>
        </p:nvSpPr>
        <p:spPr>
          <a:xfrm>
            <a:off x="2095500" y="2461260"/>
            <a:ext cx="1760220" cy="2095500"/>
          </a:xfrm>
          <a:prstGeom prst="rect">
            <a:avLst/>
          </a:prstGeom>
          <a:solidFill>
            <a:srgbClr val="FFCC99"/>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4" lvl="0" marL="414019" marR="36512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a := b - c  c := c * b  b := 0</a:t>
            </a:r>
            <a:endParaRPr sz="1750">
              <a:solidFill>
                <a:schemeClr val="dk1"/>
              </a:solidFill>
              <a:latin typeface="Arial"/>
              <a:ea typeface="Arial"/>
              <a:cs typeface="Arial"/>
              <a:sym typeface="Arial"/>
            </a:endParaRPr>
          </a:p>
        </p:txBody>
      </p:sp>
      <p:sp>
        <p:nvSpPr>
          <p:cNvPr id="343" name="Google Shape;343;p23"/>
          <p:cNvSpPr txBox="1"/>
          <p:nvPr/>
        </p:nvSpPr>
        <p:spPr>
          <a:xfrm>
            <a:off x="6554647" y="2526647"/>
            <a:ext cx="1263015" cy="1859914"/>
          </a:xfrm>
          <a:prstGeom prst="rect">
            <a:avLst/>
          </a:prstGeom>
          <a:noFill/>
          <a:ln>
            <a:noFill/>
          </a:ln>
        </p:spPr>
        <p:txBody>
          <a:bodyPr anchorCtr="0" anchor="t" bIns="0" lIns="0" spcFirstLastPara="1" rIns="0" wrap="square" tIns="0">
            <a:spAutoFit/>
          </a:bodyPr>
          <a:lstStyle/>
          <a:p>
            <a:pPr indent="0" lvl="0" marL="0" marR="0" rtl="0" algn="l">
              <a:lnSpc>
                <a:spcPct val="111142"/>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l">
              <a:lnSpc>
                <a:spcPct val="101000"/>
              </a:lnSpc>
              <a:spcBef>
                <a:spcPts val="0"/>
              </a:spcBef>
              <a:spcAft>
                <a:spcPts val="0"/>
              </a:spcAft>
              <a:buNone/>
            </a:pPr>
            <a:r>
              <a:rPr lang="en-US" sz="1750">
                <a:solidFill>
                  <a:schemeClr val="dk1"/>
                </a:solidFill>
                <a:latin typeface="Arial"/>
                <a:ea typeface="Arial"/>
                <a:cs typeface="Arial"/>
                <a:sym typeface="Arial"/>
              </a:rPr>
              <a:t>b := a + 1  c := b + 1  a := b - c  c := c * b  b := 0</a:t>
            </a:r>
            <a:endParaRPr sz="1750">
              <a:solidFill>
                <a:schemeClr val="dk1"/>
              </a:solidFill>
              <a:latin typeface="Arial"/>
              <a:ea typeface="Arial"/>
              <a:cs typeface="Arial"/>
              <a:sym typeface="Arial"/>
            </a:endParaRPr>
          </a:p>
          <a:p>
            <a:pPr indent="0" lvl="0" marL="313690" marR="0" rtl="0" algn="l">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sp>
        <p:nvSpPr>
          <p:cNvPr id="344" name="Google Shape;344;p23"/>
          <p:cNvSpPr txBox="1"/>
          <p:nvPr/>
        </p:nvSpPr>
        <p:spPr>
          <a:xfrm>
            <a:off x="2213839"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sp>
        <p:nvSpPr>
          <p:cNvPr id="345" name="Google Shape;345;p23"/>
          <p:cNvSpPr txBox="1"/>
          <p:nvPr/>
        </p:nvSpPr>
        <p:spPr>
          <a:xfrm>
            <a:off x="4283344" y="1913635"/>
            <a:ext cx="10064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346" name="Google Shape;346;p23"/>
          <p:cNvSpPr txBox="1"/>
          <p:nvPr/>
        </p:nvSpPr>
        <p:spPr>
          <a:xfrm>
            <a:off x="6440860" y="1913635"/>
            <a:ext cx="104711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grpSp>
        <p:nvGrpSpPr>
          <p:cNvPr id="347" name="Google Shape;347;p23"/>
          <p:cNvGrpSpPr/>
          <p:nvPr/>
        </p:nvGrpSpPr>
        <p:grpSpPr>
          <a:xfrm>
            <a:off x="4023360" y="3376421"/>
            <a:ext cx="2095500" cy="1012698"/>
            <a:chOff x="4023360" y="3376421"/>
            <a:chExt cx="2095500" cy="1012698"/>
          </a:xfrm>
        </p:grpSpPr>
        <p:sp>
          <p:nvSpPr>
            <p:cNvPr id="348" name="Google Shape;348;p23"/>
            <p:cNvSpPr/>
            <p:nvPr/>
          </p:nvSpPr>
          <p:spPr>
            <a:xfrm>
              <a:off x="4023360" y="3376421"/>
              <a:ext cx="0" cy="6985"/>
            </a:xfrm>
            <a:custGeom>
              <a:rect b="b" l="l" r="r" t="t"/>
              <a:pathLst>
                <a:path extrusionOk="0" h="6985" w="120000">
                  <a:moveTo>
                    <a:pt x="0" y="0"/>
                  </a:moveTo>
                  <a:lnTo>
                    <a:pt x="0" y="685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23"/>
            <p:cNvSpPr/>
            <p:nvPr/>
          </p:nvSpPr>
          <p:spPr>
            <a:xfrm>
              <a:off x="4023360" y="3383279"/>
              <a:ext cx="2095500" cy="1005840"/>
            </a:xfrm>
            <a:custGeom>
              <a:rect b="b" l="l" r="r" t="t"/>
              <a:pathLst>
                <a:path extrusionOk="0" h="1005839" w="2095500">
                  <a:moveTo>
                    <a:pt x="2095500" y="1005839"/>
                  </a:moveTo>
                  <a:lnTo>
                    <a:pt x="0" y="1005840"/>
                  </a:lnTo>
                  <a:lnTo>
                    <a:pt x="0" y="0"/>
                  </a:lnTo>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3"/>
            <p:cNvSpPr/>
            <p:nvPr/>
          </p:nvSpPr>
          <p:spPr>
            <a:xfrm>
              <a:off x="4023360" y="3383279"/>
              <a:ext cx="2095500" cy="1005840"/>
            </a:xfrm>
            <a:custGeom>
              <a:rect b="b" l="l" r="r" t="t"/>
              <a:pathLst>
                <a:path extrusionOk="0" h="1005839" w="2095500">
                  <a:moveTo>
                    <a:pt x="2095500" y="1005840"/>
                  </a:moveTo>
                  <a:lnTo>
                    <a:pt x="0" y="1005840"/>
                  </a:lnTo>
                  <a:lnTo>
                    <a:pt x="0" y="0"/>
                  </a:lnTo>
                  <a:lnTo>
                    <a:pt x="2095500" y="0"/>
                  </a:lnTo>
                  <a:lnTo>
                    <a:pt x="2095500" y="1005840"/>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23"/>
            <p:cNvSpPr/>
            <p:nvPr/>
          </p:nvSpPr>
          <p:spPr>
            <a:xfrm>
              <a:off x="4023360" y="3383279"/>
              <a:ext cx="2095500" cy="1005840"/>
            </a:xfrm>
            <a:custGeom>
              <a:rect b="b" l="l" r="r" t="t"/>
              <a:pathLst>
                <a:path extrusionOk="0" h="1005839" w="2095500">
                  <a:moveTo>
                    <a:pt x="0" y="0"/>
                  </a:moveTo>
                  <a:lnTo>
                    <a:pt x="2095500" y="0"/>
                  </a:lnTo>
                  <a:lnTo>
                    <a:pt x="2095500" y="1005840"/>
                  </a:lnTo>
                  <a:lnTo>
                    <a:pt x="0" y="1005840"/>
                  </a:lnTo>
                  <a:lnTo>
                    <a:pt x="0" y="0"/>
                  </a:lnTo>
                  <a:close/>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2" name="Google Shape;352;p23"/>
          <p:cNvSpPr txBox="1"/>
          <p:nvPr/>
        </p:nvSpPr>
        <p:spPr>
          <a:xfrm>
            <a:off x="4280153" y="3390138"/>
            <a:ext cx="175006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338455" marR="0" rtl="0" algn="l">
              <a:lnSpc>
                <a:spcPct val="100000"/>
              </a:lnSpc>
              <a:spcBef>
                <a:spcPts val="0"/>
              </a:spcBef>
              <a:spcAft>
                <a:spcPts val="0"/>
              </a:spcAft>
              <a:buNone/>
            </a:pPr>
            <a:r>
              <a:rPr lang="en-US" sz="1950">
                <a:solidFill>
                  <a:srgbClr val="333333"/>
                </a:solidFill>
                <a:latin typeface="Arial"/>
                <a:ea typeface="Arial"/>
                <a:cs typeface="Arial"/>
                <a:sym typeface="Arial"/>
              </a:rPr>
              <a:t>Timeout</a:t>
            </a:r>
            <a:endParaRPr sz="1950">
              <a:solidFill>
                <a:schemeClr val="dk1"/>
              </a:solidFill>
              <a:latin typeface="Arial"/>
              <a:ea typeface="Arial"/>
              <a:cs typeface="Arial"/>
              <a:sym typeface="Arial"/>
            </a:endParaRPr>
          </a:p>
        </p:txBody>
      </p:sp>
      <p:sp>
        <p:nvSpPr>
          <p:cNvPr id="353" name="Google Shape;353;p23"/>
          <p:cNvSpPr txBox="1"/>
          <p:nvPr/>
        </p:nvSpPr>
        <p:spPr>
          <a:xfrm>
            <a:off x="6722339" y="2694339"/>
            <a:ext cx="1252220" cy="1859914"/>
          </a:xfrm>
          <a:prstGeom prst="rect">
            <a:avLst/>
          </a:prstGeom>
          <a:noFill/>
          <a:ln>
            <a:noFill/>
          </a:ln>
        </p:spPr>
        <p:txBody>
          <a:bodyPr anchorCtr="0" anchor="t" bIns="0" lIns="0" spcFirstLastPara="1" rIns="0" wrap="square" tIns="0">
            <a:spAutoFit/>
          </a:bodyPr>
          <a:lstStyle/>
          <a:p>
            <a:pPr indent="0" lvl="0" marL="251459" marR="0" rtl="0" algn="just">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313690" lvl="0" marL="313690" marR="0" rtl="0" algn="just">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b := a + 1  c := b + 1  a := b - c  c := c * b  b := 0</a:t>
            </a:r>
            <a:endParaRPr sz="1750">
              <a:solidFill>
                <a:schemeClr val="dk1"/>
              </a:solidFill>
              <a:latin typeface="Arial"/>
              <a:ea typeface="Arial"/>
              <a:cs typeface="Arial"/>
              <a:sym typeface="Arial"/>
            </a:endParaRPr>
          </a:p>
          <a:p>
            <a:pPr indent="0" lvl="0" marL="313690" marR="0" rtl="0" algn="just">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aphicFrame>
        <p:nvGraphicFramePr>
          <p:cNvPr id="354" name="Google Shape;354;p23"/>
          <p:cNvGraphicFramePr/>
          <p:nvPr/>
        </p:nvGraphicFramePr>
        <p:xfrm>
          <a:off x="6448805" y="2455926"/>
          <a:ext cx="3000000" cy="3000000"/>
        </p:xfrm>
        <a:graphic>
          <a:graphicData uri="http://schemas.openxmlformats.org/drawingml/2006/table">
            <a:tbl>
              <a:tblPr bandRow="1" firstRow="1">
                <a:noFill/>
                <a:tableStyleId>{0C924821-DEA3-483A-996B-97687F0F8459}</a:tableStyleId>
              </a:tblPr>
              <a:tblGrid>
                <a:gridCol w="167650"/>
                <a:gridCol w="167650"/>
                <a:gridCol w="1424950"/>
                <a:gridCol w="167650"/>
                <a:gridCol w="167650"/>
              </a:tblGrid>
              <a:tr h="167650">
                <a:tc gridSpan="3">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00CCFF"/>
                    </a:solidFill>
                  </a:tcPr>
                </a:tc>
                <a:tc hMerge="1"/>
                <a:tc hMerge="1"/>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tcPr>
                </a:tc>
                <a:tc hMerge="1"/>
              </a:tr>
              <a:tr h="167650">
                <a:tc row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00CCFF"/>
                    </a:solidFill>
                  </a:tcPr>
                </a:tc>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00CCFF"/>
                    </a:solidFill>
                  </a:tcPr>
                </a:tc>
                <a:tc hMerge="1"/>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00CCFF"/>
                    </a:solidFill>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B cap="flat" cmpd="sng" w="12700">
                      <a:solidFill>
                        <a:srgbClr val="000000"/>
                      </a:solidFill>
                      <a:prstDash val="solid"/>
                      <a:round/>
                      <a:headEnd len="sm" w="sm" type="none"/>
                      <a:tailEnd len="sm" w="sm" type="none"/>
                    </a:lnB>
                  </a:tcPr>
                </a:tc>
              </a:tr>
              <a:tr h="1760225">
                <a:tc vMerge="1"/>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00CCFF"/>
                    </a:solidFill>
                  </a:tcPr>
                </a:tc>
                <a:tc>
                  <a:txBody>
                    <a:bodyPr/>
                    <a:lstStyle/>
                    <a:p>
                      <a:pPr indent="0" lvl="0" marL="414019" marR="0" rtl="0" algn="just">
                        <a:lnSpc>
                          <a:spcPct val="100000"/>
                        </a:lnSpc>
                        <a:spcBef>
                          <a:spcPts val="0"/>
                        </a:spcBef>
                        <a:spcAft>
                          <a:spcPts val="0"/>
                        </a:spcAft>
                        <a:buNone/>
                      </a:pPr>
                      <a:r>
                        <a:rPr lang="en-US" sz="1750" u="none" cap="none" strike="noStrike">
                          <a:latin typeface="Arial"/>
                          <a:ea typeface="Arial"/>
                          <a:cs typeface="Arial"/>
                          <a:sym typeface="Arial"/>
                        </a:rPr>
                        <a:t>a := 1</a:t>
                      </a:r>
                      <a:endParaRPr sz="1750" u="none" cap="none" strike="noStrike">
                        <a:latin typeface="Arial"/>
                        <a:ea typeface="Arial"/>
                        <a:cs typeface="Arial"/>
                        <a:sym typeface="Arial"/>
                      </a:endParaRPr>
                    </a:p>
                    <a:p>
                      <a:pPr indent="0" lvl="0" marL="414019" marR="0" rtl="0" algn="just">
                        <a:lnSpc>
                          <a:spcPct val="100000"/>
                        </a:lnSpc>
                        <a:spcBef>
                          <a:spcPts val="10"/>
                        </a:spcBef>
                        <a:spcAft>
                          <a:spcPts val="0"/>
                        </a:spcAft>
                        <a:buNone/>
                      </a:pPr>
                      <a:r>
                        <a:rPr lang="en-US" sz="1750" u="none" cap="none" strike="noStrike">
                          <a:latin typeface="Arial"/>
                          <a:ea typeface="Arial"/>
                          <a:cs typeface="Arial"/>
                          <a:sym typeface="Arial"/>
                        </a:rPr>
                        <a:t>b := a + 1</a:t>
                      </a:r>
                      <a:endParaRPr sz="1750" u="none" cap="none" strike="noStrike">
                        <a:latin typeface="Arial"/>
                        <a:ea typeface="Arial"/>
                        <a:cs typeface="Arial"/>
                        <a:sym typeface="Arial"/>
                      </a:endParaRPr>
                    </a:p>
                    <a:p>
                      <a:pPr indent="-314324" lvl="0" marL="414019" marR="76835" rtl="0" algn="just">
                        <a:lnSpc>
                          <a:spcPct val="101000"/>
                        </a:lnSpc>
                        <a:spcBef>
                          <a:spcPts val="0"/>
                        </a:spcBef>
                        <a:spcAft>
                          <a:spcPts val="0"/>
                        </a:spcAft>
                        <a:buNone/>
                      </a:pPr>
                      <a:r>
                        <a:rPr lang="en-US" sz="1750" u="none" cap="none" strike="noStrike">
                          <a:latin typeface="Georgia"/>
                          <a:ea typeface="Georgia"/>
                          <a:cs typeface="Georgia"/>
                          <a:sym typeface="Georgia"/>
                        </a:rPr>
                        <a:t> </a:t>
                      </a:r>
                      <a:r>
                        <a:rPr lang="en-US" sz="1750" u="none" cap="none" strike="noStrike">
                          <a:latin typeface="Arial"/>
                          <a:ea typeface="Arial"/>
                          <a:cs typeface="Arial"/>
                          <a:sym typeface="Arial"/>
                        </a:rPr>
                        <a:t>c := b + 1  a := b - c  c := c * b  b := 0</a:t>
                      </a:r>
                      <a:endParaRPr sz="1750" u="none" cap="none" strike="noStrike">
                        <a:latin typeface="Arial"/>
                        <a:ea typeface="Arial"/>
                        <a:cs typeface="Arial"/>
                        <a:sym typeface="Arial"/>
                      </a:endParaRPr>
                    </a:p>
                  </a:txBody>
                  <a:tcPr marT="4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row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r>
              <a:tr h="16765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00CCFF"/>
                    </a:solidFill>
                  </a:tcPr>
                </a:tc>
                <a:tc gridSpan="2">
                  <a:txBody>
                    <a:bodyPr/>
                    <a:lstStyle/>
                    <a:p>
                      <a:pPr indent="0" lvl="0" marL="414019" marR="0" rtl="0" algn="l">
                        <a:lnSpc>
                          <a:spcPct val="69714"/>
                        </a:lnSpc>
                        <a:spcBef>
                          <a:spcPts val="0"/>
                        </a:spcBef>
                        <a:spcAft>
                          <a:spcPts val="0"/>
                        </a:spcAft>
                        <a:buNone/>
                      </a:pPr>
                      <a:r>
                        <a:rPr lang="en-US" sz="1750" u="none" cap="none" strike="noStrike">
                          <a:latin typeface="Arial"/>
                          <a:ea typeface="Arial"/>
                          <a:cs typeface="Arial"/>
                          <a:sym typeface="Arial"/>
                        </a:rPr>
                        <a:t>c := 0</a:t>
                      </a:r>
                      <a:endParaRPr sz="175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hMerge="1"/>
                <a:tc vMerge="1"/>
              </a:tr>
              <a:tr h="167650">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tcPr>
                </a:tc>
                <a:tc hMerge="1"/>
                <a:tc gridSpan="3">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hMerge="1"/>
                <a:tc hMerge="1"/>
              </a:tr>
            </a:tbl>
          </a:graphicData>
        </a:graphic>
      </p:graphicFrame>
      <p:grpSp>
        <p:nvGrpSpPr>
          <p:cNvPr id="355" name="Google Shape;355;p23"/>
          <p:cNvGrpSpPr/>
          <p:nvPr/>
        </p:nvGrpSpPr>
        <p:grpSpPr>
          <a:xfrm>
            <a:off x="4861560" y="5562599"/>
            <a:ext cx="251460" cy="251460"/>
            <a:chOff x="4861560" y="5562599"/>
            <a:chExt cx="251460" cy="251460"/>
          </a:xfrm>
        </p:grpSpPr>
        <p:sp>
          <p:nvSpPr>
            <p:cNvPr id="356" name="Google Shape;356;p23"/>
            <p:cNvSpPr/>
            <p:nvPr/>
          </p:nvSpPr>
          <p:spPr>
            <a:xfrm>
              <a:off x="4861560" y="5562599"/>
              <a:ext cx="251460"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23"/>
            <p:cNvSpPr/>
            <p:nvPr/>
          </p:nvSpPr>
          <p:spPr>
            <a:xfrm>
              <a:off x="48615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8" name="Google Shape;358;p23"/>
          <p:cNvGrpSpPr/>
          <p:nvPr/>
        </p:nvGrpSpPr>
        <p:grpSpPr>
          <a:xfrm>
            <a:off x="4442459" y="5562600"/>
            <a:ext cx="251460" cy="251460"/>
            <a:chOff x="4442459" y="5562600"/>
            <a:chExt cx="251460" cy="251460"/>
          </a:xfrm>
        </p:grpSpPr>
        <p:sp>
          <p:nvSpPr>
            <p:cNvPr id="359" name="Google Shape;359;p23"/>
            <p:cNvSpPr/>
            <p:nvPr/>
          </p:nvSpPr>
          <p:spPr>
            <a:xfrm>
              <a:off x="4442459" y="5562600"/>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23"/>
            <p:cNvSpPr/>
            <p:nvPr/>
          </p:nvSpPr>
          <p:spPr>
            <a:xfrm>
              <a:off x="44424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1" name="Google Shape;361;p23"/>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23"/>
          <p:cNvSpPr txBox="1"/>
          <p:nvPr>
            <p:ph type="title"/>
          </p:nvPr>
        </p:nvSpPr>
        <p:spPr>
          <a:xfrm>
            <a:off x="1093625" y="55124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changes_4</a:t>
            </a:r>
            <a:endParaRPr/>
          </a:p>
        </p:txBody>
      </p:sp>
      <p:sp>
        <p:nvSpPr>
          <p:cNvPr id="363" name="Google Shape;363;p2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365" name="Google Shape;365;p23"/>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graphicFrame>
        <p:nvGraphicFramePr>
          <p:cNvPr id="370" name="Google Shape;370;p24"/>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371" name="Google Shape;371;p24"/>
          <p:cNvGrpSpPr/>
          <p:nvPr/>
        </p:nvGrpSpPr>
        <p:grpSpPr>
          <a:xfrm>
            <a:off x="6621779" y="5394960"/>
            <a:ext cx="502920" cy="502920"/>
            <a:chOff x="6621779" y="5394960"/>
            <a:chExt cx="502920" cy="502920"/>
          </a:xfrm>
        </p:grpSpPr>
        <p:sp>
          <p:nvSpPr>
            <p:cNvPr id="372" name="Google Shape;372;p24"/>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4"/>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4" name="Google Shape;374;p24"/>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24"/>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4"/>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24"/>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4"/>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9" name="Google Shape;379;p24"/>
          <p:cNvGrpSpPr/>
          <p:nvPr/>
        </p:nvGrpSpPr>
        <p:grpSpPr>
          <a:xfrm>
            <a:off x="2976372" y="5143499"/>
            <a:ext cx="3896868" cy="502920"/>
            <a:chOff x="2976372" y="5143499"/>
            <a:chExt cx="3896868" cy="502920"/>
          </a:xfrm>
        </p:grpSpPr>
        <p:sp>
          <p:nvSpPr>
            <p:cNvPr id="380" name="Google Shape;380;p24"/>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4"/>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2" name="Google Shape;382;p24"/>
          <p:cNvGrpSpPr/>
          <p:nvPr/>
        </p:nvGrpSpPr>
        <p:grpSpPr>
          <a:xfrm>
            <a:off x="6454139" y="2461260"/>
            <a:ext cx="1760220" cy="2095500"/>
            <a:chOff x="6454139" y="2461260"/>
            <a:chExt cx="1760220" cy="2095500"/>
          </a:xfrm>
        </p:grpSpPr>
        <p:sp>
          <p:nvSpPr>
            <p:cNvPr id="383" name="Google Shape;383;p24"/>
            <p:cNvSpPr/>
            <p:nvPr/>
          </p:nvSpPr>
          <p:spPr>
            <a:xfrm>
              <a:off x="6454139" y="2461260"/>
              <a:ext cx="1760220" cy="2095500"/>
            </a:xfrm>
            <a:custGeom>
              <a:rect b="b" l="l" r="r" t="t"/>
              <a:pathLst>
                <a:path extrusionOk="0" h="2095500" w="1760220">
                  <a:moveTo>
                    <a:pt x="1760219" y="2095500"/>
                  </a:moveTo>
                  <a:lnTo>
                    <a:pt x="0" y="2095500"/>
                  </a:lnTo>
                  <a:lnTo>
                    <a:pt x="0" y="0"/>
                  </a:lnTo>
                  <a:lnTo>
                    <a:pt x="1760219" y="0"/>
                  </a:lnTo>
                  <a:lnTo>
                    <a:pt x="1760219" y="2095500"/>
                  </a:lnTo>
                  <a:close/>
                </a:path>
              </a:pathLst>
            </a:custGeom>
            <a:solidFill>
              <a:srgbClr val="00CC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4"/>
            <p:cNvSpPr/>
            <p:nvPr/>
          </p:nvSpPr>
          <p:spPr>
            <a:xfrm>
              <a:off x="6454139" y="2461260"/>
              <a:ext cx="1760220" cy="2095500"/>
            </a:xfrm>
            <a:custGeom>
              <a:rect b="b" l="l" r="r" t="t"/>
              <a:pathLst>
                <a:path extrusionOk="0" h="2095500" w="1760220">
                  <a:moveTo>
                    <a:pt x="0" y="0"/>
                  </a:moveTo>
                  <a:lnTo>
                    <a:pt x="1760219" y="0"/>
                  </a:lnTo>
                  <a:lnTo>
                    <a:pt x="1760219"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5" name="Google Shape;385;p24"/>
          <p:cNvSpPr txBox="1"/>
          <p:nvPr/>
        </p:nvSpPr>
        <p:spPr>
          <a:xfrm>
            <a:off x="6541947" y="2492726"/>
            <a:ext cx="1288415" cy="1903730"/>
          </a:xfrm>
          <a:prstGeom prst="rect">
            <a:avLst/>
          </a:prstGeom>
          <a:noFill/>
          <a:ln>
            <a:noFill/>
          </a:ln>
        </p:spPr>
        <p:txBody>
          <a:bodyPr anchorCtr="0" anchor="t" bIns="0" lIns="0" spcFirstLastPara="1" rIns="0" wrap="square" tIns="13950">
            <a:spAutoFit/>
          </a:bodyPr>
          <a:lstStyle/>
          <a:p>
            <a:pPr indent="0" lvl="0" marL="326390" marR="0" rtl="0" algn="just">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26390" marR="5080" rtl="0" algn="just">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5" lvl="0" marL="326390" marR="74295" rtl="0" algn="just">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a:p>
            <a:pPr indent="0" lvl="0" marL="326390" marR="0" rtl="0" algn="just">
              <a:lnSpc>
                <a:spcPct val="100000"/>
              </a:lnSpc>
              <a:spcBef>
                <a:spcPts val="15"/>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pSp>
        <p:nvGrpSpPr>
          <p:cNvPr id="386" name="Google Shape;386;p24"/>
          <p:cNvGrpSpPr/>
          <p:nvPr/>
        </p:nvGrpSpPr>
        <p:grpSpPr>
          <a:xfrm>
            <a:off x="4274819" y="2461259"/>
            <a:ext cx="1760221" cy="2095501"/>
            <a:chOff x="4274819" y="2461259"/>
            <a:chExt cx="1760221" cy="2095501"/>
          </a:xfrm>
        </p:grpSpPr>
        <p:sp>
          <p:nvSpPr>
            <p:cNvPr id="387" name="Google Shape;387;p24"/>
            <p:cNvSpPr/>
            <p:nvPr/>
          </p:nvSpPr>
          <p:spPr>
            <a:xfrm>
              <a:off x="4274820" y="2461259"/>
              <a:ext cx="1760220" cy="2095500"/>
            </a:xfrm>
            <a:custGeom>
              <a:rect b="b" l="l" r="r" t="t"/>
              <a:pathLst>
                <a:path extrusionOk="0" h="2095500" w="1760220">
                  <a:moveTo>
                    <a:pt x="1760220" y="1927860"/>
                  </a:moveTo>
                  <a:lnTo>
                    <a:pt x="0" y="1927860"/>
                  </a:lnTo>
                  <a:lnTo>
                    <a:pt x="0" y="2095500"/>
                  </a:lnTo>
                  <a:lnTo>
                    <a:pt x="1760220" y="2095500"/>
                  </a:lnTo>
                  <a:lnTo>
                    <a:pt x="1760220" y="1927860"/>
                  </a:lnTo>
                  <a:close/>
                </a:path>
                <a:path extrusionOk="0" h="2095500" w="1760220">
                  <a:moveTo>
                    <a:pt x="1760220" y="0"/>
                  </a:moveTo>
                  <a:lnTo>
                    <a:pt x="0" y="0"/>
                  </a:lnTo>
                  <a:lnTo>
                    <a:pt x="0" y="922020"/>
                  </a:lnTo>
                  <a:lnTo>
                    <a:pt x="1760220" y="922020"/>
                  </a:lnTo>
                  <a:lnTo>
                    <a:pt x="1760220" y="0"/>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24"/>
            <p:cNvSpPr/>
            <p:nvPr/>
          </p:nvSpPr>
          <p:spPr>
            <a:xfrm>
              <a:off x="427481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24"/>
          <p:cNvSpPr txBox="1"/>
          <p:nvPr/>
        </p:nvSpPr>
        <p:spPr>
          <a:xfrm>
            <a:off x="4362716" y="2492726"/>
            <a:ext cx="1312545" cy="831215"/>
          </a:xfrm>
          <a:prstGeom prst="rect">
            <a:avLst/>
          </a:prstGeom>
          <a:noFill/>
          <a:ln>
            <a:noFill/>
          </a:ln>
        </p:spPr>
        <p:txBody>
          <a:bodyPr anchorCtr="0" anchor="t" bIns="0" lIns="0" spcFirstLastPara="1" rIns="0" wrap="square" tIns="13950">
            <a:spAutoFit/>
          </a:bodyPr>
          <a:lstStyle/>
          <a:p>
            <a:pPr indent="0" lvl="0" marL="32639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314325" lvl="0" marL="326390" marR="5080"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b := a + 1</a:t>
            </a:r>
            <a:endParaRPr sz="1750">
              <a:solidFill>
                <a:schemeClr val="dk1"/>
              </a:solidFill>
              <a:latin typeface="Arial"/>
              <a:ea typeface="Arial"/>
              <a:cs typeface="Arial"/>
              <a:sym typeface="Arial"/>
            </a:endParaRPr>
          </a:p>
        </p:txBody>
      </p:sp>
      <p:sp>
        <p:nvSpPr>
          <p:cNvPr id="390" name="Google Shape;390;p24"/>
          <p:cNvSpPr txBox="1"/>
          <p:nvPr/>
        </p:nvSpPr>
        <p:spPr>
          <a:xfrm>
            <a:off x="4689360" y="3331306"/>
            <a:ext cx="937894" cy="1055370"/>
          </a:xfrm>
          <a:prstGeom prst="rect">
            <a:avLst/>
          </a:prstGeom>
          <a:noFill/>
          <a:ln>
            <a:noFill/>
          </a:ln>
        </p:spPr>
        <p:txBody>
          <a:bodyPr anchorCtr="0" anchor="t" bIns="0" lIns="0" spcFirstLastPara="1" rIns="0" wrap="square" tIns="0">
            <a:spAutoFit/>
          </a:bodyPr>
          <a:lstStyle/>
          <a:p>
            <a:pPr indent="0" lvl="0" marL="0" marR="0" rtl="0" algn="just">
              <a:lnSpc>
                <a:spcPct val="111142"/>
              </a:lnSpc>
              <a:spcBef>
                <a:spcPts val="0"/>
              </a:spcBef>
              <a:spcAft>
                <a:spcPts val="0"/>
              </a:spcAft>
              <a:buNone/>
            </a:pPr>
            <a:r>
              <a:rPr lang="en-US" sz="1750">
                <a:solidFill>
                  <a:schemeClr val="dk1"/>
                </a:solidFill>
                <a:latin typeface="Arial"/>
                <a:ea typeface="Arial"/>
                <a:cs typeface="Arial"/>
                <a:sym typeface="Arial"/>
              </a:rPr>
              <a:t>c := b + 1</a:t>
            </a:r>
            <a:endParaRPr sz="1750">
              <a:solidFill>
                <a:schemeClr val="dk1"/>
              </a:solidFill>
              <a:latin typeface="Arial"/>
              <a:ea typeface="Arial"/>
              <a:cs typeface="Arial"/>
              <a:sym typeface="Arial"/>
            </a:endParaRPr>
          </a:p>
          <a:p>
            <a:pPr indent="0" lvl="0" marL="0" marR="49530" rtl="0" algn="just">
              <a:lnSpc>
                <a:spcPct val="101000"/>
              </a:lnSpc>
              <a:spcBef>
                <a:spcPts val="0"/>
              </a:spcBef>
              <a:spcAft>
                <a:spcPts val="0"/>
              </a:spcAft>
              <a:buNone/>
            </a:pP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p:txBody>
      </p:sp>
      <p:grpSp>
        <p:nvGrpSpPr>
          <p:cNvPr id="391" name="Google Shape;391;p24"/>
          <p:cNvGrpSpPr/>
          <p:nvPr/>
        </p:nvGrpSpPr>
        <p:grpSpPr>
          <a:xfrm>
            <a:off x="4442460" y="5562599"/>
            <a:ext cx="251460" cy="251460"/>
            <a:chOff x="4442460" y="5562599"/>
            <a:chExt cx="251460" cy="251460"/>
          </a:xfrm>
        </p:grpSpPr>
        <p:sp>
          <p:nvSpPr>
            <p:cNvPr id="392" name="Google Shape;392;p24"/>
            <p:cNvSpPr/>
            <p:nvPr/>
          </p:nvSpPr>
          <p:spPr>
            <a:xfrm>
              <a:off x="4442460" y="5562599"/>
              <a:ext cx="251460"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4"/>
            <p:cNvSpPr/>
            <p:nvPr/>
          </p:nvSpPr>
          <p:spPr>
            <a:xfrm>
              <a:off x="44424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4" name="Google Shape;394;p24"/>
          <p:cNvGrpSpPr/>
          <p:nvPr/>
        </p:nvGrpSpPr>
        <p:grpSpPr>
          <a:xfrm>
            <a:off x="2095500" y="2461260"/>
            <a:ext cx="1760220" cy="2095500"/>
            <a:chOff x="2095500" y="2461260"/>
            <a:chExt cx="1760220" cy="2095500"/>
          </a:xfrm>
        </p:grpSpPr>
        <p:sp>
          <p:nvSpPr>
            <p:cNvPr id="395" name="Google Shape;395;p24"/>
            <p:cNvSpPr/>
            <p:nvPr/>
          </p:nvSpPr>
          <p:spPr>
            <a:xfrm>
              <a:off x="2095500" y="2461260"/>
              <a:ext cx="1760220" cy="2095500"/>
            </a:xfrm>
            <a:custGeom>
              <a:rect b="b" l="l" r="r" t="t"/>
              <a:pathLst>
                <a:path extrusionOk="0" h="2095500" w="1760220">
                  <a:moveTo>
                    <a:pt x="1760220" y="2095500"/>
                  </a:moveTo>
                  <a:lnTo>
                    <a:pt x="0" y="2095500"/>
                  </a:lnTo>
                  <a:lnTo>
                    <a:pt x="0" y="0"/>
                  </a:lnTo>
                  <a:lnTo>
                    <a:pt x="1760220" y="0"/>
                  </a:lnTo>
                  <a:lnTo>
                    <a:pt x="1760220" y="2095500"/>
                  </a:lnTo>
                  <a:close/>
                </a:path>
              </a:pathLst>
            </a:custGeom>
            <a:solidFill>
              <a:srgbClr val="FFC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24"/>
            <p:cNvSpPr/>
            <p:nvPr/>
          </p:nvSpPr>
          <p:spPr>
            <a:xfrm>
              <a:off x="2095500"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7" name="Google Shape;397;p24"/>
          <p:cNvSpPr txBox="1"/>
          <p:nvPr/>
        </p:nvSpPr>
        <p:spPr>
          <a:xfrm>
            <a:off x="2183376" y="2492726"/>
            <a:ext cx="1312545" cy="1903730"/>
          </a:xfrm>
          <a:prstGeom prst="rect">
            <a:avLst/>
          </a:prstGeom>
          <a:noFill/>
          <a:ln>
            <a:noFill/>
          </a:ln>
        </p:spPr>
        <p:txBody>
          <a:bodyPr anchorCtr="0" anchor="t" bIns="0" lIns="0" spcFirstLastPara="1" rIns="0" wrap="square" tIns="13950">
            <a:spAutoFit/>
          </a:bodyPr>
          <a:lstStyle/>
          <a:p>
            <a:pPr indent="0" lvl="0" marL="32639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26390" marR="28575"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5" lvl="0" marL="326390" marR="5080"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a := b - c  c := c * b  b := 0</a:t>
            </a:r>
            <a:endParaRPr sz="1750">
              <a:solidFill>
                <a:schemeClr val="dk1"/>
              </a:solidFill>
              <a:latin typeface="Arial"/>
              <a:ea typeface="Arial"/>
              <a:cs typeface="Arial"/>
              <a:sym typeface="Arial"/>
            </a:endParaRPr>
          </a:p>
        </p:txBody>
      </p:sp>
      <p:sp>
        <p:nvSpPr>
          <p:cNvPr id="398" name="Google Shape;398;p24"/>
          <p:cNvSpPr txBox="1"/>
          <p:nvPr/>
        </p:nvSpPr>
        <p:spPr>
          <a:xfrm>
            <a:off x="2082830" y="1913635"/>
            <a:ext cx="104711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sp>
        <p:nvSpPr>
          <p:cNvPr id="399" name="Google Shape;399;p24"/>
          <p:cNvSpPr txBox="1"/>
          <p:nvPr/>
        </p:nvSpPr>
        <p:spPr>
          <a:xfrm>
            <a:off x="4283094" y="1913635"/>
            <a:ext cx="10064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400" name="Google Shape;400;p24"/>
          <p:cNvSpPr txBox="1"/>
          <p:nvPr/>
        </p:nvSpPr>
        <p:spPr>
          <a:xfrm>
            <a:off x="6571368"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grpSp>
        <p:nvGrpSpPr>
          <p:cNvPr id="401" name="Google Shape;401;p24"/>
          <p:cNvGrpSpPr/>
          <p:nvPr/>
        </p:nvGrpSpPr>
        <p:grpSpPr>
          <a:xfrm>
            <a:off x="4023360" y="3376421"/>
            <a:ext cx="2095500" cy="1012698"/>
            <a:chOff x="4023360" y="3376421"/>
            <a:chExt cx="2095500" cy="1012698"/>
          </a:xfrm>
        </p:grpSpPr>
        <p:sp>
          <p:nvSpPr>
            <p:cNvPr id="402" name="Google Shape;402;p24"/>
            <p:cNvSpPr/>
            <p:nvPr/>
          </p:nvSpPr>
          <p:spPr>
            <a:xfrm>
              <a:off x="4023360" y="3376421"/>
              <a:ext cx="0" cy="6985"/>
            </a:xfrm>
            <a:custGeom>
              <a:rect b="b" l="l" r="r" t="t"/>
              <a:pathLst>
                <a:path extrusionOk="0" h="6985" w="120000">
                  <a:moveTo>
                    <a:pt x="0" y="0"/>
                  </a:moveTo>
                  <a:lnTo>
                    <a:pt x="0" y="685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4"/>
            <p:cNvSpPr/>
            <p:nvPr/>
          </p:nvSpPr>
          <p:spPr>
            <a:xfrm>
              <a:off x="4023360" y="3383279"/>
              <a:ext cx="2095500" cy="1005840"/>
            </a:xfrm>
            <a:custGeom>
              <a:rect b="b" l="l" r="r" t="t"/>
              <a:pathLst>
                <a:path extrusionOk="0" h="1005839" w="2095500">
                  <a:moveTo>
                    <a:pt x="2095500" y="1005839"/>
                  </a:moveTo>
                  <a:lnTo>
                    <a:pt x="0" y="1005840"/>
                  </a:lnTo>
                  <a:lnTo>
                    <a:pt x="0" y="0"/>
                  </a:lnTo>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24"/>
            <p:cNvSpPr/>
            <p:nvPr/>
          </p:nvSpPr>
          <p:spPr>
            <a:xfrm>
              <a:off x="4023360" y="3383279"/>
              <a:ext cx="2095500" cy="1005840"/>
            </a:xfrm>
            <a:custGeom>
              <a:rect b="b" l="l" r="r" t="t"/>
              <a:pathLst>
                <a:path extrusionOk="0" h="1005839" w="2095500">
                  <a:moveTo>
                    <a:pt x="2095500" y="1005840"/>
                  </a:moveTo>
                  <a:lnTo>
                    <a:pt x="0" y="1005840"/>
                  </a:lnTo>
                  <a:lnTo>
                    <a:pt x="0" y="0"/>
                  </a:lnTo>
                  <a:lnTo>
                    <a:pt x="2095500" y="0"/>
                  </a:lnTo>
                  <a:lnTo>
                    <a:pt x="2095500" y="1005840"/>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4"/>
            <p:cNvSpPr/>
            <p:nvPr/>
          </p:nvSpPr>
          <p:spPr>
            <a:xfrm>
              <a:off x="4023360" y="3383279"/>
              <a:ext cx="2095500" cy="1005840"/>
            </a:xfrm>
            <a:custGeom>
              <a:rect b="b" l="l" r="r" t="t"/>
              <a:pathLst>
                <a:path extrusionOk="0" h="1005839" w="2095500">
                  <a:moveTo>
                    <a:pt x="0" y="0"/>
                  </a:moveTo>
                  <a:lnTo>
                    <a:pt x="2095500" y="0"/>
                  </a:lnTo>
                  <a:lnTo>
                    <a:pt x="2095500" y="1005840"/>
                  </a:lnTo>
                  <a:lnTo>
                    <a:pt x="0" y="1005840"/>
                  </a:lnTo>
                  <a:lnTo>
                    <a:pt x="0" y="0"/>
                  </a:lnTo>
                  <a:close/>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6" name="Google Shape;406;p24"/>
          <p:cNvSpPr txBox="1"/>
          <p:nvPr/>
        </p:nvSpPr>
        <p:spPr>
          <a:xfrm>
            <a:off x="4890008" y="3714979"/>
            <a:ext cx="361950"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lang="en-US" sz="1950">
                <a:solidFill>
                  <a:srgbClr val="333333"/>
                </a:solidFill>
                <a:latin typeface="Arial"/>
                <a:ea typeface="Arial"/>
                <a:cs typeface="Arial"/>
                <a:sym typeface="Arial"/>
              </a:rPr>
              <a:t>I/O</a:t>
            </a:r>
            <a:endParaRPr sz="1950">
              <a:solidFill>
                <a:schemeClr val="dk1"/>
              </a:solidFill>
              <a:latin typeface="Arial"/>
              <a:ea typeface="Arial"/>
              <a:cs typeface="Arial"/>
              <a:sym typeface="Arial"/>
            </a:endParaRPr>
          </a:p>
        </p:txBody>
      </p:sp>
      <p:grpSp>
        <p:nvGrpSpPr>
          <p:cNvPr id="407" name="Google Shape;407;p24"/>
          <p:cNvGrpSpPr/>
          <p:nvPr/>
        </p:nvGrpSpPr>
        <p:grpSpPr>
          <a:xfrm>
            <a:off x="6789419" y="5562599"/>
            <a:ext cx="251460" cy="251460"/>
            <a:chOff x="6789419" y="5562599"/>
            <a:chExt cx="251460" cy="251460"/>
          </a:xfrm>
        </p:grpSpPr>
        <p:sp>
          <p:nvSpPr>
            <p:cNvPr id="408" name="Google Shape;408;p24"/>
            <p:cNvSpPr/>
            <p:nvPr/>
          </p:nvSpPr>
          <p:spPr>
            <a:xfrm>
              <a:off x="6789419" y="5562599"/>
              <a:ext cx="251459"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24"/>
            <p:cNvSpPr/>
            <p:nvPr/>
          </p:nvSpPr>
          <p:spPr>
            <a:xfrm>
              <a:off x="6789419"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0" name="Google Shape;410;p24"/>
          <p:cNvGrpSpPr/>
          <p:nvPr/>
        </p:nvGrpSpPr>
        <p:grpSpPr>
          <a:xfrm>
            <a:off x="4861559" y="5562600"/>
            <a:ext cx="251460" cy="251460"/>
            <a:chOff x="4861559" y="5562600"/>
            <a:chExt cx="251460" cy="251460"/>
          </a:xfrm>
        </p:grpSpPr>
        <p:sp>
          <p:nvSpPr>
            <p:cNvPr id="411" name="Google Shape;411;p24"/>
            <p:cNvSpPr/>
            <p:nvPr/>
          </p:nvSpPr>
          <p:spPr>
            <a:xfrm>
              <a:off x="4861559" y="5562600"/>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24"/>
            <p:cNvSpPr/>
            <p:nvPr/>
          </p:nvSpPr>
          <p:spPr>
            <a:xfrm>
              <a:off x="48615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3" name="Google Shape;413;p24"/>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4"/>
          <p:cNvSpPr txBox="1"/>
          <p:nvPr>
            <p:ph type="title"/>
          </p:nvPr>
        </p:nvSpPr>
        <p:spPr>
          <a:xfrm>
            <a:off x="1093625" y="55124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changes_5</a:t>
            </a:r>
            <a:endParaRPr/>
          </a:p>
        </p:txBody>
      </p:sp>
      <p:sp>
        <p:nvSpPr>
          <p:cNvPr id="415" name="Google Shape;415;p2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417" name="Google Shape;417;p24"/>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graphicFrame>
        <p:nvGraphicFramePr>
          <p:cNvPr id="422" name="Google Shape;422;p25"/>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423" name="Google Shape;423;p25"/>
          <p:cNvGrpSpPr/>
          <p:nvPr/>
        </p:nvGrpSpPr>
        <p:grpSpPr>
          <a:xfrm>
            <a:off x="6621779" y="5394960"/>
            <a:ext cx="502920" cy="502920"/>
            <a:chOff x="6621779" y="5394960"/>
            <a:chExt cx="502920" cy="502920"/>
          </a:xfrm>
        </p:grpSpPr>
        <p:sp>
          <p:nvSpPr>
            <p:cNvPr id="424" name="Google Shape;424;p25"/>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5"/>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6" name="Google Shape;426;p25"/>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25"/>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5"/>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25"/>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5"/>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1" name="Google Shape;431;p25"/>
          <p:cNvGrpSpPr/>
          <p:nvPr/>
        </p:nvGrpSpPr>
        <p:grpSpPr>
          <a:xfrm>
            <a:off x="2976372" y="5143499"/>
            <a:ext cx="3896868" cy="502920"/>
            <a:chOff x="2976372" y="5143499"/>
            <a:chExt cx="3896868" cy="502920"/>
          </a:xfrm>
        </p:grpSpPr>
        <p:sp>
          <p:nvSpPr>
            <p:cNvPr id="432" name="Google Shape;432;p25"/>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5"/>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25"/>
          <p:cNvSpPr txBox="1"/>
          <p:nvPr/>
        </p:nvSpPr>
        <p:spPr>
          <a:xfrm>
            <a:off x="4274820" y="2461260"/>
            <a:ext cx="1760220" cy="2095500"/>
          </a:xfrm>
          <a:prstGeom prst="rect">
            <a:avLst/>
          </a:prstGeom>
          <a:solidFill>
            <a:srgbClr val="CCFFCC"/>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314324" lvl="0" marL="414019" marR="36512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b := a + 1  c := b + 1  a := b - c  c := c * b  b := 0</a:t>
            </a:r>
            <a:endParaRPr sz="1750">
              <a:solidFill>
                <a:schemeClr val="dk1"/>
              </a:solidFill>
              <a:latin typeface="Arial"/>
              <a:ea typeface="Arial"/>
              <a:cs typeface="Arial"/>
              <a:sym typeface="Arial"/>
            </a:endParaRPr>
          </a:p>
        </p:txBody>
      </p:sp>
      <p:grpSp>
        <p:nvGrpSpPr>
          <p:cNvPr id="435" name="Google Shape;435;p25"/>
          <p:cNvGrpSpPr/>
          <p:nvPr/>
        </p:nvGrpSpPr>
        <p:grpSpPr>
          <a:xfrm>
            <a:off x="4442460" y="5562599"/>
            <a:ext cx="251460" cy="251460"/>
            <a:chOff x="4442460" y="5562599"/>
            <a:chExt cx="251460" cy="251460"/>
          </a:xfrm>
        </p:grpSpPr>
        <p:sp>
          <p:nvSpPr>
            <p:cNvPr id="436" name="Google Shape;436;p25"/>
            <p:cNvSpPr/>
            <p:nvPr/>
          </p:nvSpPr>
          <p:spPr>
            <a:xfrm>
              <a:off x="4442460" y="5562599"/>
              <a:ext cx="251460"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5"/>
            <p:cNvSpPr/>
            <p:nvPr/>
          </p:nvSpPr>
          <p:spPr>
            <a:xfrm>
              <a:off x="44424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8" name="Google Shape;438;p25"/>
          <p:cNvSpPr txBox="1"/>
          <p:nvPr/>
        </p:nvSpPr>
        <p:spPr>
          <a:xfrm>
            <a:off x="2095500" y="2461260"/>
            <a:ext cx="1760220" cy="2095500"/>
          </a:xfrm>
          <a:prstGeom prst="rect">
            <a:avLst/>
          </a:prstGeom>
          <a:solidFill>
            <a:srgbClr val="FFCC99"/>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4" lvl="0" marL="414019" marR="36512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a := b - c  c := c * b  b := 0</a:t>
            </a:r>
            <a:endParaRPr sz="1750">
              <a:solidFill>
                <a:schemeClr val="dk1"/>
              </a:solidFill>
              <a:latin typeface="Arial"/>
              <a:ea typeface="Arial"/>
              <a:cs typeface="Arial"/>
              <a:sym typeface="Arial"/>
            </a:endParaRPr>
          </a:p>
        </p:txBody>
      </p:sp>
      <p:sp>
        <p:nvSpPr>
          <p:cNvPr id="439" name="Google Shape;439;p25"/>
          <p:cNvSpPr txBox="1"/>
          <p:nvPr/>
        </p:nvSpPr>
        <p:spPr>
          <a:xfrm>
            <a:off x="2104071" y="1913635"/>
            <a:ext cx="10064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440" name="Google Shape;440;p25"/>
          <p:cNvSpPr txBox="1"/>
          <p:nvPr/>
        </p:nvSpPr>
        <p:spPr>
          <a:xfrm>
            <a:off x="4284219" y="1913635"/>
            <a:ext cx="100393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441" name="Google Shape;441;p25"/>
          <p:cNvSpPr txBox="1"/>
          <p:nvPr/>
        </p:nvSpPr>
        <p:spPr>
          <a:xfrm>
            <a:off x="6454435" y="1950155"/>
            <a:ext cx="1363345" cy="1363345"/>
          </a:xfrm>
          <a:prstGeom prst="rect">
            <a:avLst/>
          </a:prstGeom>
          <a:noFill/>
          <a:ln>
            <a:noFill/>
          </a:ln>
        </p:spPr>
        <p:txBody>
          <a:bodyPr anchorCtr="0" anchor="t" bIns="0" lIns="0" spcFirstLastPara="1" rIns="0" wrap="square" tIns="0">
            <a:spAutoFit/>
          </a:bodyPr>
          <a:lstStyle/>
          <a:p>
            <a:pPr indent="0" lvl="0" marL="0" marR="0" rtl="0" algn="l">
              <a:lnSpc>
                <a:spcPct val="111794"/>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a:p>
            <a:pPr indent="0" lvl="0" marL="0" marR="0" rtl="0" algn="l">
              <a:lnSpc>
                <a:spcPct val="100000"/>
              </a:lnSpc>
              <a:spcBef>
                <a:spcPts val="15"/>
              </a:spcBef>
              <a:spcAft>
                <a:spcPts val="0"/>
              </a:spcAft>
              <a:buNone/>
            </a:pPr>
            <a:r>
              <a:t/>
            </a:r>
            <a:endParaRPr sz="1900">
              <a:solidFill>
                <a:schemeClr val="dk1"/>
              </a:solidFill>
              <a:latin typeface="Arial"/>
              <a:ea typeface="Arial"/>
              <a:cs typeface="Arial"/>
              <a:sym typeface="Arial"/>
            </a:endParaRPr>
          </a:p>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p:txBody>
      </p:sp>
      <p:sp>
        <p:nvSpPr>
          <p:cNvPr id="442" name="Google Shape;442;p25"/>
          <p:cNvSpPr/>
          <p:nvPr/>
        </p:nvSpPr>
        <p:spPr>
          <a:xfrm>
            <a:off x="6454140" y="2461260"/>
            <a:ext cx="1760220" cy="2095500"/>
          </a:xfrm>
          <a:custGeom>
            <a:rect b="b" l="l" r="r" t="t"/>
            <a:pathLst>
              <a:path extrusionOk="0" h="2095500" w="1760220">
                <a:moveTo>
                  <a:pt x="0" y="0"/>
                </a:moveTo>
                <a:lnTo>
                  <a:pt x="1760219" y="0"/>
                </a:lnTo>
                <a:lnTo>
                  <a:pt x="1760219"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5"/>
          <p:cNvSpPr txBox="1"/>
          <p:nvPr/>
        </p:nvSpPr>
        <p:spPr>
          <a:xfrm>
            <a:off x="6459473" y="3299459"/>
            <a:ext cx="1750060" cy="1252220"/>
          </a:xfrm>
          <a:prstGeom prst="rect">
            <a:avLst/>
          </a:prstGeom>
          <a:solidFill>
            <a:srgbClr val="00CCFF"/>
          </a:solidFill>
          <a:ln>
            <a:noFill/>
          </a:ln>
        </p:spPr>
        <p:txBody>
          <a:bodyPr anchorCtr="0" anchor="t" bIns="0" lIns="0" spcFirstLastPara="1" rIns="0" wrap="square" tIns="10775">
            <a:spAutoFit/>
          </a:bodyPr>
          <a:lstStyle/>
          <a:p>
            <a:pPr indent="-314325" lvl="0" marL="408940" marR="452755" rtl="0" algn="just">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a:p>
            <a:pPr indent="0" lvl="0" marL="408940" marR="0" rtl="0" algn="just">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pSp>
        <p:nvGrpSpPr>
          <p:cNvPr id="444" name="Google Shape;444;p25"/>
          <p:cNvGrpSpPr/>
          <p:nvPr/>
        </p:nvGrpSpPr>
        <p:grpSpPr>
          <a:xfrm>
            <a:off x="4023359" y="5562600"/>
            <a:ext cx="251460" cy="251460"/>
            <a:chOff x="4023359" y="5562600"/>
            <a:chExt cx="251460" cy="251460"/>
          </a:xfrm>
        </p:grpSpPr>
        <p:sp>
          <p:nvSpPr>
            <p:cNvPr id="445" name="Google Shape;445;p25"/>
            <p:cNvSpPr/>
            <p:nvPr/>
          </p:nvSpPr>
          <p:spPr>
            <a:xfrm>
              <a:off x="4023359" y="5562600"/>
              <a:ext cx="251460"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5"/>
            <p:cNvSpPr/>
            <p:nvPr/>
          </p:nvSpPr>
          <p:spPr>
            <a:xfrm>
              <a:off x="40233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7" name="Google Shape;447;p25"/>
          <p:cNvGrpSpPr/>
          <p:nvPr/>
        </p:nvGrpSpPr>
        <p:grpSpPr>
          <a:xfrm>
            <a:off x="4861559" y="5562600"/>
            <a:ext cx="251460" cy="251460"/>
            <a:chOff x="4861559" y="5562600"/>
            <a:chExt cx="251460" cy="251460"/>
          </a:xfrm>
        </p:grpSpPr>
        <p:sp>
          <p:nvSpPr>
            <p:cNvPr id="448" name="Google Shape;448;p25"/>
            <p:cNvSpPr/>
            <p:nvPr/>
          </p:nvSpPr>
          <p:spPr>
            <a:xfrm>
              <a:off x="4861559" y="5562600"/>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5"/>
            <p:cNvSpPr/>
            <p:nvPr/>
          </p:nvSpPr>
          <p:spPr>
            <a:xfrm>
              <a:off x="48615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0" name="Google Shape;450;p25"/>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5"/>
          <p:cNvSpPr txBox="1"/>
          <p:nvPr/>
        </p:nvSpPr>
        <p:spPr>
          <a:xfrm>
            <a:off x="6118859" y="1993392"/>
            <a:ext cx="3520440" cy="1306195"/>
          </a:xfrm>
          <a:prstGeom prst="rect">
            <a:avLst/>
          </a:prstGeom>
          <a:solidFill>
            <a:srgbClr val="FFFF66"/>
          </a:solidFill>
          <a:ln>
            <a:noFill/>
          </a:ln>
        </p:spPr>
        <p:txBody>
          <a:bodyPr anchorCtr="0" anchor="t" bIns="0" lIns="0" spcFirstLastPara="1" rIns="0" wrap="square" tIns="50800">
            <a:spAutoFit/>
          </a:bodyPr>
          <a:lstStyle/>
          <a:p>
            <a:pPr indent="0" lvl="0" marL="100330" marR="175260" rtl="0" algn="l">
              <a:lnSpc>
                <a:spcPct val="119622"/>
              </a:lnSpc>
              <a:spcBef>
                <a:spcPts val="0"/>
              </a:spcBef>
              <a:spcAft>
                <a:spcPts val="0"/>
              </a:spcAft>
              <a:buNone/>
            </a:pPr>
            <a:r>
              <a:rPr b="1" lang="en-US" sz="2650">
                <a:solidFill>
                  <a:schemeClr val="dk1"/>
                </a:solidFill>
                <a:latin typeface="Times New Roman"/>
                <a:ea typeface="Times New Roman"/>
                <a:cs typeface="Times New Roman"/>
                <a:sym typeface="Times New Roman"/>
              </a:rPr>
              <a:t>The Next Process to  Run cannot be simply  selected from the front</a:t>
            </a:r>
            <a:endParaRPr sz="2650">
              <a:solidFill>
                <a:schemeClr val="dk1"/>
              </a:solidFill>
              <a:latin typeface="Times New Roman"/>
              <a:ea typeface="Times New Roman"/>
              <a:cs typeface="Times New Roman"/>
              <a:sym typeface="Times New Roman"/>
            </a:endParaRPr>
          </a:p>
        </p:txBody>
      </p:sp>
      <p:sp>
        <p:nvSpPr>
          <p:cNvPr id="452" name="Google Shape;452;p25"/>
          <p:cNvSpPr txBox="1"/>
          <p:nvPr>
            <p:ph type="title"/>
          </p:nvPr>
        </p:nvSpPr>
        <p:spPr>
          <a:xfrm>
            <a:off x="1093625" y="39257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changes_6</a:t>
            </a:r>
            <a:endParaRPr/>
          </a:p>
        </p:txBody>
      </p:sp>
      <p:sp>
        <p:nvSpPr>
          <p:cNvPr id="453" name="Google Shape;453;p2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455" name="Google Shape;455;p25"/>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graphicFrame>
        <p:nvGraphicFramePr>
          <p:cNvPr id="460" name="Google Shape;460;p26"/>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461" name="Google Shape;461;p26"/>
          <p:cNvGrpSpPr/>
          <p:nvPr/>
        </p:nvGrpSpPr>
        <p:grpSpPr>
          <a:xfrm>
            <a:off x="6621779" y="5394960"/>
            <a:ext cx="502920" cy="502920"/>
            <a:chOff x="6621779" y="5394960"/>
            <a:chExt cx="502920" cy="502920"/>
          </a:xfrm>
        </p:grpSpPr>
        <p:sp>
          <p:nvSpPr>
            <p:cNvPr id="462" name="Google Shape;462;p26"/>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6"/>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4" name="Google Shape;464;p26"/>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6"/>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26"/>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6"/>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26"/>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9" name="Google Shape;469;p26"/>
          <p:cNvGrpSpPr/>
          <p:nvPr/>
        </p:nvGrpSpPr>
        <p:grpSpPr>
          <a:xfrm>
            <a:off x="2976372" y="5143499"/>
            <a:ext cx="3896868" cy="502920"/>
            <a:chOff x="2976372" y="5143499"/>
            <a:chExt cx="3896868" cy="502920"/>
          </a:xfrm>
        </p:grpSpPr>
        <p:sp>
          <p:nvSpPr>
            <p:cNvPr id="470" name="Google Shape;470;p26"/>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6"/>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2" name="Google Shape;472;p26"/>
          <p:cNvGrpSpPr/>
          <p:nvPr/>
        </p:nvGrpSpPr>
        <p:grpSpPr>
          <a:xfrm>
            <a:off x="4274819" y="2461260"/>
            <a:ext cx="1760220" cy="2095500"/>
            <a:chOff x="4274819" y="2461260"/>
            <a:chExt cx="1760220" cy="2095500"/>
          </a:xfrm>
        </p:grpSpPr>
        <p:sp>
          <p:nvSpPr>
            <p:cNvPr id="473" name="Google Shape;473;p26"/>
            <p:cNvSpPr/>
            <p:nvPr/>
          </p:nvSpPr>
          <p:spPr>
            <a:xfrm>
              <a:off x="4274819" y="4389120"/>
              <a:ext cx="1760220" cy="167640"/>
            </a:xfrm>
            <a:custGeom>
              <a:rect b="b" l="l" r="r" t="t"/>
              <a:pathLst>
                <a:path extrusionOk="0" h="167639" w="1760220">
                  <a:moveTo>
                    <a:pt x="0" y="167639"/>
                  </a:moveTo>
                  <a:lnTo>
                    <a:pt x="1760220" y="167639"/>
                  </a:lnTo>
                  <a:lnTo>
                    <a:pt x="1760220" y="0"/>
                  </a:lnTo>
                  <a:lnTo>
                    <a:pt x="0" y="0"/>
                  </a:lnTo>
                  <a:lnTo>
                    <a:pt x="0" y="167639"/>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6"/>
            <p:cNvSpPr/>
            <p:nvPr/>
          </p:nvSpPr>
          <p:spPr>
            <a:xfrm>
              <a:off x="427481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5" name="Google Shape;475;p26"/>
          <p:cNvSpPr txBox="1"/>
          <p:nvPr/>
        </p:nvSpPr>
        <p:spPr>
          <a:xfrm>
            <a:off x="4280153" y="2466594"/>
            <a:ext cx="1750060" cy="909955"/>
          </a:xfrm>
          <a:prstGeom prst="rect">
            <a:avLst/>
          </a:prstGeom>
          <a:solidFill>
            <a:srgbClr val="CCFFCC"/>
          </a:solidFill>
          <a:ln>
            <a:noFill/>
          </a:ln>
        </p:spPr>
        <p:txBody>
          <a:bodyPr anchorCtr="0" anchor="t" bIns="0" lIns="0" spcFirstLastPara="1" rIns="0" wrap="square" tIns="40625">
            <a:spAutoFit/>
          </a:bodyPr>
          <a:lstStyle/>
          <a:p>
            <a:pPr indent="0" lvl="0" marL="40894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314325" lvl="0" marL="408940" marR="36004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b := a + 1</a:t>
            </a:r>
            <a:endParaRPr sz="1750">
              <a:solidFill>
                <a:schemeClr val="dk1"/>
              </a:solidFill>
              <a:latin typeface="Arial"/>
              <a:ea typeface="Arial"/>
              <a:cs typeface="Arial"/>
              <a:sym typeface="Arial"/>
            </a:endParaRPr>
          </a:p>
        </p:txBody>
      </p:sp>
      <p:grpSp>
        <p:nvGrpSpPr>
          <p:cNvPr id="476" name="Google Shape;476;p26"/>
          <p:cNvGrpSpPr/>
          <p:nvPr/>
        </p:nvGrpSpPr>
        <p:grpSpPr>
          <a:xfrm>
            <a:off x="6705600" y="5562599"/>
            <a:ext cx="251460" cy="251460"/>
            <a:chOff x="6705600" y="5562599"/>
            <a:chExt cx="251460" cy="251460"/>
          </a:xfrm>
        </p:grpSpPr>
        <p:sp>
          <p:nvSpPr>
            <p:cNvPr id="477" name="Google Shape;477;p26"/>
            <p:cNvSpPr/>
            <p:nvPr/>
          </p:nvSpPr>
          <p:spPr>
            <a:xfrm>
              <a:off x="6705600" y="5562599"/>
              <a:ext cx="251459"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26"/>
            <p:cNvSpPr/>
            <p:nvPr/>
          </p:nvSpPr>
          <p:spPr>
            <a:xfrm>
              <a:off x="6705600"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9" name="Google Shape;479;p26"/>
          <p:cNvGrpSpPr/>
          <p:nvPr/>
        </p:nvGrpSpPr>
        <p:grpSpPr>
          <a:xfrm>
            <a:off x="2095499" y="2461260"/>
            <a:ext cx="1760220" cy="2095500"/>
            <a:chOff x="2095499" y="2461260"/>
            <a:chExt cx="1760220" cy="2095500"/>
          </a:xfrm>
        </p:grpSpPr>
        <p:sp>
          <p:nvSpPr>
            <p:cNvPr id="480" name="Google Shape;480;p26"/>
            <p:cNvSpPr/>
            <p:nvPr/>
          </p:nvSpPr>
          <p:spPr>
            <a:xfrm>
              <a:off x="2095499" y="4389120"/>
              <a:ext cx="1760220" cy="167640"/>
            </a:xfrm>
            <a:custGeom>
              <a:rect b="b" l="l" r="r" t="t"/>
              <a:pathLst>
                <a:path extrusionOk="0" h="167639" w="1760220">
                  <a:moveTo>
                    <a:pt x="0" y="167639"/>
                  </a:moveTo>
                  <a:lnTo>
                    <a:pt x="1760220" y="167639"/>
                  </a:lnTo>
                  <a:lnTo>
                    <a:pt x="1760220" y="0"/>
                  </a:lnTo>
                  <a:lnTo>
                    <a:pt x="0" y="0"/>
                  </a:lnTo>
                  <a:lnTo>
                    <a:pt x="0" y="167639"/>
                  </a:lnTo>
                  <a:close/>
                </a:path>
              </a:pathLst>
            </a:custGeom>
            <a:solidFill>
              <a:srgbClr val="FFCC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6"/>
            <p:cNvSpPr/>
            <p:nvPr/>
          </p:nvSpPr>
          <p:spPr>
            <a:xfrm>
              <a:off x="209549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2" name="Google Shape;482;p26"/>
          <p:cNvSpPr txBox="1"/>
          <p:nvPr/>
        </p:nvSpPr>
        <p:spPr>
          <a:xfrm>
            <a:off x="2100833" y="2466594"/>
            <a:ext cx="1750060" cy="909955"/>
          </a:xfrm>
          <a:prstGeom prst="rect">
            <a:avLst/>
          </a:prstGeom>
          <a:solidFill>
            <a:srgbClr val="FFCC99"/>
          </a:solidFill>
          <a:ln>
            <a:noFill/>
          </a:ln>
        </p:spPr>
        <p:txBody>
          <a:bodyPr anchorCtr="0" anchor="t" bIns="0" lIns="0" spcFirstLastPara="1" rIns="0" wrap="square" tIns="40625">
            <a:spAutoFit/>
          </a:bodyPr>
          <a:lstStyle/>
          <a:p>
            <a:pPr indent="0" lvl="0" marL="40894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08940" marR="38354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p:txBody>
      </p:sp>
      <p:sp>
        <p:nvSpPr>
          <p:cNvPr id="483" name="Google Shape;483;p26"/>
          <p:cNvSpPr txBox="1"/>
          <p:nvPr/>
        </p:nvSpPr>
        <p:spPr>
          <a:xfrm>
            <a:off x="2104071" y="1913635"/>
            <a:ext cx="10064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484" name="Google Shape;484;p26"/>
          <p:cNvSpPr txBox="1"/>
          <p:nvPr/>
        </p:nvSpPr>
        <p:spPr>
          <a:xfrm>
            <a:off x="4284219" y="1913635"/>
            <a:ext cx="100393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485" name="Google Shape;485;p26"/>
          <p:cNvSpPr txBox="1"/>
          <p:nvPr/>
        </p:nvSpPr>
        <p:spPr>
          <a:xfrm>
            <a:off x="6441735" y="1913635"/>
            <a:ext cx="104711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grpSp>
        <p:nvGrpSpPr>
          <p:cNvPr id="486" name="Google Shape;486;p26"/>
          <p:cNvGrpSpPr/>
          <p:nvPr/>
        </p:nvGrpSpPr>
        <p:grpSpPr>
          <a:xfrm>
            <a:off x="6454139" y="2461259"/>
            <a:ext cx="1760221" cy="2095501"/>
            <a:chOff x="6454139" y="2461259"/>
            <a:chExt cx="1760221" cy="2095501"/>
          </a:xfrm>
        </p:grpSpPr>
        <p:sp>
          <p:nvSpPr>
            <p:cNvPr id="487" name="Google Shape;487;p26"/>
            <p:cNvSpPr/>
            <p:nvPr/>
          </p:nvSpPr>
          <p:spPr>
            <a:xfrm>
              <a:off x="6454140" y="2461259"/>
              <a:ext cx="1760220" cy="2095500"/>
            </a:xfrm>
            <a:custGeom>
              <a:rect b="b" l="l" r="r" t="t"/>
              <a:pathLst>
                <a:path extrusionOk="0" h="2095500" w="1760220">
                  <a:moveTo>
                    <a:pt x="1760220" y="1927860"/>
                  </a:moveTo>
                  <a:lnTo>
                    <a:pt x="0" y="1927860"/>
                  </a:lnTo>
                  <a:lnTo>
                    <a:pt x="0" y="2095500"/>
                  </a:lnTo>
                  <a:lnTo>
                    <a:pt x="1760220" y="2095500"/>
                  </a:lnTo>
                  <a:lnTo>
                    <a:pt x="1760220" y="1927860"/>
                  </a:lnTo>
                  <a:close/>
                </a:path>
                <a:path extrusionOk="0" h="2095500" w="1760220">
                  <a:moveTo>
                    <a:pt x="1760220" y="0"/>
                  </a:moveTo>
                  <a:lnTo>
                    <a:pt x="0" y="0"/>
                  </a:lnTo>
                  <a:lnTo>
                    <a:pt x="0" y="922020"/>
                  </a:lnTo>
                  <a:lnTo>
                    <a:pt x="1760220" y="922020"/>
                  </a:lnTo>
                  <a:lnTo>
                    <a:pt x="1760220" y="0"/>
                  </a:lnTo>
                  <a:close/>
                </a:path>
              </a:pathLst>
            </a:custGeom>
            <a:solidFill>
              <a:srgbClr val="00CC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26"/>
            <p:cNvSpPr/>
            <p:nvPr/>
          </p:nvSpPr>
          <p:spPr>
            <a:xfrm>
              <a:off x="6454139" y="2461260"/>
              <a:ext cx="1760220" cy="2095500"/>
            </a:xfrm>
            <a:custGeom>
              <a:rect b="b" l="l" r="r" t="t"/>
              <a:pathLst>
                <a:path extrusionOk="0" h="2095500" w="1760220">
                  <a:moveTo>
                    <a:pt x="0" y="0"/>
                  </a:moveTo>
                  <a:lnTo>
                    <a:pt x="1760219" y="0"/>
                  </a:lnTo>
                  <a:lnTo>
                    <a:pt x="1760219"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9" name="Google Shape;489;p26"/>
          <p:cNvSpPr txBox="1"/>
          <p:nvPr/>
        </p:nvSpPr>
        <p:spPr>
          <a:xfrm>
            <a:off x="6868618" y="2526647"/>
            <a:ext cx="949325" cy="786765"/>
          </a:xfrm>
          <a:prstGeom prst="rect">
            <a:avLst/>
          </a:prstGeom>
          <a:noFill/>
          <a:ln>
            <a:noFill/>
          </a:ln>
        </p:spPr>
        <p:txBody>
          <a:bodyPr anchorCtr="0" anchor="t" bIns="0" lIns="0" spcFirstLastPara="1" rIns="0" wrap="square" tIns="0">
            <a:spAutoFit/>
          </a:bodyPr>
          <a:lstStyle/>
          <a:p>
            <a:pPr indent="0" lvl="0" marL="0" marR="0" rtl="0" algn="l">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0" marR="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p:txBody>
      </p:sp>
      <p:grpSp>
        <p:nvGrpSpPr>
          <p:cNvPr id="490" name="Google Shape;490;p26"/>
          <p:cNvGrpSpPr/>
          <p:nvPr/>
        </p:nvGrpSpPr>
        <p:grpSpPr>
          <a:xfrm>
            <a:off x="6621779" y="2628899"/>
            <a:ext cx="1760221" cy="2095500"/>
            <a:chOff x="6621779" y="2628899"/>
            <a:chExt cx="1760221" cy="2095500"/>
          </a:xfrm>
        </p:grpSpPr>
        <p:sp>
          <p:nvSpPr>
            <p:cNvPr id="491" name="Google Shape;491;p26"/>
            <p:cNvSpPr/>
            <p:nvPr/>
          </p:nvSpPr>
          <p:spPr>
            <a:xfrm>
              <a:off x="6621780" y="2628899"/>
              <a:ext cx="1760220" cy="2095500"/>
            </a:xfrm>
            <a:custGeom>
              <a:rect b="b" l="l" r="r" t="t"/>
              <a:pathLst>
                <a:path extrusionOk="0" h="2095500" w="1760220">
                  <a:moveTo>
                    <a:pt x="1760220" y="1760220"/>
                  </a:moveTo>
                  <a:lnTo>
                    <a:pt x="0" y="1760220"/>
                  </a:lnTo>
                  <a:lnTo>
                    <a:pt x="0" y="2095500"/>
                  </a:lnTo>
                  <a:lnTo>
                    <a:pt x="1760220" y="2095500"/>
                  </a:lnTo>
                  <a:lnTo>
                    <a:pt x="1760220" y="1760220"/>
                  </a:lnTo>
                  <a:close/>
                </a:path>
                <a:path extrusionOk="0" h="2095500" w="1760220">
                  <a:moveTo>
                    <a:pt x="1760220" y="0"/>
                  </a:moveTo>
                  <a:lnTo>
                    <a:pt x="0" y="0"/>
                  </a:lnTo>
                  <a:lnTo>
                    <a:pt x="0" y="754380"/>
                  </a:lnTo>
                  <a:lnTo>
                    <a:pt x="1760220" y="754380"/>
                  </a:lnTo>
                  <a:lnTo>
                    <a:pt x="1760220" y="0"/>
                  </a:lnTo>
                  <a:close/>
                </a:path>
              </a:pathLst>
            </a:custGeom>
            <a:solidFill>
              <a:srgbClr val="00CC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26"/>
            <p:cNvSpPr/>
            <p:nvPr/>
          </p:nvSpPr>
          <p:spPr>
            <a:xfrm>
              <a:off x="6621779" y="2628899"/>
              <a:ext cx="1760220" cy="2095500"/>
            </a:xfrm>
            <a:custGeom>
              <a:rect b="b" l="l" r="r" t="t"/>
              <a:pathLst>
                <a:path extrusionOk="0" h="2095500" w="1760220">
                  <a:moveTo>
                    <a:pt x="0" y="0"/>
                  </a:moveTo>
                  <a:lnTo>
                    <a:pt x="1760219" y="0"/>
                  </a:lnTo>
                  <a:lnTo>
                    <a:pt x="1760219"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3" name="Google Shape;493;p26"/>
          <p:cNvSpPr txBox="1"/>
          <p:nvPr/>
        </p:nvSpPr>
        <p:spPr>
          <a:xfrm>
            <a:off x="6627114" y="2634233"/>
            <a:ext cx="1582420" cy="742315"/>
          </a:xfrm>
          <a:prstGeom prst="rect">
            <a:avLst/>
          </a:prstGeom>
          <a:solidFill>
            <a:srgbClr val="00CCFF"/>
          </a:solidFill>
          <a:ln>
            <a:noFill/>
          </a:ln>
        </p:spPr>
        <p:txBody>
          <a:bodyPr anchorCtr="0" anchor="t" bIns="0" lIns="0" spcFirstLastPara="1" rIns="0" wrap="square" tIns="40625">
            <a:spAutoFit/>
          </a:bodyPr>
          <a:lstStyle/>
          <a:p>
            <a:pPr indent="0" lvl="0" marL="40894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08940" marR="215900" rtl="0" algn="l">
              <a:lnSpc>
                <a:spcPct val="120571"/>
              </a:lnSpc>
              <a:spcBef>
                <a:spcPts val="75"/>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p:txBody>
      </p:sp>
      <p:sp>
        <p:nvSpPr>
          <p:cNvPr id="494" name="Google Shape;494;p26"/>
          <p:cNvSpPr txBox="1"/>
          <p:nvPr/>
        </p:nvSpPr>
        <p:spPr>
          <a:xfrm>
            <a:off x="2196076" y="3331306"/>
            <a:ext cx="5720715" cy="1055370"/>
          </a:xfrm>
          <a:prstGeom prst="rect">
            <a:avLst/>
          </a:prstGeom>
          <a:noFill/>
          <a:ln>
            <a:noFill/>
          </a:ln>
        </p:spPr>
        <p:txBody>
          <a:bodyPr anchorCtr="0" anchor="t" bIns="0" lIns="0" spcFirstLastPara="1" rIns="0" wrap="square" tIns="0">
            <a:spAutoFit/>
          </a:bodyPr>
          <a:lstStyle/>
          <a:p>
            <a:pPr indent="0" lvl="0" marL="0" marR="0" rtl="0" algn="l">
              <a:lnSpc>
                <a:spcPct val="111142"/>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c := b + 1	</a:t>
            </a: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b - c</a:t>
            </a:r>
            <a:endParaRPr sz="1750">
              <a:solidFill>
                <a:schemeClr val="dk1"/>
              </a:solidFill>
              <a:latin typeface="Arial"/>
              <a:ea typeface="Arial"/>
              <a:cs typeface="Arial"/>
              <a:sym typeface="Arial"/>
            </a:endParaRPr>
          </a:p>
          <a:p>
            <a:pPr indent="0" lvl="0" marL="313690" marR="0" rtl="0" algn="l">
              <a:lnSpc>
                <a:spcPct val="100000"/>
              </a:lnSpc>
              <a:spcBef>
                <a:spcPts val="10"/>
              </a:spcBef>
              <a:spcAft>
                <a:spcPts val="0"/>
              </a:spcAft>
              <a:buNone/>
            </a:pPr>
            <a:r>
              <a:rPr lang="en-US" sz="1750">
                <a:solidFill>
                  <a:schemeClr val="dk1"/>
                </a:solidFill>
                <a:latin typeface="Arial"/>
                <a:ea typeface="Arial"/>
                <a:cs typeface="Arial"/>
                <a:sym typeface="Arial"/>
              </a:rPr>
              <a:t>a := b - c	a := b - c	c </a:t>
            </a:r>
            <a:r>
              <a:rPr baseline="30000" lang="en-US" sz="2625">
                <a:solidFill>
                  <a:schemeClr val="dk1"/>
                </a:solidFill>
                <a:latin typeface="Arial"/>
                <a:ea typeface="Arial"/>
                <a:cs typeface="Arial"/>
                <a:sym typeface="Arial"/>
              </a:rPr>
              <a:t>a</a:t>
            </a:r>
            <a:r>
              <a:rPr lang="en-US" sz="1750">
                <a:solidFill>
                  <a:schemeClr val="dk1"/>
                </a:solidFill>
                <a:latin typeface="Arial"/>
                <a:ea typeface="Arial"/>
                <a:cs typeface="Arial"/>
                <a:sym typeface="Arial"/>
              </a:rPr>
              <a:t>:=</a:t>
            </a:r>
            <a:r>
              <a:rPr baseline="30000" lang="en-US" sz="2625">
                <a:solidFill>
                  <a:schemeClr val="dk1"/>
                </a:solidFill>
                <a:latin typeface="Arial"/>
                <a:ea typeface="Arial"/>
                <a:cs typeface="Arial"/>
                <a:sym typeface="Arial"/>
              </a:rPr>
              <a:t>:=</a:t>
            </a:r>
            <a:r>
              <a:rPr lang="en-US" sz="1750">
                <a:solidFill>
                  <a:schemeClr val="dk1"/>
                </a:solidFill>
                <a:latin typeface="Arial"/>
                <a:ea typeface="Arial"/>
                <a:cs typeface="Arial"/>
                <a:sym typeface="Arial"/>
              </a:rPr>
              <a:t>c   *</a:t>
            </a:r>
            <a:r>
              <a:rPr baseline="30000" lang="en-US" sz="2625">
                <a:solidFill>
                  <a:schemeClr val="dk1"/>
                </a:solidFill>
                <a:latin typeface="Arial"/>
                <a:ea typeface="Arial"/>
                <a:cs typeface="Arial"/>
                <a:sym typeface="Arial"/>
              </a:rPr>
              <a:t>b</a:t>
            </a:r>
            <a:r>
              <a:rPr lang="en-US" sz="1750">
                <a:solidFill>
                  <a:schemeClr val="dk1"/>
                </a:solidFill>
                <a:latin typeface="Arial"/>
                <a:ea typeface="Arial"/>
                <a:cs typeface="Arial"/>
                <a:sym typeface="Arial"/>
              </a:rPr>
              <a:t>b</a:t>
            </a:r>
            <a:r>
              <a:rPr baseline="30000" lang="en-US" sz="2625">
                <a:solidFill>
                  <a:schemeClr val="dk1"/>
                </a:solidFill>
                <a:latin typeface="Arial"/>
                <a:ea typeface="Arial"/>
                <a:cs typeface="Arial"/>
                <a:sym typeface="Arial"/>
              </a:rPr>
              <a:t>- c</a:t>
            </a:r>
            <a:endParaRPr baseline="30000" sz="2625">
              <a:solidFill>
                <a:schemeClr val="dk1"/>
              </a:solidFill>
              <a:latin typeface="Arial"/>
              <a:ea typeface="Arial"/>
              <a:cs typeface="Arial"/>
              <a:sym typeface="Arial"/>
            </a:endParaRPr>
          </a:p>
          <a:p>
            <a:pPr indent="0" lvl="0" marL="313690" marR="0" rtl="0" algn="l">
              <a:lnSpc>
                <a:spcPct val="100000"/>
              </a:lnSpc>
              <a:spcBef>
                <a:spcPts val="10"/>
              </a:spcBef>
              <a:spcAft>
                <a:spcPts val="0"/>
              </a:spcAft>
              <a:buNone/>
            </a:pPr>
            <a:r>
              <a:rPr lang="en-US" sz="1750">
                <a:solidFill>
                  <a:schemeClr val="dk1"/>
                </a:solidFill>
                <a:latin typeface="Arial"/>
                <a:ea typeface="Arial"/>
                <a:cs typeface="Arial"/>
                <a:sym typeface="Arial"/>
              </a:rPr>
              <a:t>c := c * b	c := c * b	</a:t>
            </a:r>
            <a:r>
              <a:rPr baseline="30000" lang="en-US" sz="2625">
                <a:solidFill>
                  <a:schemeClr val="dk1"/>
                </a:solidFill>
                <a:latin typeface="Georgia"/>
                <a:ea typeface="Georgia"/>
                <a:cs typeface="Georgia"/>
                <a:sym typeface="Georgia"/>
              </a:rPr>
              <a:t></a:t>
            </a:r>
            <a:r>
              <a:rPr lang="en-US" sz="1750">
                <a:solidFill>
                  <a:schemeClr val="dk1"/>
                </a:solidFill>
                <a:latin typeface="Arial"/>
                <a:ea typeface="Arial"/>
                <a:cs typeface="Arial"/>
                <a:sym typeface="Arial"/>
              </a:rPr>
              <a:t>b </a:t>
            </a:r>
            <a:r>
              <a:rPr baseline="30000" lang="en-US" sz="2625">
                <a:solidFill>
                  <a:schemeClr val="dk1"/>
                </a:solidFill>
                <a:latin typeface="Arial"/>
                <a:ea typeface="Arial"/>
                <a:cs typeface="Arial"/>
                <a:sym typeface="Arial"/>
              </a:rPr>
              <a:t>c</a:t>
            </a:r>
            <a:r>
              <a:rPr lang="en-US" sz="1750">
                <a:solidFill>
                  <a:schemeClr val="dk1"/>
                </a:solidFill>
                <a:latin typeface="Arial"/>
                <a:ea typeface="Arial"/>
                <a:cs typeface="Arial"/>
                <a:sym typeface="Arial"/>
              </a:rPr>
              <a:t>:=</a:t>
            </a:r>
            <a:r>
              <a:rPr baseline="30000" lang="en-US" sz="2625">
                <a:solidFill>
                  <a:schemeClr val="dk1"/>
                </a:solidFill>
                <a:latin typeface="Arial"/>
                <a:ea typeface="Arial"/>
                <a:cs typeface="Arial"/>
                <a:sym typeface="Arial"/>
              </a:rPr>
              <a:t>:=</a:t>
            </a:r>
            <a:r>
              <a:rPr lang="en-US" sz="1750">
                <a:solidFill>
                  <a:schemeClr val="dk1"/>
                </a:solidFill>
                <a:latin typeface="Arial"/>
                <a:ea typeface="Arial"/>
                <a:cs typeface="Arial"/>
                <a:sym typeface="Arial"/>
              </a:rPr>
              <a:t>0</a:t>
            </a:r>
            <a:r>
              <a:rPr baseline="30000" lang="en-US" sz="2625">
                <a:solidFill>
                  <a:schemeClr val="dk1"/>
                </a:solidFill>
                <a:latin typeface="Arial"/>
                <a:ea typeface="Arial"/>
                <a:cs typeface="Arial"/>
                <a:sym typeface="Arial"/>
              </a:rPr>
              <a:t>c  * b</a:t>
            </a:r>
            <a:endParaRPr baseline="30000" sz="2625">
              <a:solidFill>
                <a:schemeClr val="dk1"/>
              </a:solidFill>
              <a:latin typeface="Arial"/>
              <a:ea typeface="Arial"/>
              <a:cs typeface="Arial"/>
              <a:sym typeface="Arial"/>
            </a:endParaRPr>
          </a:p>
          <a:p>
            <a:pPr indent="0" lvl="0" marL="313690" marR="0" rtl="0" algn="l">
              <a:lnSpc>
                <a:spcPct val="100000"/>
              </a:lnSpc>
              <a:spcBef>
                <a:spcPts val="15"/>
              </a:spcBef>
              <a:spcAft>
                <a:spcPts val="0"/>
              </a:spcAft>
              <a:buNone/>
            </a:pPr>
            <a:r>
              <a:rPr lang="en-US" sz="1750">
                <a:solidFill>
                  <a:schemeClr val="dk1"/>
                </a:solidFill>
                <a:latin typeface="Arial"/>
                <a:ea typeface="Arial"/>
                <a:cs typeface="Arial"/>
                <a:sym typeface="Arial"/>
              </a:rPr>
              <a:t>b := 0	b := 0	c </a:t>
            </a:r>
            <a:r>
              <a:rPr baseline="30000" lang="en-US" sz="2625">
                <a:solidFill>
                  <a:schemeClr val="dk1"/>
                </a:solidFill>
                <a:latin typeface="Arial"/>
                <a:ea typeface="Arial"/>
                <a:cs typeface="Arial"/>
                <a:sym typeface="Arial"/>
              </a:rPr>
              <a:t>b</a:t>
            </a:r>
            <a:r>
              <a:rPr lang="en-US" sz="1750">
                <a:solidFill>
                  <a:schemeClr val="dk1"/>
                </a:solidFill>
                <a:latin typeface="Arial"/>
                <a:ea typeface="Arial"/>
                <a:cs typeface="Arial"/>
                <a:sym typeface="Arial"/>
              </a:rPr>
              <a:t>:=</a:t>
            </a:r>
            <a:r>
              <a:rPr baseline="30000" lang="en-US" sz="2625">
                <a:solidFill>
                  <a:schemeClr val="dk1"/>
                </a:solidFill>
                <a:latin typeface="Arial"/>
                <a:ea typeface="Arial"/>
                <a:cs typeface="Arial"/>
                <a:sym typeface="Arial"/>
              </a:rPr>
              <a:t>:=</a:t>
            </a:r>
            <a:r>
              <a:rPr lang="en-US" sz="1750">
                <a:solidFill>
                  <a:schemeClr val="dk1"/>
                </a:solidFill>
                <a:latin typeface="Arial"/>
                <a:ea typeface="Arial"/>
                <a:cs typeface="Arial"/>
                <a:sym typeface="Arial"/>
              </a:rPr>
              <a:t>0 </a:t>
            </a:r>
            <a:r>
              <a:rPr baseline="30000" lang="en-US" sz="2625">
                <a:solidFill>
                  <a:schemeClr val="dk1"/>
                </a:solidFill>
                <a:latin typeface="Arial"/>
                <a:ea typeface="Arial"/>
                <a:cs typeface="Arial"/>
                <a:sym typeface="Arial"/>
              </a:rPr>
              <a:t>0</a:t>
            </a:r>
            <a:endParaRPr baseline="30000" sz="2625">
              <a:solidFill>
                <a:schemeClr val="dk1"/>
              </a:solidFill>
              <a:latin typeface="Arial"/>
              <a:ea typeface="Arial"/>
              <a:cs typeface="Arial"/>
              <a:sym typeface="Arial"/>
            </a:endParaRPr>
          </a:p>
        </p:txBody>
      </p:sp>
      <p:sp>
        <p:nvSpPr>
          <p:cNvPr id="495" name="Google Shape;495;p26"/>
          <p:cNvSpPr txBox="1"/>
          <p:nvPr/>
        </p:nvSpPr>
        <p:spPr>
          <a:xfrm>
            <a:off x="6627114" y="4395978"/>
            <a:ext cx="1582420" cy="155575"/>
          </a:xfrm>
          <a:prstGeom prst="rect">
            <a:avLst/>
          </a:prstGeom>
          <a:solidFill>
            <a:srgbClr val="00CCFF"/>
          </a:solidFill>
          <a:ln>
            <a:noFill/>
          </a:ln>
        </p:spPr>
        <p:txBody>
          <a:bodyPr anchorCtr="0" anchor="t" bIns="0" lIns="0" spcFirstLastPara="1" rIns="0" wrap="square" tIns="0">
            <a:spAutoFit/>
          </a:bodyPr>
          <a:lstStyle/>
          <a:p>
            <a:pPr indent="0" lvl="0" marL="408940" marR="0" rtl="0" algn="l">
              <a:lnSpc>
                <a:spcPct val="69714"/>
              </a:lnSpc>
              <a:spcBef>
                <a:spcPts val="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pSp>
        <p:nvGrpSpPr>
          <p:cNvPr id="496" name="Google Shape;496;p26"/>
          <p:cNvGrpSpPr/>
          <p:nvPr/>
        </p:nvGrpSpPr>
        <p:grpSpPr>
          <a:xfrm>
            <a:off x="1676400" y="3376421"/>
            <a:ext cx="6789420" cy="1012698"/>
            <a:chOff x="1676400" y="3376421"/>
            <a:chExt cx="6789420" cy="1012698"/>
          </a:xfrm>
        </p:grpSpPr>
        <p:sp>
          <p:nvSpPr>
            <p:cNvPr id="497" name="Google Shape;497;p26"/>
            <p:cNvSpPr/>
            <p:nvPr/>
          </p:nvSpPr>
          <p:spPr>
            <a:xfrm>
              <a:off x="1676400" y="3376421"/>
              <a:ext cx="0" cy="6985"/>
            </a:xfrm>
            <a:custGeom>
              <a:rect b="b" l="l" r="r" t="t"/>
              <a:pathLst>
                <a:path extrusionOk="0" h="6985" w="120000">
                  <a:moveTo>
                    <a:pt x="0" y="0"/>
                  </a:moveTo>
                  <a:lnTo>
                    <a:pt x="0" y="685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6"/>
            <p:cNvSpPr/>
            <p:nvPr/>
          </p:nvSpPr>
          <p:spPr>
            <a:xfrm>
              <a:off x="1676400" y="3383279"/>
              <a:ext cx="6789420" cy="1005840"/>
            </a:xfrm>
            <a:custGeom>
              <a:rect b="b" l="l" r="r" t="t"/>
              <a:pathLst>
                <a:path extrusionOk="0" h="1005839" w="6789420">
                  <a:moveTo>
                    <a:pt x="6789419" y="1005839"/>
                  </a:moveTo>
                  <a:lnTo>
                    <a:pt x="0" y="1005840"/>
                  </a:lnTo>
                  <a:lnTo>
                    <a:pt x="0" y="0"/>
                  </a:lnTo>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6"/>
            <p:cNvSpPr/>
            <p:nvPr/>
          </p:nvSpPr>
          <p:spPr>
            <a:xfrm>
              <a:off x="1676400" y="3383279"/>
              <a:ext cx="6789420" cy="1005840"/>
            </a:xfrm>
            <a:custGeom>
              <a:rect b="b" l="l" r="r" t="t"/>
              <a:pathLst>
                <a:path extrusionOk="0" h="1005839" w="6789420">
                  <a:moveTo>
                    <a:pt x="6789419" y="1005840"/>
                  </a:moveTo>
                  <a:lnTo>
                    <a:pt x="0" y="1005840"/>
                  </a:lnTo>
                  <a:lnTo>
                    <a:pt x="0" y="0"/>
                  </a:lnTo>
                  <a:lnTo>
                    <a:pt x="6789419" y="0"/>
                  </a:lnTo>
                  <a:lnTo>
                    <a:pt x="6789419" y="1005840"/>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6"/>
            <p:cNvSpPr/>
            <p:nvPr/>
          </p:nvSpPr>
          <p:spPr>
            <a:xfrm>
              <a:off x="1676400" y="3383279"/>
              <a:ext cx="6789420" cy="1005840"/>
            </a:xfrm>
            <a:custGeom>
              <a:rect b="b" l="l" r="r" t="t"/>
              <a:pathLst>
                <a:path extrusionOk="0" h="1005839" w="6789420">
                  <a:moveTo>
                    <a:pt x="0" y="0"/>
                  </a:moveTo>
                  <a:lnTo>
                    <a:pt x="6789419" y="0"/>
                  </a:lnTo>
                  <a:lnTo>
                    <a:pt x="6789419" y="1005840"/>
                  </a:lnTo>
                  <a:lnTo>
                    <a:pt x="0" y="1005840"/>
                  </a:lnTo>
                  <a:lnTo>
                    <a:pt x="0" y="0"/>
                  </a:lnTo>
                  <a:close/>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1" name="Google Shape;501;p26"/>
          <p:cNvSpPr txBox="1"/>
          <p:nvPr/>
        </p:nvSpPr>
        <p:spPr>
          <a:xfrm>
            <a:off x="2100833" y="3390138"/>
            <a:ext cx="175006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741045" marR="0" rtl="0" algn="l">
              <a:lnSpc>
                <a:spcPct val="100000"/>
              </a:lnSpc>
              <a:spcBef>
                <a:spcPts val="0"/>
              </a:spcBef>
              <a:spcAft>
                <a:spcPts val="0"/>
              </a:spcAft>
              <a:buNone/>
            </a:pPr>
            <a:r>
              <a:rPr lang="en-US" sz="1950">
                <a:solidFill>
                  <a:srgbClr val="333333"/>
                </a:solidFill>
                <a:latin typeface="Arial"/>
                <a:ea typeface="Arial"/>
                <a:cs typeface="Arial"/>
                <a:sym typeface="Arial"/>
              </a:rPr>
              <a:t>Suppose</a:t>
            </a:r>
            <a:endParaRPr sz="1950">
              <a:solidFill>
                <a:schemeClr val="dk1"/>
              </a:solidFill>
              <a:latin typeface="Arial"/>
              <a:ea typeface="Arial"/>
              <a:cs typeface="Arial"/>
              <a:sym typeface="Arial"/>
            </a:endParaRPr>
          </a:p>
        </p:txBody>
      </p:sp>
      <p:sp>
        <p:nvSpPr>
          <p:cNvPr id="502" name="Google Shape;502;p26"/>
          <p:cNvSpPr txBox="1"/>
          <p:nvPr/>
        </p:nvSpPr>
        <p:spPr>
          <a:xfrm>
            <a:off x="3861053" y="3390138"/>
            <a:ext cx="40894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41910" marR="0" rtl="0" algn="l">
              <a:lnSpc>
                <a:spcPct val="100000"/>
              </a:lnSpc>
              <a:spcBef>
                <a:spcPts val="0"/>
              </a:spcBef>
              <a:spcAft>
                <a:spcPts val="0"/>
              </a:spcAft>
              <a:buNone/>
            </a:pPr>
            <a:r>
              <a:rPr lang="en-US" sz="1950">
                <a:solidFill>
                  <a:srgbClr val="333333"/>
                </a:solidFill>
                <a:latin typeface="Arial"/>
                <a:ea typeface="Arial"/>
                <a:cs typeface="Arial"/>
                <a:sym typeface="Arial"/>
              </a:rPr>
              <a:t>the</a:t>
            </a:r>
            <a:endParaRPr sz="1950">
              <a:solidFill>
                <a:schemeClr val="dk1"/>
              </a:solidFill>
              <a:latin typeface="Arial"/>
              <a:ea typeface="Arial"/>
              <a:cs typeface="Arial"/>
              <a:sym typeface="Arial"/>
            </a:endParaRPr>
          </a:p>
        </p:txBody>
      </p:sp>
      <p:sp>
        <p:nvSpPr>
          <p:cNvPr id="503" name="Google Shape;503;p26"/>
          <p:cNvSpPr txBox="1"/>
          <p:nvPr/>
        </p:nvSpPr>
        <p:spPr>
          <a:xfrm>
            <a:off x="4280153" y="3390138"/>
            <a:ext cx="175006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43180" marR="0" rtl="0" algn="l">
              <a:lnSpc>
                <a:spcPct val="100000"/>
              </a:lnSpc>
              <a:spcBef>
                <a:spcPts val="0"/>
              </a:spcBef>
              <a:spcAft>
                <a:spcPts val="0"/>
              </a:spcAft>
              <a:buNone/>
            </a:pPr>
            <a:r>
              <a:rPr lang="en-US" sz="1950">
                <a:solidFill>
                  <a:srgbClr val="333333"/>
                </a:solidFill>
                <a:latin typeface="Arial"/>
                <a:ea typeface="Arial"/>
                <a:cs typeface="Arial"/>
                <a:sym typeface="Arial"/>
              </a:rPr>
              <a:t>Green process</a:t>
            </a:r>
            <a:endParaRPr sz="1950">
              <a:solidFill>
                <a:schemeClr val="dk1"/>
              </a:solidFill>
              <a:latin typeface="Arial"/>
              <a:ea typeface="Arial"/>
              <a:cs typeface="Arial"/>
              <a:sym typeface="Arial"/>
            </a:endParaRPr>
          </a:p>
        </p:txBody>
      </p:sp>
      <p:sp>
        <p:nvSpPr>
          <p:cNvPr id="504" name="Google Shape;504;p26"/>
          <p:cNvSpPr txBox="1"/>
          <p:nvPr/>
        </p:nvSpPr>
        <p:spPr>
          <a:xfrm>
            <a:off x="6040373" y="3390138"/>
            <a:ext cx="459740" cy="992505"/>
          </a:xfrm>
          <a:prstGeom prst="rect">
            <a:avLst/>
          </a:prstGeom>
          <a:solidFill>
            <a:srgbClr val="95A8A8"/>
          </a:solidFill>
          <a:ln>
            <a:noFill/>
          </a:ln>
        </p:spPr>
        <p:txBody>
          <a:bodyPr anchorCtr="0" anchor="t" bIns="0" lIns="0" spcFirstLastPara="1" rIns="0" wrap="square" tIns="5075">
            <a:spAutoFit/>
          </a:bodyPr>
          <a:lstStyle/>
          <a:p>
            <a:pPr indent="0" lvl="0" marL="0" marR="3937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US" sz="1950">
                <a:solidFill>
                  <a:srgbClr val="333333"/>
                </a:solidFill>
                <a:latin typeface="Arial"/>
                <a:ea typeface="Arial"/>
                <a:cs typeface="Arial"/>
                <a:sym typeface="Arial"/>
              </a:rPr>
              <a:t>finis</a:t>
            </a:r>
            <a:endParaRPr sz="1950">
              <a:solidFill>
                <a:schemeClr val="dk1"/>
              </a:solidFill>
              <a:latin typeface="Arial"/>
              <a:ea typeface="Arial"/>
              <a:cs typeface="Arial"/>
              <a:sym typeface="Arial"/>
            </a:endParaRPr>
          </a:p>
        </p:txBody>
      </p:sp>
      <p:sp>
        <p:nvSpPr>
          <p:cNvPr id="505" name="Google Shape;505;p26"/>
          <p:cNvSpPr txBox="1"/>
          <p:nvPr/>
        </p:nvSpPr>
        <p:spPr>
          <a:xfrm>
            <a:off x="6459473" y="3390138"/>
            <a:ext cx="85344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31115" marR="0" rtl="0" algn="l">
              <a:lnSpc>
                <a:spcPct val="100000"/>
              </a:lnSpc>
              <a:spcBef>
                <a:spcPts val="0"/>
              </a:spcBef>
              <a:spcAft>
                <a:spcPts val="0"/>
              </a:spcAft>
              <a:buNone/>
            </a:pPr>
            <a:r>
              <a:rPr lang="en-US" sz="1950">
                <a:solidFill>
                  <a:srgbClr val="333333"/>
                </a:solidFill>
                <a:latin typeface="Arial"/>
                <a:ea typeface="Arial"/>
                <a:cs typeface="Arial"/>
                <a:sym typeface="Arial"/>
              </a:rPr>
              <a:t>hes I/O</a:t>
            </a:r>
            <a:endParaRPr sz="1950">
              <a:solidFill>
                <a:schemeClr val="dk1"/>
              </a:solidFill>
              <a:latin typeface="Arial"/>
              <a:ea typeface="Arial"/>
              <a:cs typeface="Arial"/>
              <a:sym typeface="Arial"/>
            </a:endParaRPr>
          </a:p>
        </p:txBody>
      </p:sp>
      <p:grpSp>
        <p:nvGrpSpPr>
          <p:cNvPr id="506" name="Google Shape;506;p26"/>
          <p:cNvGrpSpPr/>
          <p:nvPr/>
        </p:nvGrpSpPr>
        <p:grpSpPr>
          <a:xfrm>
            <a:off x="4442459" y="5562600"/>
            <a:ext cx="251460" cy="251460"/>
            <a:chOff x="4442459" y="5562600"/>
            <a:chExt cx="251460" cy="251460"/>
          </a:xfrm>
        </p:grpSpPr>
        <p:sp>
          <p:nvSpPr>
            <p:cNvPr id="507" name="Google Shape;507;p26"/>
            <p:cNvSpPr/>
            <p:nvPr/>
          </p:nvSpPr>
          <p:spPr>
            <a:xfrm>
              <a:off x="4442459" y="5562600"/>
              <a:ext cx="251460"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26"/>
            <p:cNvSpPr/>
            <p:nvPr/>
          </p:nvSpPr>
          <p:spPr>
            <a:xfrm>
              <a:off x="44424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9" name="Google Shape;509;p26"/>
          <p:cNvGrpSpPr/>
          <p:nvPr/>
        </p:nvGrpSpPr>
        <p:grpSpPr>
          <a:xfrm>
            <a:off x="4861559" y="5562600"/>
            <a:ext cx="251460" cy="251460"/>
            <a:chOff x="4861559" y="5562600"/>
            <a:chExt cx="251460" cy="251460"/>
          </a:xfrm>
        </p:grpSpPr>
        <p:sp>
          <p:nvSpPr>
            <p:cNvPr id="510" name="Google Shape;510;p26"/>
            <p:cNvSpPr/>
            <p:nvPr/>
          </p:nvSpPr>
          <p:spPr>
            <a:xfrm>
              <a:off x="4861559" y="5562600"/>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6"/>
            <p:cNvSpPr/>
            <p:nvPr/>
          </p:nvSpPr>
          <p:spPr>
            <a:xfrm>
              <a:off x="48615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2" name="Google Shape;512;p26"/>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6"/>
          <p:cNvSpPr txBox="1"/>
          <p:nvPr>
            <p:ph type="title"/>
          </p:nvPr>
        </p:nvSpPr>
        <p:spPr>
          <a:xfrm>
            <a:off x="1093625" y="20222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changes_7</a:t>
            </a:r>
            <a:endParaRPr/>
          </a:p>
        </p:txBody>
      </p:sp>
      <p:sp>
        <p:nvSpPr>
          <p:cNvPr id="514" name="Google Shape;514;p2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516" name="Google Shape;516;p26"/>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graphicFrame>
        <p:nvGraphicFramePr>
          <p:cNvPr id="521" name="Google Shape;521;p27"/>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522" name="Google Shape;522;p27"/>
          <p:cNvGrpSpPr/>
          <p:nvPr/>
        </p:nvGrpSpPr>
        <p:grpSpPr>
          <a:xfrm>
            <a:off x="6621779" y="5394960"/>
            <a:ext cx="502920" cy="502920"/>
            <a:chOff x="6621779" y="5394960"/>
            <a:chExt cx="502920" cy="502920"/>
          </a:xfrm>
        </p:grpSpPr>
        <p:sp>
          <p:nvSpPr>
            <p:cNvPr id="523" name="Google Shape;523;p27"/>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7"/>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5" name="Google Shape;525;p27"/>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7"/>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7"/>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27"/>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27"/>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0" name="Google Shape;530;p27"/>
          <p:cNvGrpSpPr/>
          <p:nvPr/>
        </p:nvGrpSpPr>
        <p:grpSpPr>
          <a:xfrm>
            <a:off x="2976372" y="5143499"/>
            <a:ext cx="3896868" cy="502920"/>
            <a:chOff x="2976372" y="5143499"/>
            <a:chExt cx="3896868" cy="502920"/>
          </a:xfrm>
        </p:grpSpPr>
        <p:sp>
          <p:nvSpPr>
            <p:cNvPr id="531" name="Google Shape;531;p27"/>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7"/>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3" name="Google Shape;533;p27"/>
          <p:cNvGrpSpPr/>
          <p:nvPr/>
        </p:nvGrpSpPr>
        <p:grpSpPr>
          <a:xfrm>
            <a:off x="4274819" y="2461260"/>
            <a:ext cx="1760220" cy="2095500"/>
            <a:chOff x="4274819" y="2461260"/>
            <a:chExt cx="1760220" cy="2095500"/>
          </a:xfrm>
        </p:grpSpPr>
        <p:sp>
          <p:nvSpPr>
            <p:cNvPr id="534" name="Google Shape;534;p27"/>
            <p:cNvSpPr/>
            <p:nvPr/>
          </p:nvSpPr>
          <p:spPr>
            <a:xfrm>
              <a:off x="4274819" y="4389120"/>
              <a:ext cx="1760220" cy="167640"/>
            </a:xfrm>
            <a:custGeom>
              <a:rect b="b" l="l" r="r" t="t"/>
              <a:pathLst>
                <a:path extrusionOk="0" h="167639" w="1760220">
                  <a:moveTo>
                    <a:pt x="0" y="167639"/>
                  </a:moveTo>
                  <a:lnTo>
                    <a:pt x="1760220" y="167639"/>
                  </a:lnTo>
                  <a:lnTo>
                    <a:pt x="1760220" y="0"/>
                  </a:lnTo>
                  <a:lnTo>
                    <a:pt x="0" y="0"/>
                  </a:lnTo>
                  <a:lnTo>
                    <a:pt x="0" y="167639"/>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7"/>
            <p:cNvSpPr/>
            <p:nvPr/>
          </p:nvSpPr>
          <p:spPr>
            <a:xfrm>
              <a:off x="427481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6" name="Google Shape;536;p27"/>
          <p:cNvSpPr txBox="1"/>
          <p:nvPr/>
        </p:nvSpPr>
        <p:spPr>
          <a:xfrm>
            <a:off x="4280153" y="2466594"/>
            <a:ext cx="1750060" cy="909955"/>
          </a:xfrm>
          <a:prstGeom prst="rect">
            <a:avLst/>
          </a:prstGeom>
          <a:solidFill>
            <a:srgbClr val="CCFFCC"/>
          </a:solidFill>
          <a:ln>
            <a:noFill/>
          </a:ln>
        </p:spPr>
        <p:txBody>
          <a:bodyPr anchorCtr="0" anchor="t" bIns="0" lIns="0" spcFirstLastPara="1" rIns="0" wrap="square" tIns="40625">
            <a:spAutoFit/>
          </a:bodyPr>
          <a:lstStyle/>
          <a:p>
            <a:pPr indent="0" lvl="0" marL="40894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08940" marR="0" rtl="0" algn="l">
              <a:lnSpc>
                <a:spcPct val="100000"/>
              </a:lnSpc>
              <a:spcBef>
                <a:spcPts val="10"/>
              </a:spcBef>
              <a:spcAft>
                <a:spcPts val="0"/>
              </a:spcAft>
              <a:buNone/>
            </a:pPr>
            <a:r>
              <a:rPr lang="en-US" sz="1750">
                <a:solidFill>
                  <a:schemeClr val="dk1"/>
                </a:solidFill>
                <a:latin typeface="Arial"/>
                <a:ea typeface="Arial"/>
                <a:cs typeface="Arial"/>
                <a:sym typeface="Arial"/>
              </a:rPr>
              <a:t>read a file</a:t>
            </a:r>
            <a:endParaRPr sz="1750">
              <a:solidFill>
                <a:schemeClr val="dk1"/>
              </a:solidFill>
              <a:latin typeface="Arial"/>
              <a:ea typeface="Arial"/>
              <a:cs typeface="Arial"/>
              <a:sym typeface="Arial"/>
            </a:endParaRPr>
          </a:p>
          <a:p>
            <a:pPr indent="0" lvl="0" marL="95250" marR="0" rtl="0" algn="l">
              <a:lnSpc>
                <a:spcPct val="100000"/>
              </a:lnSpc>
              <a:spcBef>
                <a:spcPts val="1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b := a + 1</a:t>
            </a:r>
            <a:endParaRPr sz="1750">
              <a:solidFill>
                <a:schemeClr val="dk1"/>
              </a:solidFill>
              <a:latin typeface="Arial"/>
              <a:ea typeface="Arial"/>
              <a:cs typeface="Arial"/>
              <a:sym typeface="Arial"/>
            </a:endParaRPr>
          </a:p>
        </p:txBody>
      </p:sp>
      <p:sp>
        <p:nvSpPr>
          <p:cNvPr id="537" name="Google Shape;537;p27"/>
          <p:cNvSpPr txBox="1"/>
          <p:nvPr/>
        </p:nvSpPr>
        <p:spPr>
          <a:xfrm>
            <a:off x="4689360" y="3331306"/>
            <a:ext cx="937894" cy="1055370"/>
          </a:xfrm>
          <a:prstGeom prst="rect">
            <a:avLst/>
          </a:prstGeom>
          <a:noFill/>
          <a:ln>
            <a:noFill/>
          </a:ln>
        </p:spPr>
        <p:txBody>
          <a:bodyPr anchorCtr="0" anchor="t" bIns="0" lIns="0" spcFirstLastPara="1" rIns="0" wrap="square" tIns="0">
            <a:spAutoFit/>
          </a:bodyPr>
          <a:lstStyle/>
          <a:p>
            <a:pPr indent="0" lvl="0" marL="0" marR="0" rtl="0" algn="just">
              <a:lnSpc>
                <a:spcPct val="111142"/>
              </a:lnSpc>
              <a:spcBef>
                <a:spcPts val="0"/>
              </a:spcBef>
              <a:spcAft>
                <a:spcPts val="0"/>
              </a:spcAft>
              <a:buNone/>
            </a:pPr>
            <a:r>
              <a:rPr lang="en-US" sz="1750">
                <a:solidFill>
                  <a:schemeClr val="dk1"/>
                </a:solidFill>
                <a:latin typeface="Arial"/>
                <a:ea typeface="Arial"/>
                <a:cs typeface="Arial"/>
                <a:sym typeface="Arial"/>
              </a:rPr>
              <a:t>c := b + 1</a:t>
            </a:r>
            <a:endParaRPr sz="1750">
              <a:solidFill>
                <a:schemeClr val="dk1"/>
              </a:solidFill>
              <a:latin typeface="Arial"/>
              <a:ea typeface="Arial"/>
              <a:cs typeface="Arial"/>
              <a:sym typeface="Arial"/>
            </a:endParaRPr>
          </a:p>
          <a:p>
            <a:pPr indent="0" lvl="0" marL="0" marR="49530" rtl="0" algn="just">
              <a:lnSpc>
                <a:spcPct val="101000"/>
              </a:lnSpc>
              <a:spcBef>
                <a:spcPts val="0"/>
              </a:spcBef>
              <a:spcAft>
                <a:spcPts val="0"/>
              </a:spcAft>
              <a:buNone/>
            </a:pP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p:txBody>
      </p:sp>
      <p:grpSp>
        <p:nvGrpSpPr>
          <p:cNvPr id="538" name="Google Shape;538;p27"/>
          <p:cNvGrpSpPr/>
          <p:nvPr/>
        </p:nvGrpSpPr>
        <p:grpSpPr>
          <a:xfrm>
            <a:off x="6705600" y="5562599"/>
            <a:ext cx="251460" cy="251460"/>
            <a:chOff x="6705600" y="5562599"/>
            <a:chExt cx="251460" cy="251460"/>
          </a:xfrm>
        </p:grpSpPr>
        <p:sp>
          <p:nvSpPr>
            <p:cNvPr id="539" name="Google Shape;539;p27"/>
            <p:cNvSpPr/>
            <p:nvPr/>
          </p:nvSpPr>
          <p:spPr>
            <a:xfrm>
              <a:off x="6705600" y="5562599"/>
              <a:ext cx="251459"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27"/>
            <p:cNvSpPr/>
            <p:nvPr/>
          </p:nvSpPr>
          <p:spPr>
            <a:xfrm>
              <a:off x="6705600"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1" name="Google Shape;541;p27"/>
          <p:cNvSpPr txBox="1"/>
          <p:nvPr/>
        </p:nvSpPr>
        <p:spPr>
          <a:xfrm>
            <a:off x="2095500" y="2461260"/>
            <a:ext cx="1760220" cy="2095500"/>
          </a:xfrm>
          <a:prstGeom prst="rect">
            <a:avLst/>
          </a:prstGeom>
          <a:solidFill>
            <a:srgbClr val="FFCC99"/>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4" lvl="0" marL="414019" marR="36512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a := b - c  c := c * b  b := 0</a:t>
            </a:r>
            <a:endParaRPr sz="1750">
              <a:solidFill>
                <a:schemeClr val="dk1"/>
              </a:solidFill>
              <a:latin typeface="Arial"/>
              <a:ea typeface="Arial"/>
              <a:cs typeface="Arial"/>
              <a:sym typeface="Arial"/>
            </a:endParaRPr>
          </a:p>
        </p:txBody>
      </p:sp>
      <p:sp>
        <p:nvSpPr>
          <p:cNvPr id="542" name="Google Shape;542;p27"/>
          <p:cNvSpPr txBox="1"/>
          <p:nvPr/>
        </p:nvSpPr>
        <p:spPr>
          <a:xfrm>
            <a:off x="2104071" y="1913635"/>
            <a:ext cx="10064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543" name="Google Shape;543;p27"/>
          <p:cNvSpPr txBox="1"/>
          <p:nvPr/>
        </p:nvSpPr>
        <p:spPr>
          <a:xfrm>
            <a:off x="4392346"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sp>
        <p:nvSpPr>
          <p:cNvPr id="544" name="Google Shape;544;p27"/>
          <p:cNvSpPr txBox="1"/>
          <p:nvPr/>
        </p:nvSpPr>
        <p:spPr>
          <a:xfrm>
            <a:off x="6441735" y="1913635"/>
            <a:ext cx="104711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sp>
        <p:nvSpPr>
          <p:cNvPr id="545" name="Google Shape;545;p27"/>
          <p:cNvSpPr txBox="1"/>
          <p:nvPr/>
        </p:nvSpPr>
        <p:spPr>
          <a:xfrm>
            <a:off x="6554647" y="2526647"/>
            <a:ext cx="1263015" cy="1859914"/>
          </a:xfrm>
          <a:prstGeom prst="rect">
            <a:avLst/>
          </a:prstGeom>
          <a:noFill/>
          <a:ln>
            <a:noFill/>
          </a:ln>
        </p:spPr>
        <p:txBody>
          <a:bodyPr anchorCtr="0" anchor="t" bIns="0" lIns="0" spcFirstLastPara="1" rIns="0" wrap="square" tIns="0">
            <a:spAutoFit/>
          </a:bodyPr>
          <a:lstStyle/>
          <a:p>
            <a:pPr indent="0" lvl="0" marL="313690" marR="0" rtl="0" algn="just">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just">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3690" lvl="0" marL="313690" marR="61595" rtl="0" algn="just">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b - c  c := c * b  b := 0</a:t>
            </a:r>
            <a:endParaRPr sz="1750">
              <a:solidFill>
                <a:schemeClr val="dk1"/>
              </a:solidFill>
              <a:latin typeface="Arial"/>
              <a:ea typeface="Arial"/>
              <a:cs typeface="Arial"/>
              <a:sym typeface="Arial"/>
            </a:endParaRPr>
          </a:p>
          <a:p>
            <a:pPr indent="0" lvl="0" marL="313690" marR="0" rtl="0" algn="just">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sp>
        <p:nvSpPr>
          <p:cNvPr id="546" name="Google Shape;546;p27"/>
          <p:cNvSpPr txBox="1"/>
          <p:nvPr/>
        </p:nvSpPr>
        <p:spPr>
          <a:xfrm>
            <a:off x="6722339" y="2694339"/>
            <a:ext cx="1263015" cy="1859914"/>
          </a:xfrm>
          <a:prstGeom prst="rect">
            <a:avLst/>
          </a:prstGeom>
          <a:noFill/>
          <a:ln>
            <a:noFill/>
          </a:ln>
        </p:spPr>
        <p:txBody>
          <a:bodyPr anchorCtr="0" anchor="t" bIns="0" lIns="0" spcFirstLastPara="1" rIns="0" wrap="square" tIns="0">
            <a:spAutoFit/>
          </a:bodyPr>
          <a:lstStyle/>
          <a:p>
            <a:pPr indent="0" lvl="0" marL="313690" marR="0" rtl="0" algn="just">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just">
              <a:lnSpc>
                <a:spcPct val="101000"/>
              </a:lnSpc>
              <a:spcBef>
                <a:spcPts val="0"/>
              </a:spcBef>
              <a:spcAft>
                <a:spcPts val="0"/>
              </a:spcAft>
              <a:buNone/>
            </a:pPr>
            <a:r>
              <a:rPr lang="en-US" sz="1750">
                <a:solidFill>
                  <a:schemeClr val="dk1"/>
                </a:solidFill>
                <a:latin typeface="Arial"/>
                <a:ea typeface="Arial"/>
                <a:cs typeface="Arial"/>
                <a:sym typeface="Arial"/>
              </a:rPr>
              <a:t>b := a + 1  c := b + 1  a := b - c</a:t>
            </a:r>
            <a:endParaRPr sz="1750">
              <a:solidFill>
                <a:schemeClr val="dk1"/>
              </a:solidFill>
              <a:latin typeface="Arial"/>
              <a:ea typeface="Arial"/>
              <a:cs typeface="Arial"/>
              <a:sym typeface="Arial"/>
            </a:endParaRPr>
          </a:p>
          <a:p>
            <a:pPr indent="0" lvl="0" marL="0" marR="73660" rtl="0" algn="ctr">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c := c * b  b := 0</a:t>
            </a:r>
            <a:endParaRPr sz="1750">
              <a:solidFill>
                <a:schemeClr val="dk1"/>
              </a:solidFill>
              <a:latin typeface="Arial"/>
              <a:ea typeface="Arial"/>
              <a:cs typeface="Arial"/>
              <a:sym typeface="Arial"/>
            </a:endParaRPr>
          </a:p>
          <a:p>
            <a:pPr indent="0" lvl="0" marL="0" marR="70485" rtl="0" algn="ctr">
              <a:lnSpc>
                <a:spcPct val="100000"/>
              </a:lnSpc>
              <a:spcBef>
                <a:spcPts val="10"/>
              </a:spcBef>
              <a:spcAft>
                <a:spcPts val="0"/>
              </a:spcAft>
              <a:buNone/>
            </a:pP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aphicFrame>
        <p:nvGraphicFramePr>
          <p:cNvPr id="547" name="Google Shape;547;p27"/>
          <p:cNvGraphicFramePr/>
          <p:nvPr/>
        </p:nvGraphicFramePr>
        <p:xfrm>
          <a:off x="6448805" y="2455926"/>
          <a:ext cx="3000000" cy="3000000"/>
        </p:xfrm>
        <a:graphic>
          <a:graphicData uri="http://schemas.openxmlformats.org/drawingml/2006/table">
            <a:tbl>
              <a:tblPr bandRow="1" firstRow="1">
                <a:noFill/>
                <a:tableStyleId>{0C924821-DEA3-483A-996B-97687F0F8459}</a:tableStyleId>
              </a:tblPr>
              <a:tblGrid>
                <a:gridCol w="167650"/>
                <a:gridCol w="167650"/>
                <a:gridCol w="1424950"/>
                <a:gridCol w="167650"/>
                <a:gridCol w="167650"/>
              </a:tblGrid>
              <a:tr h="167650">
                <a:tc gridSpan="3">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00CCFF"/>
                    </a:solidFill>
                  </a:tcPr>
                </a:tc>
                <a:tc hMerge="1"/>
                <a:tc hMerge="1"/>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tcPr>
                </a:tc>
                <a:tc hMerge="1"/>
              </a:tr>
              <a:tr h="167650">
                <a:tc row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00CCFF"/>
                    </a:solidFill>
                  </a:tcPr>
                </a:tc>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00CCFF"/>
                    </a:solidFill>
                  </a:tcPr>
                </a:tc>
                <a:tc hMerge="1"/>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00CCFF"/>
                    </a:solidFill>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B cap="flat" cmpd="sng" w="12700">
                      <a:solidFill>
                        <a:srgbClr val="000000"/>
                      </a:solidFill>
                      <a:prstDash val="solid"/>
                      <a:round/>
                      <a:headEnd len="sm" w="sm" type="none"/>
                      <a:tailEnd len="sm" w="sm" type="none"/>
                    </a:lnB>
                  </a:tcPr>
                </a:tc>
              </a:tr>
              <a:tr h="1760225">
                <a:tc vMerge="1"/>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00CCFF"/>
                    </a:solidFill>
                  </a:tcPr>
                </a:tc>
                <a:tc>
                  <a:txBody>
                    <a:bodyPr/>
                    <a:lstStyle/>
                    <a:p>
                      <a:pPr indent="0" lvl="0" marL="414019" marR="0" rtl="0" algn="l">
                        <a:lnSpc>
                          <a:spcPct val="100000"/>
                        </a:lnSpc>
                        <a:spcBef>
                          <a:spcPts val="0"/>
                        </a:spcBef>
                        <a:spcAft>
                          <a:spcPts val="0"/>
                        </a:spcAft>
                        <a:buNone/>
                      </a:pPr>
                      <a:r>
                        <a:rPr lang="en-US" sz="1750" u="none" cap="none" strike="noStrike">
                          <a:latin typeface="Arial"/>
                          <a:ea typeface="Arial"/>
                          <a:cs typeface="Arial"/>
                          <a:sym typeface="Arial"/>
                        </a:rPr>
                        <a:t>a := 1</a:t>
                      </a:r>
                      <a:endParaRPr sz="1750" u="none" cap="none" strike="noStrike">
                        <a:latin typeface="Arial"/>
                        <a:ea typeface="Arial"/>
                        <a:cs typeface="Arial"/>
                        <a:sym typeface="Arial"/>
                      </a:endParaRPr>
                    </a:p>
                    <a:p>
                      <a:pPr indent="0" lvl="0" marL="414019" marR="53339" rtl="0" algn="l">
                        <a:lnSpc>
                          <a:spcPct val="101000"/>
                        </a:lnSpc>
                        <a:spcBef>
                          <a:spcPts val="0"/>
                        </a:spcBef>
                        <a:spcAft>
                          <a:spcPts val="0"/>
                        </a:spcAft>
                        <a:buNone/>
                      </a:pPr>
                      <a:r>
                        <a:rPr lang="en-US" sz="1750" u="none" cap="none" strike="noStrike">
                          <a:latin typeface="Arial"/>
                          <a:ea typeface="Arial"/>
                          <a:cs typeface="Arial"/>
                          <a:sym typeface="Arial"/>
                        </a:rPr>
                        <a:t>b := a + 1  c := b + 1  a := b - c  c := c * b</a:t>
                      </a:r>
                      <a:endParaRPr sz="1750" u="none" cap="none" strike="noStrike">
                        <a:latin typeface="Arial"/>
                        <a:ea typeface="Arial"/>
                        <a:cs typeface="Arial"/>
                        <a:sym typeface="Arial"/>
                      </a:endParaRPr>
                    </a:p>
                    <a:p>
                      <a:pPr indent="0" lvl="0" marL="100330" marR="0" rtl="0" algn="l">
                        <a:lnSpc>
                          <a:spcPct val="100000"/>
                        </a:lnSpc>
                        <a:spcBef>
                          <a:spcPts val="10"/>
                        </a:spcBef>
                        <a:spcAft>
                          <a:spcPts val="0"/>
                        </a:spcAft>
                        <a:buNone/>
                      </a:pPr>
                      <a:r>
                        <a:rPr lang="en-US" sz="1750" u="none" cap="none" strike="noStrike">
                          <a:latin typeface="Georgia"/>
                          <a:ea typeface="Georgia"/>
                          <a:cs typeface="Georgia"/>
                          <a:sym typeface="Georgia"/>
                        </a:rPr>
                        <a:t> </a:t>
                      </a:r>
                      <a:r>
                        <a:rPr lang="en-US" sz="1750" u="none" cap="none" strike="noStrike">
                          <a:latin typeface="Arial"/>
                          <a:ea typeface="Arial"/>
                          <a:cs typeface="Arial"/>
                          <a:sym typeface="Arial"/>
                        </a:rPr>
                        <a:t>b := 0</a:t>
                      </a:r>
                      <a:endParaRPr sz="1750" u="none" cap="none" strike="noStrike">
                        <a:latin typeface="Arial"/>
                        <a:ea typeface="Arial"/>
                        <a:cs typeface="Arial"/>
                        <a:sym typeface="Arial"/>
                      </a:endParaRPr>
                    </a:p>
                  </a:txBody>
                  <a:tcPr marT="4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rowSpan="2">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r>
              <a:tr h="16765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00CCFF"/>
                    </a:solidFill>
                  </a:tcPr>
                </a:tc>
                <a:tc gridSpan="2">
                  <a:txBody>
                    <a:bodyPr/>
                    <a:lstStyle/>
                    <a:p>
                      <a:pPr indent="0" lvl="0" marL="414019" marR="0" rtl="0" algn="l">
                        <a:lnSpc>
                          <a:spcPct val="69714"/>
                        </a:lnSpc>
                        <a:spcBef>
                          <a:spcPts val="0"/>
                        </a:spcBef>
                        <a:spcAft>
                          <a:spcPts val="0"/>
                        </a:spcAft>
                        <a:buNone/>
                      </a:pPr>
                      <a:r>
                        <a:rPr lang="en-US" sz="1750" u="none" cap="none" strike="noStrike">
                          <a:latin typeface="Arial"/>
                          <a:ea typeface="Arial"/>
                          <a:cs typeface="Arial"/>
                          <a:sym typeface="Arial"/>
                        </a:rPr>
                        <a:t>c := 0</a:t>
                      </a:r>
                      <a:endParaRPr sz="175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hMerge="1"/>
                <a:tc vMerge="1"/>
              </a:tr>
              <a:tr h="167650">
                <a:tc gridSpan="2">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tcPr>
                </a:tc>
                <a:tc hMerge="1"/>
                <a:tc gridSpan="3">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CCFF"/>
                    </a:solidFill>
                  </a:tcPr>
                </a:tc>
                <a:tc hMerge="1"/>
                <a:tc hMerge="1"/>
              </a:tr>
            </a:tbl>
          </a:graphicData>
        </a:graphic>
      </p:graphicFrame>
      <p:grpSp>
        <p:nvGrpSpPr>
          <p:cNvPr id="548" name="Google Shape;548;p27"/>
          <p:cNvGrpSpPr/>
          <p:nvPr/>
        </p:nvGrpSpPr>
        <p:grpSpPr>
          <a:xfrm>
            <a:off x="4023360" y="3376421"/>
            <a:ext cx="2095500" cy="1012698"/>
            <a:chOff x="4023360" y="3376421"/>
            <a:chExt cx="2095500" cy="1012698"/>
          </a:xfrm>
        </p:grpSpPr>
        <p:sp>
          <p:nvSpPr>
            <p:cNvPr id="549" name="Google Shape;549;p27"/>
            <p:cNvSpPr/>
            <p:nvPr/>
          </p:nvSpPr>
          <p:spPr>
            <a:xfrm>
              <a:off x="4023360" y="3376421"/>
              <a:ext cx="0" cy="6985"/>
            </a:xfrm>
            <a:custGeom>
              <a:rect b="b" l="l" r="r" t="t"/>
              <a:pathLst>
                <a:path extrusionOk="0" h="6985" w="120000">
                  <a:moveTo>
                    <a:pt x="0" y="0"/>
                  </a:moveTo>
                  <a:lnTo>
                    <a:pt x="0" y="685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27"/>
            <p:cNvSpPr/>
            <p:nvPr/>
          </p:nvSpPr>
          <p:spPr>
            <a:xfrm>
              <a:off x="4023360" y="3383279"/>
              <a:ext cx="2095500" cy="1005840"/>
            </a:xfrm>
            <a:custGeom>
              <a:rect b="b" l="l" r="r" t="t"/>
              <a:pathLst>
                <a:path extrusionOk="0" h="1005839" w="2095500">
                  <a:moveTo>
                    <a:pt x="2095500" y="1005839"/>
                  </a:moveTo>
                  <a:lnTo>
                    <a:pt x="0" y="1005840"/>
                  </a:lnTo>
                  <a:lnTo>
                    <a:pt x="0" y="0"/>
                  </a:lnTo>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27"/>
            <p:cNvSpPr/>
            <p:nvPr/>
          </p:nvSpPr>
          <p:spPr>
            <a:xfrm>
              <a:off x="4023360" y="3383279"/>
              <a:ext cx="2095500" cy="1005840"/>
            </a:xfrm>
            <a:custGeom>
              <a:rect b="b" l="l" r="r" t="t"/>
              <a:pathLst>
                <a:path extrusionOk="0" h="1005839" w="2095500">
                  <a:moveTo>
                    <a:pt x="2095500" y="1005840"/>
                  </a:moveTo>
                  <a:lnTo>
                    <a:pt x="0" y="1005840"/>
                  </a:lnTo>
                  <a:lnTo>
                    <a:pt x="0" y="0"/>
                  </a:lnTo>
                  <a:lnTo>
                    <a:pt x="2095500" y="0"/>
                  </a:lnTo>
                  <a:lnTo>
                    <a:pt x="2095500" y="1005840"/>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27"/>
            <p:cNvSpPr/>
            <p:nvPr/>
          </p:nvSpPr>
          <p:spPr>
            <a:xfrm>
              <a:off x="4023360" y="3383279"/>
              <a:ext cx="2095500" cy="1005840"/>
            </a:xfrm>
            <a:custGeom>
              <a:rect b="b" l="l" r="r" t="t"/>
              <a:pathLst>
                <a:path extrusionOk="0" h="1005839" w="2095500">
                  <a:moveTo>
                    <a:pt x="0" y="0"/>
                  </a:moveTo>
                  <a:lnTo>
                    <a:pt x="2095500" y="0"/>
                  </a:lnTo>
                  <a:lnTo>
                    <a:pt x="2095500" y="1005840"/>
                  </a:lnTo>
                  <a:lnTo>
                    <a:pt x="0" y="1005840"/>
                  </a:lnTo>
                  <a:lnTo>
                    <a:pt x="0" y="0"/>
                  </a:lnTo>
                  <a:close/>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3" name="Google Shape;553;p27"/>
          <p:cNvSpPr txBox="1"/>
          <p:nvPr/>
        </p:nvSpPr>
        <p:spPr>
          <a:xfrm>
            <a:off x="4280153" y="3390138"/>
            <a:ext cx="175006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338455" marR="0" rtl="0" algn="l">
              <a:lnSpc>
                <a:spcPct val="100000"/>
              </a:lnSpc>
              <a:spcBef>
                <a:spcPts val="0"/>
              </a:spcBef>
              <a:spcAft>
                <a:spcPts val="0"/>
              </a:spcAft>
              <a:buNone/>
            </a:pPr>
            <a:r>
              <a:rPr lang="en-US" sz="1950">
                <a:solidFill>
                  <a:srgbClr val="333333"/>
                </a:solidFill>
                <a:latin typeface="Arial"/>
                <a:ea typeface="Arial"/>
                <a:cs typeface="Arial"/>
                <a:sym typeface="Arial"/>
              </a:rPr>
              <a:t>Timeout</a:t>
            </a:r>
            <a:endParaRPr sz="1950">
              <a:solidFill>
                <a:schemeClr val="dk1"/>
              </a:solidFill>
              <a:latin typeface="Arial"/>
              <a:ea typeface="Arial"/>
              <a:cs typeface="Arial"/>
              <a:sym typeface="Arial"/>
            </a:endParaRPr>
          </a:p>
        </p:txBody>
      </p:sp>
      <p:grpSp>
        <p:nvGrpSpPr>
          <p:cNvPr id="554" name="Google Shape;554;p27"/>
          <p:cNvGrpSpPr/>
          <p:nvPr/>
        </p:nvGrpSpPr>
        <p:grpSpPr>
          <a:xfrm>
            <a:off x="4442459" y="5562600"/>
            <a:ext cx="251460" cy="251460"/>
            <a:chOff x="4442459" y="5562600"/>
            <a:chExt cx="251460" cy="251460"/>
          </a:xfrm>
        </p:grpSpPr>
        <p:sp>
          <p:nvSpPr>
            <p:cNvPr id="555" name="Google Shape;555;p27"/>
            <p:cNvSpPr/>
            <p:nvPr/>
          </p:nvSpPr>
          <p:spPr>
            <a:xfrm>
              <a:off x="4442459" y="5562600"/>
              <a:ext cx="251460"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27"/>
            <p:cNvSpPr/>
            <p:nvPr/>
          </p:nvSpPr>
          <p:spPr>
            <a:xfrm>
              <a:off x="44424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7" name="Google Shape;557;p27"/>
          <p:cNvGrpSpPr/>
          <p:nvPr/>
        </p:nvGrpSpPr>
        <p:grpSpPr>
          <a:xfrm>
            <a:off x="4861560" y="5562599"/>
            <a:ext cx="251460" cy="251460"/>
            <a:chOff x="4861560" y="5562599"/>
            <a:chExt cx="251460" cy="251460"/>
          </a:xfrm>
        </p:grpSpPr>
        <p:sp>
          <p:nvSpPr>
            <p:cNvPr id="558" name="Google Shape;558;p27"/>
            <p:cNvSpPr/>
            <p:nvPr/>
          </p:nvSpPr>
          <p:spPr>
            <a:xfrm>
              <a:off x="4861560" y="5562599"/>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7"/>
            <p:cNvSpPr/>
            <p:nvPr/>
          </p:nvSpPr>
          <p:spPr>
            <a:xfrm>
              <a:off x="48615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0" name="Google Shape;560;p27"/>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7"/>
          <p:cNvSpPr txBox="1"/>
          <p:nvPr>
            <p:ph type="title"/>
          </p:nvPr>
        </p:nvSpPr>
        <p:spPr>
          <a:xfrm>
            <a:off x="1093625" y="202229"/>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changes_8</a:t>
            </a:r>
            <a:endParaRPr/>
          </a:p>
        </p:txBody>
      </p:sp>
      <p:sp>
        <p:nvSpPr>
          <p:cNvPr id="562" name="Google Shape;562;p2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564" name="Google Shape;564;p27"/>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graphicFrame>
        <p:nvGraphicFramePr>
          <p:cNvPr id="569" name="Google Shape;569;p28"/>
          <p:cNvGraphicFramePr/>
          <p:nvPr/>
        </p:nvGraphicFramePr>
        <p:xfrm>
          <a:off x="3345941" y="5471921"/>
          <a:ext cx="3000000" cy="3000000"/>
        </p:xfrm>
        <a:graphic>
          <a:graphicData uri="http://schemas.openxmlformats.org/drawingml/2006/table">
            <a:tbl>
              <a:tblPr bandRow="1" firstRow="1">
                <a:noFill/>
                <a:tableStyleId>{0C924821-DEA3-483A-996B-97687F0F8459}</a:tableStyleId>
              </a:tblPr>
              <a:tblGrid>
                <a:gridCol w="167650"/>
                <a:gridCol w="419100"/>
                <a:gridCol w="419100"/>
                <a:gridCol w="419100"/>
                <a:gridCol w="419100"/>
              </a:tblGrid>
              <a:tr h="419100">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570" name="Google Shape;570;p28"/>
          <p:cNvGrpSpPr/>
          <p:nvPr/>
        </p:nvGrpSpPr>
        <p:grpSpPr>
          <a:xfrm>
            <a:off x="6621779" y="5394960"/>
            <a:ext cx="502920" cy="502920"/>
            <a:chOff x="6621779" y="5394960"/>
            <a:chExt cx="502920" cy="502920"/>
          </a:xfrm>
        </p:grpSpPr>
        <p:sp>
          <p:nvSpPr>
            <p:cNvPr id="571" name="Google Shape;571;p28"/>
            <p:cNvSpPr/>
            <p:nvPr/>
          </p:nvSpPr>
          <p:spPr>
            <a:xfrm>
              <a:off x="6621779" y="5394960"/>
              <a:ext cx="502920" cy="502920"/>
            </a:xfrm>
            <a:custGeom>
              <a:rect b="b" l="l" r="r" t="t"/>
              <a:pathLst>
                <a:path extrusionOk="0" h="502920" w="502920">
                  <a:moveTo>
                    <a:pt x="502919" y="502920"/>
                  </a:moveTo>
                  <a:lnTo>
                    <a:pt x="0" y="502920"/>
                  </a:lnTo>
                  <a:lnTo>
                    <a:pt x="0" y="0"/>
                  </a:lnTo>
                  <a:lnTo>
                    <a:pt x="502919" y="0"/>
                  </a:lnTo>
                  <a:lnTo>
                    <a:pt x="502919" y="502920"/>
                  </a:lnTo>
                  <a:close/>
                </a:path>
              </a:pathLst>
            </a:custGeom>
            <a:solidFill>
              <a:srgbClr val="FF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28"/>
            <p:cNvSpPr/>
            <p:nvPr/>
          </p:nvSpPr>
          <p:spPr>
            <a:xfrm>
              <a:off x="6621779" y="5394960"/>
              <a:ext cx="502920" cy="502920"/>
            </a:xfrm>
            <a:custGeom>
              <a:rect b="b" l="l" r="r" t="t"/>
              <a:pathLst>
                <a:path extrusionOk="0" h="502920" w="502920">
                  <a:moveTo>
                    <a:pt x="0" y="0"/>
                  </a:moveTo>
                  <a:lnTo>
                    <a:pt x="502919" y="0"/>
                  </a:lnTo>
                  <a:lnTo>
                    <a:pt x="502919" y="502920"/>
                  </a:lnTo>
                  <a:lnTo>
                    <a:pt x="0" y="50292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 name="Google Shape;573;p28"/>
          <p:cNvSpPr/>
          <p:nvPr/>
        </p:nvSpPr>
        <p:spPr>
          <a:xfrm>
            <a:off x="5280659" y="5605271"/>
            <a:ext cx="1257300" cy="83820"/>
          </a:xfrm>
          <a:custGeom>
            <a:rect b="b" l="l" r="r" t="t"/>
            <a:pathLst>
              <a:path extrusionOk="0" h="83820" w="1257300">
                <a:moveTo>
                  <a:pt x="1173480" y="83820"/>
                </a:moveTo>
                <a:lnTo>
                  <a:pt x="1173480" y="0"/>
                </a:lnTo>
                <a:lnTo>
                  <a:pt x="1247986" y="36576"/>
                </a:lnTo>
                <a:lnTo>
                  <a:pt x="1188720" y="36576"/>
                </a:lnTo>
                <a:lnTo>
                  <a:pt x="1188720" y="47244"/>
                </a:lnTo>
                <a:lnTo>
                  <a:pt x="1245325" y="47244"/>
                </a:lnTo>
                <a:lnTo>
                  <a:pt x="1173480" y="83820"/>
                </a:lnTo>
                <a:close/>
              </a:path>
              <a:path extrusionOk="0" h="83820" w="1257300">
                <a:moveTo>
                  <a:pt x="1173480" y="47244"/>
                </a:moveTo>
                <a:lnTo>
                  <a:pt x="0" y="47244"/>
                </a:lnTo>
                <a:lnTo>
                  <a:pt x="0" y="36576"/>
                </a:lnTo>
                <a:lnTo>
                  <a:pt x="1173480" y="36576"/>
                </a:lnTo>
                <a:lnTo>
                  <a:pt x="1173480" y="47244"/>
                </a:lnTo>
                <a:close/>
              </a:path>
              <a:path extrusionOk="0" h="83820" w="1257300">
                <a:moveTo>
                  <a:pt x="1245325" y="47244"/>
                </a:moveTo>
                <a:lnTo>
                  <a:pt x="1188720" y="47244"/>
                </a:lnTo>
                <a:lnTo>
                  <a:pt x="1188720" y="36576"/>
                </a:lnTo>
                <a:lnTo>
                  <a:pt x="1247986" y="36576"/>
                </a:lnTo>
                <a:lnTo>
                  <a:pt x="1257300" y="41148"/>
                </a:lnTo>
                <a:lnTo>
                  <a:pt x="124532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8"/>
          <p:cNvSpPr/>
          <p:nvPr/>
        </p:nvSpPr>
        <p:spPr>
          <a:xfrm>
            <a:off x="6873240" y="5981700"/>
            <a:ext cx="0" cy="586740"/>
          </a:xfrm>
          <a:custGeom>
            <a:rect b="b" l="l" r="r" t="t"/>
            <a:pathLst>
              <a:path extrusionOk="0" h="586740" w="120000">
                <a:moveTo>
                  <a:pt x="0" y="0"/>
                </a:moveTo>
                <a:lnTo>
                  <a:pt x="0" y="58674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28"/>
          <p:cNvSpPr/>
          <p:nvPr/>
        </p:nvSpPr>
        <p:spPr>
          <a:xfrm>
            <a:off x="3017520" y="6568440"/>
            <a:ext cx="1257300" cy="0"/>
          </a:xfrm>
          <a:custGeom>
            <a:rect b="b" l="l" r="r" t="t"/>
            <a:pathLst>
              <a:path extrusionOk="0" h="120000" w="1257300">
                <a:moveTo>
                  <a:pt x="125730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8"/>
          <p:cNvSpPr/>
          <p:nvPr/>
        </p:nvSpPr>
        <p:spPr>
          <a:xfrm>
            <a:off x="2179320" y="5605271"/>
            <a:ext cx="1173480" cy="963294"/>
          </a:xfrm>
          <a:custGeom>
            <a:rect b="b" l="l" r="r" t="t"/>
            <a:pathLst>
              <a:path extrusionOk="0" h="963295" w="1173479">
                <a:moveTo>
                  <a:pt x="1173480" y="41160"/>
                </a:moveTo>
                <a:lnTo>
                  <a:pt x="1164158" y="36576"/>
                </a:lnTo>
                <a:lnTo>
                  <a:pt x="1089660" y="0"/>
                </a:lnTo>
                <a:lnTo>
                  <a:pt x="1089660" y="36576"/>
                </a:lnTo>
                <a:lnTo>
                  <a:pt x="0" y="36576"/>
                </a:lnTo>
                <a:lnTo>
                  <a:pt x="0" y="47256"/>
                </a:lnTo>
                <a:lnTo>
                  <a:pt x="835177" y="47256"/>
                </a:lnTo>
                <a:lnTo>
                  <a:pt x="797039" y="124968"/>
                </a:lnTo>
                <a:lnTo>
                  <a:pt x="833615" y="124968"/>
                </a:lnTo>
                <a:lnTo>
                  <a:pt x="833615" y="963180"/>
                </a:lnTo>
                <a:lnTo>
                  <a:pt x="844283" y="963180"/>
                </a:lnTo>
                <a:lnTo>
                  <a:pt x="844283" y="124968"/>
                </a:lnTo>
                <a:lnTo>
                  <a:pt x="880872" y="124968"/>
                </a:lnTo>
                <a:lnTo>
                  <a:pt x="873887" y="111252"/>
                </a:lnTo>
                <a:lnTo>
                  <a:pt x="841286" y="47256"/>
                </a:lnTo>
                <a:lnTo>
                  <a:pt x="1089660" y="47256"/>
                </a:lnTo>
                <a:lnTo>
                  <a:pt x="1089660" y="83832"/>
                </a:lnTo>
                <a:lnTo>
                  <a:pt x="1161503" y="47256"/>
                </a:lnTo>
                <a:lnTo>
                  <a:pt x="1173480" y="4116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28"/>
          <p:cNvSpPr/>
          <p:nvPr/>
        </p:nvSpPr>
        <p:spPr>
          <a:xfrm>
            <a:off x="7208519" y="5605271"/>
            <a:ext cx="1089660" cy="83820"/>
          </a:xfrm>
          <a:custGeom>
            <a:rect b="b" l="l" r="r" t="t"/>
            <a:pathLst>
              <a:path extrusionOk="0" h="83820" w="1089659">
                <a:moveTo>
                  <a:pt x="1005840" y="83820"/>
                </a:moveTo>
                <a:lnTo>
                  <a:pt x="1005840" y="0"/>
                </a:lnTo>
                <a:lnTo>
                  <a:pt x="1080346" y="36576"/>
                </a:lnTo>
                <a:lnTo>
                  <a:pt x="1021080" y="36576"/>
                </a:lnTo>
                <a:lnTo>
                  <a:pt x="1021080" y="47244"/>
                </a:lnTo>
                <a:lnTo>
                  <a:pt x="1077685" y="47244"/>
                </a:lnTo>
                <a:lnTo>
                  <a:pt x="1005840" y="83820"/>
                </a:lnTo>
                <a:close/>
              </a:path>
              <a:path extrusionOk="0" h="83820" w="1089659">
                <a:moveTo>
                  <a:pt x="1005840" y="47244"/>
                </a:moveTo>
                <a:lnTo>
                  <a:pt x="0" y="47244"/>
                </a:lnTo>
                <a:lnTo>
                  <a:pt x="0" y="36576"/>
                </a:lnTo>
                <a:lnTo>
                  <a:pt x="1005840" y="36576"/>
                </a:lnTo>
                <a:lnTo>
                  <a:pt x="1005840" y="47244"/>
                </a:lnTo>
                <a:close/>
              </a:path>
              <a:path extrusionOk="0" h="83820" w="1089659">
                <a:moveTo>
                  <a:pt x="1077685" y="47244"/>
                </a:moveTo>
                <a:lnTo>
                  <a:pt x="1021080" y="47244"/>
                </a:lnTo>
                <a:lnTo>
                  <a:pt x="1021080" y="36576"/>
                </a:lnTo>
                <a:lnTo>
                  <a:pt x="1080346" y="36576"/>
                </a:lnTo>
                <a:lnTo>
                  <a:pt x="1089660" y="41148"/>
                </a:lnTo>
                <a:lnTo>
                  <a:pt x="1077685"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78" name="Google Shape;578;p28"/>
          <p:cNvGrpSpPr/>
          <p:nvPr/>
        </p:nvGrpSpPr>
        <p:grpSpPr>
          <a:xfrm>
            <a:off x="2976372" y="5143499"/>
            <a:ext cx="4064507" cy="670560"/>
            <a:chOff x="2976372" y="5143499"/>
            <a:chExt cx="4064507" cy="670560"/>
          </a:xfrm>
        </p:grpSpPr>
        <p:sp>
          <p:nvSpPr>
            <p:cNvPr id="579" name="Google Shape;579;p28"/>
            <p:cNvSpPr/>
            <p:nvPr/>
          </p:nvSpPr>
          <p:spPr>
            <a:xfrm>
              <a:off x="3017520" y="5143499"/>
              <a:ext cx="3855720" cy="251460"/>
            </a:xfrm>
            <a:custGeom>
              <a:rect b="b" l="l" r="r" t="t"/>
              <a:pathLst>
                <a:path extrusionOk="0" h="251460" w="3855720">
                  <a:moveTo>
                    <a:pt x="3855720" y="251459"/>
                  </a:moveTo>
                  <a:lnTo>
                    <a:pt x="3855720" y="0"/>
                  </a:lnTo>
                </a:path>
                <a:path extrusionOk="0" h="251460" w="3855720">
                  <a:moveTo>
                    <a:pt x="3855720" y="0"/>
                  </a:moveTo>
                  <a:lnTo>
                    <a:pt x="0" y="0"/>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28"/>
            <p:cNvSpPr/>
            <p:nvPr/>
          </p:nvSpPr>
          <p:spPr>
            <a:xfrm>
              <a:off x="2976372" y="5143499"/>
              <a:ext cx="83820" cy="502920"/>
            </a:xfrm>
            <a:custGeom>
              <a:rect b="b" l="l" r="r" t="t"/>
              <a:pathLst>
                <a:path extrusionOk="0" h="502920" w="83819">
                  <a:moveTo>
                    <a:pt x="47244" y="434340"/>
                  </a:moveTo>
                  <a:lnTo>
                    <a:pt x="36576" y="434340"/>
                  </a:lnTo>
                  <a:lnTo>
                    <a:pt x="36576" y="0"/>
                  </a:lnTo>
                  <a:lnTo>
                    <a:pt x="47244" y="0"/>
                  </a:lnTo>
                  <a:lnTo>
                    <a:pt x="47244" y="434340"/>
                  </a:lnTo>
                  <a:close/>
                </a:path>
                <a:path extrusionOk="0" h="502920" w="83819">
                  <a:moveTo>
                    <a:pt x="41148" y="502920"/>
                  </a:moveTo>
                  <a:lnTo>
                    <a:pt x="0" y="419100"/>
                  </a:lnTo>
                  <a:lnTo>
                    <a:pt x="36576" y="419100"/>
                  </a:lnTo>
                  <a:lnTo>
                    <a:pt x="36576" y="434340"/>
                  </a:lnTo>
                  <a:lnTo>
                    <a:pt x="76061" y="434340"/>
                  </a:lnTo>
                  <a:lnTo>
                    <a:pt x="41148" y="502920"/>
                  </a:lnTo>
                  <a:close/>
                </a:path>
                <a:path extrusionOk="0" h="502920" w="83819">
                  <a:moveTo>
                    <a:pt x="76061" y="434340"/>
                  </a:moveTo>
                  <a:lnTo>
                    <a:pt x="47244" y="434340"/>
                  </a:lnTo>
                  <a:lnTo>
                    <a:pt x="47244" y="419100"/>
                  </a:lnTo>
                  <a:lnTo>
                    <a:pt x="83820" y="419100"/>
                  </a:lnTo>
                  <a:lnTo>
                    <a:pt x="76061" y="43434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28"/>
            <p:cNvSpPr/>
            <p:nvPr/>
          </p:nvSpPr>
          <p:spPr>
            <a:xfrm>
              <a:off x="6789419" y="5562599"/>
              <a:ext cx="251459" cy="2514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28"/>
            <p:cNvSpPr/>
            <p:nvPr/>
          </p:nvSpPr>
          <p:spPr>
            <a:xfrm>
              <a:off x="6789419" y="5562599"/>
              <a:ext cx="251460" cy="251460"/>
            </a:xfrm>
            <a:custGeom>
              <a:rect b="b" l="l" r="r" t="t"/>
              <a:pathLst>
                <a:path extrusionOk="0" h="251460" w="251459">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3" name="Google Shape;583;p28"/>
          <p:cNvSpPr txBox="1"/>
          <p:nvPr/>
        </p:nvSpPr>
        <p:spPr>
          <a:xfrm>
            <a:off x="6454140" y="2461260"/>
            <a:ext cx="1760220" cy="2095500"/>
          </a:xfrm>
          <a:prstGeom prst="rect">
            <a:avLst/>
          </a:prstGeom>
          <a:solidFill>
            <a:srgbClr val="00CCFF"/>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  a := b - c  c := c * b  b := 0</a:t>
            </a:r>
            <a:endParaRPr sz="1750">
              <a:solidFill>
                <a:schemeClr val="dk1"/>
              </a:solidFill>
              <a:latin typeface="Arial"/>
              <a:ea typeface="Arial"/>
              <a:cs typeface="Arial"/>
              <a:sym typeface="Arial"/>
            </a:endParaRPr>
          </a:p>
          <a:p>
            <a:pPr indent="0" lvl="0" marL="100330" marR="0" rtl="0" algn="l">
              <a:lnSpc>
                <a:spcPct val="100000"/>
              </a:lnSpc>
              <a:spcBef>
                <a:spcPts val="1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c := 0</a:t>
            </a:r>
            <a:endParaRPr sz="1750">
              <a:solidFill>
                <a:schemeClr val="dk1"/>
              </a:solidFill>
              <a:latin typeface="Arial"/>
              <a:ea typeface="Arial"/>
              <a:cs typeface="Arial"/>
              <a:sym typeface="Arial"/>
            </a:endParaRPr>
          </a:p>
        </p:txBody>
      </p:sp>
      <p:grpSp>
        <p:nvGrpSpPr>
          <p:cNvPr id="584" name="Google Shape;584;p28"/>
          <p:cNvGrpSpPr/>
          <p:nvPr/>
        </p:nvGrpSpPr>
        <p:grpSpPr>
          <a:xfrm>
            <a:off x="4861560" y="5562599"/>
            <a:ext cx="251460" cy="251460"/>
            <a:chOff x="4861560" y="5562599"/>
            <a:chExt cx="251460" cy="251460"/>
          </a:xfrm>
        </p:grpSpPr>
        <p:sp>
          <p:nvSpPr>
            <p:cNvPr id="585" name="Google Shape;585;p28"/>
            <p:cNvSpPr/>
            <p:nvPr/>
          </p:nvSpPr>
          <p:spPr>
            <a:xfrm>
              <a:off x="4861560" y="5562599"/>
              <a:ext cx="251460" cy="25146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28"/>
            <p:cNvSpPr/>
            <p:nvPr/>
          </p:nvSpPr>
          <p:spPr>
            <a:xfrm>
              <a:off x="4861560" y="5562599"/>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7" name="Google Shape;587;p28"/>
          <p:cNvSpPr txBox="1"/>
          <p:nvPr/>
        </p:nvSpPr>
        <p:spPr>
          <a:xfrm>
            <a:off x="2095500" y="2461260"/>
            <a:ext cx="1760220" cy="2095500"/>
          </a:xfrm>
          <a:prstGeom prst="rect">
            <a:avLst/>
          </a:prstGeom>
          <a:solidFill>
            <a:srgbClr val="FFCC99"/>
          </a:solidFill>
          <a:ln cap="flat" cmpd="sng" w="10650">
            <a:solidFill>
              <a:srgbClr val="000000"/>
            </a:solidFill>
            <a:prstDash val="solid"/>
            <a:round/>
            <a:headEnd len="sm" w="sm" type="none"/>
            <a:tailEnd len="sm" w="sm" type="none"/>
          </a:ln>
        </p:spPr>
        <p:txBody>
          <a:bodyPr anchorCtr="0" anchor="t" bIns="0" lIns="0" spcFirstLastPara="1" rIns="0" wrap="square" tIns="45700">
            <a:spAutoFit/>
          </a:bodyPr>
          <a:lstStyle/>
          <a:p>
            <a:pPr indent="0" lvl="0" marL="414019"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14019" marR="388620" rtl="0" algn="l">
              <a:lnSpc>
                <a:spcPct val="101000"/>
              </a:lnSpc>
              <a:spcBef>
                <a:spcPts val="0"/>
              </a:spcBef>
              <a:spcAft>
                <a:spcPts val="0"/>
              </a:spcAft>
              <a:buNone/>
            </a:pPr>
            <a:r>
              <a:rPr lang="en-US" sz="1750">
                <a:solidFill>
                  <a:schemeClr val="dk1"/>
                </a:solidFill>
                <a:latin typeface="Arial"/>
                <a:ea typeface="Arial"/>
                <a:cs typeface="Arial"/>
                <a:sym typeface="Arial"/>
              </a:rPr>
              <a:t>b := a + 1  c := b + 1</a:t>
            </a:r>
            <a:endParaRPr sz="1750">
              <a:solidFill>
                <a:schemeClr val="dk1"/>
              </a:solidFill>
              <a:latin typeface="Arial"/>
              <a:ea typeface="Arial"/>
              <a:cs typeface="Arial"/>
              <a:sym typeface="Arial"/>
            </a:endParaRPr>
          </a:p>
          <a:p>
            <a:pPr indent="-314324" lvl="0" marL="414019" marR="365125" rtl="0" algn="l">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read a file  a := b - c  c := c * b  b := 0</a:t>
            </a:r>
            <a:endParaRPr sz="1750">
              <a:solidFill>
                <a:schemeClr val="dk1"/>
              </a:solidFill>
              <a:latin typeface="Arial"/>
              <a:ea typeface="Arial"/>
              <a:cs typeface="Arial"/>
              <a:sym typeface="Arial"/>
            </a:endParaRPr>
          </a:p>
        </p:txBody>
      </p:sp>
      <p:sp>
        <p:nvSpPr>
          <p:cNvPr id="588" name="Google Shape;588;p28"/>
          <p:cNvSpPr txBox="1"/>
          <p:nvPr/>
        </p:nvSpPr>
        <p:spPr>
          <a:xfrm>
            <a:off x="2104071" y="1913635"/>
            <a:ext cx="100647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Blocked</a:t>
            </a:r>
            <a:endParaRPr sz="1950">
              <a:solidFill>
                <a:schemeClr val="dk1"/>
              </a:solidFill>
              <a:latin typeface="Arial"/>
              <a:ea typeface="Arial"/>
              <a:cs typeface="Arial"/>
              <a:sym typeface="Arial"/>
            </a:endParaRPr>
          </a:p>
        </p:txBody>
      </p:sp>
      <p:sp>
        <p:nvSpPr>
          <p:cNvPr id="589" name="Google Shape;589;p28"/>
          <p:cNvSpPr txBox="1"/>
          <p:nvPr/>
        </p:nvSpPr>
        <p:spPr>
          <a:xfrm>
            <a:off x="4261587" y="1913635"/>
            <a:ext cx="104711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Running</a:t>
            </a:r>
            <a:endParaRPr sz="1950">
              <a:solidFill>
                <a:schemeClr val="dk1"/>
              </a:solidFill>
              <a:latin typeface="Arial"/>
              <a:ea typeface="Arial"/>
              <a:cs typeface="Arial"/>
              <a:sym typeface="Arial"/>
            </a:endParaRPr>
          </a:p>
        </p:txBody>
      </p:sp>
      <p:sp>
        <p:nvSpPr>
          <p:cNvPr id="590" name="Google Shape;590;p28"/>
          <p:cNvSpPr txBox="1"/>
          <p:nvPr/>
        </p:nvSpPr>
        <p:spPr>
          <a:xfrm>
            <a:off x="6572493" y="1913635"/>
            <a:ext cx="781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Ready</a:t>
            </a:r>
            <a:endParaRPr sz="1950">
              <a:solidFill>
                <a:schemeClr val="dk1"/>
              </a:solidFill>
              <a:latin typeface="Arial"/>
              <a:ea typeface="Arial"/>
              <a:cs typeface="Arial"/>
              <a:sym typeface="Arial"/>
            </a:endParaRPr>
          </a:p>
        </p:txBody>
      </p:sp>
      <p:grpSp>
        <p:nvGrpSpPr>
          <p:cNvPr id="591" name="Google Shape;591;p28"/>
          <p:cNvGrpSpPr/>
          <p:nvPr/>
        </p:nvGrpSpPr>
        <p:grpSpPr>
          <a:xfrm>
            <a:off x="4274819" y="2461259"/>
            <a:ext cx="1760221" cy="2095501"/>
            <a:chOff x="4274819" y="2461259"/>
            <a:chExt cx="1760221" cy="2095501"/>
          </a:xfrm>
        </p:grpSpPr>
        <p:sp>
          <p:nvSpPr>
            <p:cNvPr id="592" name="Google Shape;592;p28"/>
            <p:cNvSpPr/>
            <p:nvPr/>
          </p:nvSpPr>
          <p:spPr>
            <a:xfrm>
              <a:off x="4274820" y="2461259"/>
              <a:ext cx="1760220" cy="2095500"/>
            </a:xfrm>
            <a:custGeom>
              <a:rect b="b" l="l" r="r" t="t"/>
              <a:pathLst>
                <a:path extrusionOk="0" h="2095500" w="1760220">
                  <a:moveTo>
                    <a:pt x="1760220" y="1927860"/>
                  </a:moveTo>
                  <a:lnTo>
                    <a:pt x="0" y="1927860"/>
                  </a:lnTo>
                  <a:lnTo>
                    <a:pt x="0" y="2095500"/>
                  </a:lnTo>
                  <a:lnTo>
                    <a:pt x="1760220" y="2095500"/>
                  </a:lnTo>
                  <a:lnTo>
                    <a:pt x="1760220" y="1927860"/>
                  </a:lnTo>
                  <a:close/>
                </a:path>
                <a:path extrusionOk="0" h="2095500" w="1760220">
                  <a:moveTo>
                    <a:pt x="1760220" y="0"/>
                  </a:moveTo>
                  <a:lnTo>
                    <a:pt x="0" y="0"/>
                  </a:lnTo>
                  <a:lnTo>
                    <a:pt x="0" y="922020"/>
                  </a:lnTo>
                  <a:lnTo>
                    <a:pt x="1760220" y="922020"/>
                  </a:lnTo>
                  <a:lnTo>
                    <a:pt x="1760220" y="0"/>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28"/>
            <p:cNvSpPr/>
            <p:nvPr/>
          </p:nvSpPr>
          <p:spPr>
            <a:xfrm>
              <a:off x="4274819" y="2461260"/>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4" name="Google Shape;594;p28"/>
          <p:cNvSpPr txBox="1"/>
          <p:nvPr/>
        </p:nvSpPr>
        <p:spPr>
          <a:xfrm>
            <a:off x="4375416" y="2526647"/>
            <a:ext cx="1299210" cy="1859914"/>
          </a:xfrm>
          <a:prstGeom prst="rect">
            <a:avLst/>
          </a:prstGeom>
          <a:noFill/>
          <a:ln>
            <a:noFill/>
          </a:ln>
        </p:spPr>
        <p:txBody>
          <a:bodyPr anchorCtr="0" anchor="t" bIns="0" lIns="0" spcFirstLastPara="1" rIns="0" wrap="square" tIns="0">
            <a:spAutoFit/>
          </a:bodyPr>
          <a:lstStyle/>
          <a:p>
            <a:pPr indent="0" lvl="0" marL="313690" marR="0" rtl="0" algn="just">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just">
              <a:lnSpc>
                <a:spcPct val="100000"/>
              </a:lnSpc>
              <a:spcBef>
                <a:spcPts val="10"/>
              </a:spcBef>
              <a:spcAft>
                <a:spcPts val="0"/>
              </a:spcAft>
              <a:buNone/>
            </a:pPr>
            <a:r>
              <a:rPr lang="en-US" sz="1750">
                <a:solidFill>
                  <a:schemeClr val="dk1"/>
                </a:solidFill>
                <a:latin typeface="Arial"/>
                <a:ea typeface="Arial"/>
                <a:cs typeface="Arial"/>
                <a:sym typeface="Arial"/>
              </a:rPr>
              <a:t>read a file</a:t>
            </a:r>
            <a:endParaRPr sz="1750">
              <a:solidFill>
                <a:schemeClr val="dk1"/>
              </a:solidFill>
              <a:latin typeface="Arial"/>
              <a:ea typeface="Arial"/>
              <a:cs typeface="Arial"/>
              <a:sym typeface="Arial"/>
            </a:endParaRPr>
          </a:p>
          <a:p>
            <a:pPr indent="-313690" lvl="0" marL="313690" marR="39370" rtl="0" algn="just">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b := a + 1  c := b + 1  a := b - c  c := c * b  b := 0</a:t>
            </a:r>
            <a:endParaRPr sz="1750">
              <a:solidFill>
                <a:schemeClr val="dk1"/>
              </a:solidFill>
              <a:latin typeface="Arial"/>
              <a:ea typeface="Arial"/>
              <a:cs typeface="Arial"/>
              <a:sym typeface="Arial"/>
            </a:endParaRPr>
          </a:p>
        </p:txBody>
      </p:sp>
      <p:grpSp>
        <p:nvGrpSpPr>
          <p:cNvPr id="595" name="Google Shape;595;p28"/>
          <p:cNvGrpSpPr/>
          <p:nvPr/>
        </p:nvGrpSpPr>
        <p:grpSpPr>
          <a:xfrm>
            <a:off x="4442460" y="2628899"/>
            <a:ext cx="1760220" cy="2095500"/>
            <a:chOff x="4442460" y="2628899"/>
            <a:chExt cx="1760220" cy="2095500"/>
          </a:xfrm>
        </p:grpSpPr>
        <p:sp>
          <p:nvSpPr>
            <p:cNvPr id="596" name="Google Shape;596;p28"/>
            <p:cNvSpPr/>
            <p:nvPr/>
          </p:nvSpPr>
          <p:spPr>
            <a:xfrm>
              <a:off x="4442460" y="2628899"/>
              <a:ext cx="1760220" cy="2095500"/>
            </a:xfrm>
            <a:custGeom>
              <a:rect b="b" l="l" r="r" t="t"/>
              <a:pathLst>
                <a:path extrusionOk="0" h="2095500" w="1760220">
                  <a:moveTo>
                    <a:pt x="1760220" y="2095500"/>
                  </a:moveTo>
                  <a:lnTo>
                    <a:pt x="0" y="2095500"/>
                  </a:lnTo>
                  <a:lnTo>
                    <a:pt x="0" y="0"/>
                  </a:lnTo>
                  <a:lnTo>
                    <a:pt x="1760220" y="0"/>
                  </a:lnTo>
                  <a:lnTo>
                    <a:pt x="1760220" y="2095500"/>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28"/>
            <p:cNvSpPr/>
            <p:nvPr/>
          </p:nvSpPr>
          <p:spPr>
            <a:xfrm>
              <a:off x="4442460" y="2628899"/>
              <a:ext cx="1760220" cy="2095500"/>
            </a:xfrm>
            <a:custGeom>
              <a:rect b="b" l="l" r="r" t="t"/>
              <a:pathLst>
                <a:path extrusionOk="0" h="2095500" w="1760220">
                  <a:moveTo>
                    <a:pt x="0" y="0"/>
                  </a:moveTo>
                  <a:lnTo>
                    <a:pt x="1760220" y="0"/>
                  </a:lnTo>
                  <a:lnTo>
                    <a:pt x="1760220"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8" name="Google Shape;598;p28"/>
          <p:cNvSpPr txBox="1"/>
          <p:nvPr/>
        </p:nvSpPr>
        <p:spPr>
          <a:xfrm>
            <a:off x="4542999" y="2694339"/>
            <a:ext cx="1299210" cy="1859914"/>
          </a:xfrm>
          <a:prstGeom prst="rect">
            <a:avLst/>
          </a:prstGeom>
          <a:noFill/>
          <a:ln>
            <a:noFill/>
          </a:ln>
        </p:spPr>
        <p:txBody>
          <a:bodyPr anchorCtr="0" anchor="t" bIns="0" lIns="0" spcFirstLastPara="1" rIns="0" wrap="square" tIns="0">
            <a:spAutoFit/>
          </a:bodyPr>
          <a:lstStyle/>
          <a:p>
            <a:pPr indent="0" lvl="0" marL="313690" marR="0" rtl="0" algn="just">
              <a:lnSpc>
                <a:spcPct val="111142"/>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313690" marR="0" rtl="0" algn="just">
              <a:lnSpc>
                <a:spcPct val="101000"/>
              </a:lnSpc>
              <a:spcBef>
                <a:spcPts val="0"/>
              </a:spcBef>
              <a:spcAft>
                <a:spcPts val="0"/>
              </a:spcAft>
              <a:buNone/>
            </a:pPr>
            <a:r>
              <a:rPr lang="en-US" sz="1750">
                <a:solidFill>
                  <a:schemeClr val="dk1"/>
                </a:solidFill>
                <a:latin typeface="Arial"/>
                <a:ea typeface="Arial"/>
                <a:cs typeface="Arial"/>
                <a:sym typeface="Arial"/>
              </a:rPr>
              <a:t>read a file  b := a + 1</a:t>
            </a:r>
            <a:endParaRPr sz="1750">
              <a:solidFill>
                <a:schemeClr val="dk1"/>
              </a:solidFill>
              <a:latin typeface="Arial"/>
              <a:ea typeface="Arial"/>
              <a:cs typeface="Arial"/>
              <a:sym typeface="Arial"/>
            </a:endParaRPr>
          </a:p>
          <a:p>
            <a:pPr indent="-313690" lvl="0" marL="313690" marR="51435" rtl="0" algn="just">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c := b + 1  a := b - c  c := c * b  b := 0</a:t>
            </a:r>
            <a:endParaRPr sz="1750">
              <a:solidFill>
                <a:schemeClr val="dk1"/>
              </a:solidFill>
              <a:latin typeface="Arial"/>
              <a:ea typeface="Arial"/>
              <a:cs typeface="Arial"/>
              <a:sym typeface="Arial"/>
            </a:endParaRPr>
          </a:p>
        </p:txBody>
      </p:sp>
      <p:grpSp>
        <p:nvGrpSpPr>
          <p:cNvPr id="599" name="Google Shape;599;p28"/>
          <p:cNvGrpSpPr/>
          <p:nvPr/>
        </p:nvGrpSpPr>
        <p:grpSpPr>
          <a:xfrm>
            <a:off x="4610100" y="2796539"/>
            <a:ext cx="1760220" cy="2095500"/>
            <a:chOff x="4610100" y="2796539"/>
            <a:chExt cx="1760220" cy="2095500"/>
          </a:xfrm>
        </p:grpSpPr>
        <p:sp>
          <p:nvSpPr>
            <p:cNvPr id="600" name="Google Shape;600;p28"/>
            <p:cNvSpPr/>
            <p:nvPr/>
          </p:nvSpPr>
          <p:spPr>
            <a:xfrm>
              <a:off x="4610100" y="2796539"/>
              <a:ext cx="1760220" cy="2095500"/>
            </a:xfrm>
            <a:custGeom>
              <a:rect b="b" l="l" r="r" t="t"/>
              <a:pathLst>
                <a:path extrusionOk="0" h="2095500" w="1760220">
                  <a:moveTo>
                    <a:pt x="1760219" y="2095500"/>
                  </a:moveTo>
                  <a:lnTo>
                    <a:pt x="0" y="2095500"/>
                  </a:lnTo>
                  <a:lnTo>
                    <a:pt x="0" y="0"/>
                  </a:lnTo>
                  <a:lnTo>
                    <a:pt x="1760219" y="0"/>
                  </a:lnTo>
                  <a:lnTo>
                    <a:pt x="1760219" y="2095500"/>
                  </a:lnTo>
                  <a:close/>
                </a:path>
              </a:pathLst>
            </a:custGeom>
            <a:solidFill>
              <a:srgbClr val="CCFF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28"/>
            <p:cNvSpPr/>
            <p:nvPr/>
          </p:nvSpPr>
          <p:spPr>
            <a:xfrm>
              <a:off x="4610100" y="2796539"/>
              <a:ext cx="1760220" cy="2095500"/>
            </a:xfrm>
            <a:custGeom>
              <a:rect b="b" l="l" r="r" t="t"/>
              <a:pathLst>
                <a:path extrusionOk="0" h="2095500" w="1760220">
                  <a:moveTo>
                    <a:pt x="0" y="0"/>
                  </a:moveTo>
                  <a:lnTo>
                    <a:pt x="1760219" y="0"/>
                  </a:lnTo>
                  <a:lnTo>
                    <a:pt x="1760219" y="2095500"/>
                  </a:lnTo>
                  <a:lnTo>
                    <a:pt x="0" y="2095500"/>
                  </a:lnTo>
                  <a:lnTo>
                    <a:pt x="0" y="0"/>
                  </a:lnTo>
                  <a:close/>
                </a:path>
              </a:pathLst>
            </a:custGeom>
            <a:noFill/>
            <a:ln cap="flat" cmpd="sng" w="106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2" name="Google Shape;602;p28"/>
          <p:cNvSpPr txBox="1"/>
          <p:nvPr/>
        </p:nvSpPr>
        <p:spPr>
          <a:xfrm>
            <a:off x="4615434" y="2801873"/>
            <a:ext cx="1414780" cy="574675"/>
          </a:xfrm>
          <a:prstGeom prst="rect">
            <a:avLst/>
          </a:prstGeom>
          <a:solidFill>
            <a:srgbClr val="CCFFCC"/>
          </a:solidFill>
          <a:ln>
            <a:noFill/>
          </a:ln>
        </p:spPr>
        <p:txBody>
          <a:bodyPr anchorCtr="0" anchor="t" bIns="0" lIns="0" spcFirstLastPara="1" rIns="0" wrap="square" tIns="40625">
            <a:spAutoFit/>
          </a:bodyPr>
          <a:lstStyle/>
          <a:p>
            <a:pPr indent="0" lvl="0" marL="408940" marR="0" rtl="0" algn="l">
              <a:lnSpc>
                <a:spcPct val="100000"/>
              </a:lnSpc>
              <a:spcBef>
                <a:spcPts val="0"/>
              </a:spcBef>
              <a:spcAft>
                <a:spcPts val="0"/>
              </a:spcAft>
              <a:buNone/>
            </a:pPr>
            <a:r>
              <a:rPr lang="en-US" sz="1750">
                <a:solidFill>
                  <a:schemeClr val="dk1"/>
                </a:solidFill>
                <a:latin typeface="Arial"/>
                <a:ea typeface="Arial"/>
                <a:cs typeface="Arial"/>
                <a:sym typeface="Arial"/>
              </a:rPr>
              <a:t>a := 1</a:t>
            </a:r>
            <a:endParaRPr sz="1750">
              <a:solidFill>
                <a:schemeClr val="dk1"/>
              </a:solidFill>
              <a:latin typeface="Arial"/>
              <a:ea typeface="Arial"/>
              <a:cs typeface="Arial"/>
              <a:sym typeface="Arial"/>
            </a:endParaRPr>
          </a:p>
          <a:p>
            <a:pPr indent="0" lvl="0" marL="408940" marR="0" rtl="0" algn="l">
              <a:lnSpc>
                <a:spcPct val="119428"/>
              </a:lnSpc>
              <a:spcBef>
                <a:spcPts val="10"/>
              </a:spcBef>
              <a:spcAft>
                <a:spcPts val="0"/>
              </a:spcAft>
              <a:buNone/>
            </a:pPr>
            <a:r>
              <a:rPr lang="en-US" sz="1750">
                <a:solidFill>
                  <a:schemeClr val="dk1"/>
                </a:solidFill>
                <a:latin typeface="Arial"/>
                <a:ea typeface="Arial"/>
                <a:cs typeface="Arial"/>
                <a:sym typeface="Arial"/>
              </a:rPr>
              <a:t>read a file</a:t>
            </a:r>
            <a:endParaRPr sz="1750">
              <a:solidFill>
                <a:schemeClr val="dk1"/>
              </a:solidFill>
              <a:latin typeface="Arial"/>
              <a:ea typeface="Arial"/>
              <a:cs typeface="Arial"/>
              <a:sym typeface="Arial"/>
            </a:endParaRPr>
          </a:p>
        </p:txBody>
      </p:sp>
      <p:sp>
        <p:nvSpPr>
          <p:cNvPr id="603" name="Google Shape;603;p28"/>
          <p:cNvSpPr txBox="1"/>
          <p:nvPr/>
        </p:nvSpPr>
        <p:spPr>
          <a:xfrm>
            <a:off x="4710691" y="3398361"/>
            <a:ext cx="1263015" cy="1055370"/>
          </a:xfrm>
          <a:prstGeom prst="rect">
            <a:avLst/>
          </a:prstGeom>
          <a:noFill/>
          <a:ln>
            <a:noFill/>
          </a:ln>
        </p:spPr>
        <p:txBody>
          <a:bodyPr anchorCtr="0" anchor="t" bIns="0" lIns="0" spcFirstLastPara="1" rIns="0" wrap="square" tIns="0">
            <a:spAutoFit/>
          </a:bodyPr>
          <a:lstStyle/>
          <a:p>
            <a:pPr indent="0" lvl="0" marL="0" marR="0" rtl="0" algn="r">
              <a:lnSpc>
                <a:spcPct val="111142"/>
              </a:lnSpc>
              <a:spcBef>
                <a:spcPts val="0"/>
              </a:spcBef>
              <a:spcAft>
                <a:spcPts val="0"/>
              </a:spcAft>
              <a:buNone/>
            </a:pPr>
            <a:r>
              <a:rPr lang="en-US" sz="1750">
                <a:solidFill>
                  <a:schemeClr val="dk1"/>
                </a:solidFill>
                <a:latin typeface="Arial"/>
                <a:ea typeface="Arial"/>
                <a:cs typeface="Arial"/>
                <a:sym typeface="Arial"/>
              </a:rPr>
              <a:t>b := a + 1</a:t>
            </a:r>
            <a:endParaRPr sz="1750">
              <a:solidFill>
                <a:schemeClr val="dk1"/>
              </a:solidFill>
              <a:latin typeface="Arial"/>
              <a:ea typeface="Arial"/>
              <a:cs typeface="Arial"/>
              <a:sym typeface="Arial"/>
            </a:endParaRPr>
          </a:p>
          <a:p>
            <a:pPr indent="0" lvl="0" marL="0" marR="3175" rtl="0" algn="r">
              <a:lnSpc>
                <a:spcPct val="100000"/>
              </a:lnSpc>
              <a:spcBef>
                <a:spcPts val="10"/>
              </a:spcBef>
              <a:spcAft>
                <a:spcPts val="0"/>
              </a:spcAft>
              <a:buNone/>
            </a:pPr>
            <a:r>
              <a:rPr lang="en-US" sz="1750">
                <a:solidFill>
                  <a:schemeClr val="dk1"/>
                </a:solidFill>
                <a:latin typeface="Arial"/>
                <a:ea typeface="Arial"/>
                <a:cs typeface="Arial"/>
                <a:sym typeface="Arial"/>
              </a:rPr>
              <a:t>c := b + 1</a:t>
            </a:r>
            <a:endParaRPr sz="1750">
              <a:solidFill>
                <a:schemeClr val="dk1"/>
              </a:solidFill>
              <a:latin typeface="Arial"/>
              <a:ea typeface="Arial"/>
              <a:cs typeface="Arial"/>
              <a:sym typeface="Arial"/>
            </a:endParaRPr>
          </a:p>
          <a:p>
            <a:pPr indent="-313690" lvl="0" marL="313690" marR="61595" rtl="0" algn="r">
              <a:lnSpc>
                <a:spcPct val="101000"/>
              </a:lnSpc>
              <a:spcBef>
                <a:spcPts val="0"/>
              </a:spcBef>
              <a:spcAft>
                <a:spcPts val="0"/>
              </a:spcAft>
              <a:buNone/>
            </a:pPr>
            <a:r>
              <a:rPr lang="en-US" sz="1750">
                <a:solidFill>
                  <a:schemeClr val="dk1"/>
                </a:solidFill>
                <a:latin typeface="Georgia"/>
                <a:ea typeface="Georgia"/>
                <a:cs typeface="Georgia"/>
                <a:sym typeface="Georgia"/>
              </a:rPr>
              <a:t> </a:t>
            </a:r>
            <a:r>
              <a:rPr lang="en-US" sz="1750">
                <a:solidFill>
                  <a:schemeClr val="dk1"/>
                </a:solidFill>
                <a:latin typeface="Arial"/>
                <a:ea typeface="Arial"/>
                <a:cs typeface="Arial"/>
                <a:sym typeface="Arial"/>
              </a:rPr>
              <a:t>a := b - c  c := c * b</a:t>
            </a:r>
            <a:endParaRPr sz="1750">
              <a:solidFill>
                <a:schemeClr val="dk1"/>
              </a:solidFill>
              <a:latin typeface="Arial"/>
              <a:ea typeface="Arial"/>
              <a:cs typeface="Arial"/>
              <a:sym typeface="Arial"/>
            </a:endParaRPr>
          </a:p>
        </p:txBody>
      </p:sp>
      <p:sp>
        <p:nvSpPr>
          <p:cNvPr id="604" name="Google Shape;604;p28"/>
          <p:cNvSpPr txBox="1"/>
          <p:nvPr/>
        </p:nvSpPr>
        <p:spPr>
          <a:xfrm>
            <a:off x="5011935" y="4437319"/>
            <a:ext cx="593725" cy="294640"/>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1750">
                <a:solidFill>
                  <a:schemeClr val="dk1"/>
                </a:solidFill>
                <a:latin typeface="Arial"/>
                <a:ea typeface="Arial"/>
                <a:cs typeface="Arial"/>
                <a:sym typeface="Arial"/>
              </a:rPr>
              <a:t>b := 0</a:t>
            </a:r>
            <a:endParaRPr sz="1750">
              <a:solidFill>
                <a:schemeClr val="dk1"/>
              </a:solidFill>
              <a:latin typeface="Arial"/>
              <a:ea typeface="Arial"/>
              <a:cs typeface="Arial"/>
              <a:sym typeface="Arial"/>
            </a:endParaRPr>
          </a:p>
        </p:txBody>
      </p:sp>
      <p:grpSp>
        <p:nvGrpSpPr>
          <p:cNvPr id="605" name="Google Shape;605;p28"/>
          <p:cNvGrpSpPr/>
          <p:nvPr/>
        </p:nvGrpSpPr>
        <p:grpSpPr>
          <a:xfrm>
            <a:off x="4023360" y="3376421"/>
            <a:ext cx="2095500" cy="1012698"/>
            <a:chOff x="4023360" y="3376421"/>
            <a:chExt cx="2095500" cy="1012698"/>
          </a:xfrm>
        </p:grpSpPr>
        <p:sp>
          <p:nvSpPr>
            <p:cNvPr id="606" name="Google Shape;606;p28"/>
            <p:cNvSpPr/>
            <p:nvPr/>
          </p:nvSpPr>
          <p:spPr>
            <a:xfrm>
              <a:off x="4023360" y="3376421"/>
              <a:ext cx="0" cy="6985"/>
            </a:xfrm>
            <a:custGeom>
              <a:rect b="b" l="l" r="r" t="t"/>
              <a:pathLst>
                <a:path extrusionOk="0" h="6985" w="120000">
                  <a:moveTo>
                    <a:pt x="0" y="0"/>
                  </a:moveTo>
                  <a:lnTo>
                    <a:pt x="0" y="685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8"/>
            <p:cNvSpPr/>
            <p:nvPr/>
          </p:nvSpPr>
          <p:spPr>
            <a:xfrm>
              <a:off x="4023360" y="3383279"/>
              <a:ext cx="2095500" cy="1005840"/>
            </a:xfrm>
            <a:custGeom>
              <a:rect b="b" l="l" r="r" t="t"/>
              <a:pathLst>
                <a:path extrusionOk="0" h="1005839" w="2095500">
                  <a:moveTo>
                    <a:pt x="2095500" y="1005839"/>
                  </a:moveTo>
                  <a:lnTo>
                    <a:pt x="0" y="1005840"/>
                  </a:lnTo>
                  <a:lnTo>
                    <a:pt x="0" y="0"/>
                  </a:lnTo>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28"/>
            <p:cNvSpPr/>
            <p:nvPr/>
          </p:nvSpPr>
          <p:spPr>
            <a:xfrm>
              <a:off x="4023360" y="3383279"/>
              <a:ext cx="2095500" cy="1005840"/>
            </a:xfrm>
            <a:custGeom>
              <a:rect b="b" l="l" r="r" t="t"/>
              <a:pathLst>
                <a:path extrusionOk="0" h="1005839" w="2095500">
                  <a:moveTo>
                    <a:pt x="2095500" y="1005840"/>
                  </a:moveTo>
                  <a:lnTo>
                    <a:pt x="0" y="1005840"/>
                  </a:lnTo>
                  <a:lnTo>
                    <a:pt x="0" y="0"/>
                  </a:lnTo>
                  <a:lnTo>
                    <a:pt x="2095500" y="0"/>
                  </a:lnTo>
                  <a:lnTo>
                    <a:pt x="2095500" y="1005840"/>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28"/>
            <p:cNvSpPr/>
            <p:nvPr/>
          </p:nvSpPr>
          <p:spPr>
            <a:xfrm>
              <a:off x="4023360" y="3383279"/>
              <a:ext cx="2095500" cy="1005840"/>
            </a:xfrm>
            <a:custGeom>
              <a:rect b="b" l="l" r="r" t="t"/>
              <a:pathLst>
                <a:path extrusionOk="0" h="1005839" w="2095500">
                  <a:moveTo>
                    <a:pt x="0" y="0"/>
                  </a:moveTo>
                  <a:lnTo>
                    <a:pt x="2095500" y="0"/>
                  </a:lnTo>
                  <a:lnTo>
                    <a:pt x="2095500" y="1005840"/>
                  </a:lnTo>
                  <a:lnTo>
                    <a:pt x="0" y="1005840"/>
                  </a:lnTo>
                  <a:lnTo>
                    <a:pt x="0" y="0"/>
                  </a:lnTo>
                  <a:close/>
                </a:path>
              </a:pathLst>
            </a:custGeom>
            <a:noFill/>
            <a:ln cap="flat" cmpd="sng" w="13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0" name="Google Shape;610;p28"/>
          <p:cNvSpPr txBox="1"/>
          <p:nvPr/>
        </p:nvSpPr>
        <p:spPr>
          <a:xfrm>
            <a:off x="4615434" y="3390138"/>
            <a:ext cx="1414780" cy="992505"/>
          </a:xfrm>
          <a:prstGeom prst="rect">
            <a:avLst/>
          </a:prstGeom>
          <a:solidFill>
            <a:srgbClr val="95A8A8"/>
          </a:solid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None/>
            </a:pPr>
            <a:r>
              <a:t/>
            </a:r>
            <a:endParaRPr sz="2300">
              <a:solidFill>
                <a:schemeClr val="dk1"/>
              </a:solidFill>
              <a:latin typeface="Times New Roman"/>
              <a:ea typeface="Times New Roman"/>
              <a:cs typeface="Times New Roman"/>
              <a:sym typeface="Times New Roman"/>
            </a:endParaRPr>
          </a:p>
          <a:p>
            <a:pPr indent="0" lvl="0" marL="3175" marR="0" rtl="0" algn="l">
              <a:lnSpc>
                <a:spcPct val="100000"/>
              </a:lnSpc>
              <a:spcBef>
                <a:spcPts val="0"/>
              </a:spcBef>
              <a:spcAft>
                <a:spcPts val="0"/>
              </a:spcAft>
              <a:buNone/>
            </a:pPr>
            <a:r>
              <a:rPr lang="en-US" sz="1950">
                <a:solidFill>
                  <a:srgbClr val="333333"/>
                </a:solidFill>
                <a:latin typeface="Arial"/>
                <a:ea typeface="Arial"/>
                <a:cs typeface="Arial"/>
                <a:sym typeface="Arial"/>
              </a:rPr>
              <a:t>Timeout</a:t>
            </a:r>
            <a:endParaRPr sz="1950">
              <a:solidFill>
                <a:schemeClr val="dk1"/>
              </a:solidFill>
              <a:latin typeface="Arial"/>
              <a:ea typeface="Arial"/>
              <a:cs typeface="Arial"/>
              <a:sym typeface="Arial"/>
            </a:endParaRPr>
          </a:p>
        </p:txBody>
      </p:sp>
      <p:grpSp>
        <p:nvGrpSpPr>
          <p:cNvPr id="611" name="Google Shape;611;p28"/>
          <p:cNvGrpSpPr/>
          <p:nvPr/>
        </p:nvGrpSpPr>
        <p:grpSpPr>
          <a:xfrm>
            <a:off x="4442459" y="5562600"/>
            <a:ext cx="251460" cy="251460"/>
            <a:chOff x="4442459" y="5562600"/>
            <a:chExt cx="251460" cy="251460"/>
          </a:xfrm>
        </p:grpSpPr>
        <p:sp>
          <p:nvSpPr>
            <p:cNvPr id="612" name="Google Shape;612;p28"/>
            <p:cNvSpPr/>
            <p:nvPr/>
          </p:nvSpPr>
          <p:spPr>
            <a:xfrm>
              <a:off x="4442459" y="5562600"/>
              <a:ext cx="251460" cy="2514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28"/>
            <p:cNvSpPr/>
            <p:nvPr/>
          </p:nvSpPr>
          <p:spPr>
            <a:xfrm>
              <a:off x="4442459" y="5562600"/>
              <a:ext cx="251460" cy="251460"/>
            </a:xfrm>
            <a:custGeom>
              <a:rect b="b" l="l" r="r" t="t"/>
              <a:pathLst>
                <a:path extrusionOk="0" h="251460" w="251460">
                  <a:moveTo>
                    <a:pt x="0" y="126491"/>
                  </a:moveTo>
                  <a:lnTo>
                    <a:pt x="9905" y="77152"/>
                  </a:lnTo>
                  <a:lnTo>
                    <a:pt x="36956" y="36956"/>
                  </a:lnTo>
                  <a:lnTo>
                    <a:pt x="77152" y="9905"/>
                  </a:lnTo>
                  <a:lnTo>
                    <a:pt x="126491" y="0"/>
                  </a:lnTo>
                  <a:lnTo>
                    <a:pt x="175593" y="9905"/>
                  </a:lnTo>
                  <a:lnTo>
                    <a:pt x="215265" y="36956"/>
                  </a:lnTo>
                  <a:lnTo>
                    <a:pt x="241792" y="77152"/>
                  </a:lnTo>
                  <a:lnTo>
                    <a:pt x="251459" y="126491"/>
                  </a:lnTo>
                  <a:lnTo>
                    <a:pt x="241792" y="175593"/>
                  </a:lnTo>
                  <a:lnTo>
                    <a:pt x="215264" y="215264"/>
                  </a:lnTo>
                  <a:lnTo>
                    <a:pt x="175593" y="241792"/>
                  </a:lnTo>
                  <a:lnTo>
                    <a:pt x="126491" y="251459"/>
                  </a:lnTo>
                  <a:lnTo>
                    <a:pt x="77152" y="241792"/>
                  </a:lnTo>
                  <a:lnTo>
                    <a:pt x="36956" y="215264"/>
                  </a:lnTo>
                  <a:lnTo>
                    <a:pt x="9905" y="175593"/>
                  </a:lnTo>
                  <a:lnTo>
                    <a:pt x="0" y="126491"/>
                  </a:lnTo>
                </a:path>
              </a:pathLst>
            </a:custGeom>
            <a:noFill/>
            <a:ln cap="flat" cmpd="sng" w="411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4" name="Google Shape;614;p28"/>
          <p:cNvSpPr/>
          <p:nvPr/>
        </p:nvSpPr>
        <p:spPr>
          <a:xfrm>
            <a:off x="4191000" y="6527292"/>
            <a:ext cx="2682240" cy="83820"/>
          </a:xfrm>
          <a:custGeom>
            <a:rect b="b" l="l" r="r" t="t"/>
            <a:pathLst>
              <a:path extrusionOk="0" h="83820" w="2682240">
                <a:moveTo>
                  <a:pt x="83820" y="83820"/>
                </a:moveTo>
                <a:lnTo>
                  <a:pt x="0" y="41148"/>
                </a:lnTo>
                <a:lnTo>
                  <a:pt x="83820" y="0"/>
                </a:lnTo>
                <a:lnTo>
                  <a:pt x="83820" y="36576"/>
                </a:lnTo>
                <a:lnTo>
                  <a:pt x="70104" y="36576"/>
                </a:lnTo>
                <a:lnTo>
                  <a:pt x="70104" y="47244"/>
                </a:lnTo>
                <a:lnTo>
                  <a:pt x="83820" y="47244"/>
                </a:lnTo>
                <a:lnTo>
                  <a:pt x="83820" y="83820"/>
                </a:lnTo>
                <a:close/>
              </a:path>
              <a:path extrusionOk="0" h="83820" w="2682240">
                <a:moveTo>
                  <a:pt x="83820" y="47244"/>
                </a:moveTo>
                <a:lnTo>
                  <a:pt x="70104" y="47244"/>
                </a:lnTo>
                <a:lnTo>
                  <a:pt x="70104" y="36576"/>
                </a:lnTo>
                <a:lnTo>
                  <a:pt x="83820" y="36576"/>
                </a:lnTo>
                <a:lnTo>
                  <a:pt x="83820" y="47244"/>
                </a:lnTo>
                <a:close/>
              </a:path>
              <a:path extrusionOk="0" h="83820" w="2682240">
                <a:moveTo>
                  <a:pt x="2682240" y="47244"/>
                </a:moveTo>
                <a:lnTo>
                  <a:pt x="83820" y="47244"/>
                </a:lnTo>
                <a:lnTo>
                  <a:pt x="83820" y="36576"/>
                </a:lnTo>
                <a:lnTo>
                  <a:pt x="2682240" y="36576"/>
                </a:lnTo>
                <a:lnTo>
                  <a:pt x="2682240" y="4724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28"/>
          <p:cNvSpPr txBox="1"/>
          <p:nvPr>
            <p:ph type="title"/>
          </p:nvPr>
        </p:nvSpPr>
        <p:spPr>
          <a:xfrm>
            <a:off x="1093625" y="709647"/>
            <a:ext cx="707644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How process state changes_9</a:t>
            </a:r>
            <a:endParaRPr/>
          </a:p>
        </p:txBody>
      </p:sp>
      <p:sp>
        <p:nvSpPr>
          <p:cNvPr id="616" name="Google Shape;616;p2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28"/>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18" name="Google Shape;618;p28"/>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29"/>
          <p:cNvSpPr txBox="1"/>
          <p:nvPr>
            <p:ph type="title"/>
          </p:nvPr>
        </p:nvSpPr>
        <p:spPr>
          <a:xfrm>
            <a:off x="997663" y="436883"/>
            <a:ext cx="6804025"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t>Problem in Two-state Process model</a:t>
            </a:r>
            <a:endParaRPr sz="3500"/>
          </a:p>
        </p:txBody>
      </p:sp>
      <p:sp>
        <p:nvSpPr>
          <p:cNvPr id="624" name="Google Shape;624;p29"/>
          <p:cNvSpPr txBox="1"/>
          <p:nvPr/>
        </p:nvSpPr>
        <p:spPr>
          <a:xfrm>
            <a:off x="918455" y="1170528"/>
            <a:ext cx="8698865" cy="5251450"/>
          </a:xfrm>
          <a:prstGeom prst="rect">
            <a:avLst/>
          </a:prstGeom>
          <a:noFill/>
          <a:ln>
            <a:noFill/>
          </a:ln>
        </p:spPr>
        <p:txBody>
          <a:bodyPr anchorCtr="0" anchor="t" bIns="0" lIns="0" spcFirstLastPara="1" rIns="0" wrap="square" tIns="99675">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 process may be waiting for I/O request</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	single	queue	for	both	the	ready	to	run	and	waiting  processes</a:t>
            </a:r>
            <a:endParaRPr sz="3050">
              <a:solidFill>
                <a:schemeClr val="dk1"/>
              </a:solidFill>
              <a:latin typeface="Times New Roman"/>
              <a:ea typeface="Times New Roman"/>
              <a:cs typeface="Times New Roman"/>
              <a:sym typeface="Times New Roman"/>
            </a:endParaRPr>
          </a:p>
          <a:p>
            <a:pPr indent="-300355" lvl="0" marL="312420" marR="889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The	dispatcher	cannot	simply	select	the	process	at	the  front, it can be a busy process</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In the worst case, it has to scan the whole queue to find the  next process to run Solution?</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70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Split the Not Running state to:</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48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Waiting</a:t>
            </a:r>
            <a:endParaRPr b="0" i="0" sz="30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80"/>
              </a:spcBef>
              <a:spcAft>
                <a:spcPts val="0"/>
              </a:spcAft>
              <a:buClr>
                <a:srgbClr val="9A2D1F"/>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Ready</a:t>
            </a:r>
            <a:endParaRPr b="0" i="0" sz="3050" u="none" cap="none" strike="noStrike">
              <a:solidFill>
                <a:schemeClr val="dk1"/>
              </a:solidFill>
              <a:latin typeface="Times New Roman"/>
              <a:ea typeface="Times New Roman"/>
              <a:cs typeface="Times New Roman"/>
              <a:sym typeface="Times New Roman"/>
            </a:endParaRPr>
          </a:p>
        </p:txBody>
      </p:sp>
      <p:sp>
        <p:nvSpPr>
          <p:cNvPr id="625" name="Google Shape;625;p2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27" name="Google Shape;627;p29"/>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0"/>
          <p:cNvSpPr txBox="1"/>
          <p:nvPr>
            <p:ph type="title"/>
          </p:nvPr>
        </p:nvSpPr>
        <p:spPr>
          <a:xfrm>
            <a:off x="1093625" y="551249"/>
            <a:ext cx="589280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Five-state Process Model</a:t>
            </a:r>
            <a:endParaRPr/>
          </a:p>
        </p:txBody>
      </p:sp>
      <p:sp>
        <p:nvSpPr>
          <p:cNvPr id="633" name="Google Shape;633;p30"/>
          <p:cNvSpPr txBox="1"/>
          <p:nvPr/>
        </p:nvSpPr>
        <p:spPr>
          <a:xfrm>
            <a:off x="1093655" y="1604959"/>
            <a:ext cx="8373109" cy="3261360"/>
          </a:xfrm>
          <a:prstGeom prst="rect">
            <a:avLst/>
          </a:prstGeom>
          <a:noFill/>
          <a:ln>
            <a:noFill/>
          </a:ln>
        </p:spPr>
        <p:txBody>
          <a:bodyPr anchorCtr="0" anchor="t" bIns="0" lIns="0" spcFirstLastPara="1" rIns="0" wrap="square" tIns="99675">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Running: currently being run</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70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Ready: ready to run</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Blocked: waiting for an event (I/O)</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New: just	created, not yet	admitted	to	set	of run-able  processes</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Exit: completed/error exit</a:t>
            </a:r>
            <a:endParaRPr sz="3050">
              <a:solidFill>
                <a:schemeClr val="dk1"/>
              </a:solidFill>
              <a:latin typeface="Times New Roman"/>
              <a:ea typeface="Times New Roman"/>
              <a:cs typeface="Times New Roman"/>
              <a:sym typeface="Times New Roman"/>
            </a:endParaRPr>
          </a:p>
        </p:txBody>
      </p:sp>
      <p:sp>
        <p:nvSpPr>
          <p:cNvPr id="634" name="Google Shape;634;p30"/>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30"/>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36" name="Google Shape;636;p30"/>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1"/>
          <p:cNvSpPr txBox="1"/>
          <p:nvPr>
            <p:ph type="title"/>
          </p:nvPr>
        </p:nvSpPr>
        <p:spPr>
          <a:xfrm>
            <a:off x="1095263" y="472051"/>
            <a:ext cx="589280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Five-state Process Model</a:t>
            </a:r>
            <a:endParaRPr/>
          </a:p>
        </p:txBody>
      </p:sp>
      <p:sp>
        <p:nvSpPr>
          <p:cNvPr id="642" name="Google Shape;642;p31"/>
          <p:cNvSpPr/>
          <p:nvPr/>
        </p:nvSpPr>
        <p:spPr>
          <a:xfrm>
            <a:off x="1043939" y="1822704"/>
            <a:ext cx="8665464" cy="443179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3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3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45" name="Google Shape;645;p31"/>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2"/>
          <p:cNvSpPr txBox="1"/>
          <p:nvPr>
            <p:ph type="title"/>
          </p:nvPr>
        </p:nvSpPr>
        <p:spPr>
          <a:xfrm>
            <a:off x="1093625" y="551249"/>
            <a:ext cx="458089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Scheduling Queues</a:t>
            </a:r>
            <a:endParaRPr/>
          </a:p>
        </p:txBody>
      </p:sp>
      <p:sp>
        <p:nvSpPr>
          <p:cNvPr id="651" name="Google Shape;651;p32"/>
          <p:cNvSpPr txBox="1"/>
          <p:nvPr/>
        </p:nvSpPr>
        <p:spPr>
          <a:xfrm>
            <a:off x="1093655" y="1604959"/>
            <a:ext cx="8374380" cy="3176905"/>
          </a:xfrm>
          <a:prstGeom prst="rect">
            <a:avLst/>
          </a:prstGeom>
          <a:noFill/>
          <a:ln>
            <a:noFill/>
          </a:ln>
        </p:spPr>
        <p:txBody>
          <a:bodyPr anchorCtr="0" anchor="t" bIns="0" lIns="0" spcFirstLastPara="1" rIns="0" wrap="square" tIns="99675">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Job queue – set of all processes in the system.</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Ready	queue	–	set	of	all	processes	residing	in	main  memory, ready and waiting to execute.</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Device	queues	–	set	of	processes	waiting	for	an	I/O  device.</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rgbClr val="FF0000"/>
                </a:solidFill>
                <a:latin typeface="Times New Roman"/>
                <a:ea typeface="Times New Roman"/>
                <a:cs typeface="Times New Roman"/>
                <a:sym typeface="Times New Roman"/>
              </a:rPr>
              <a:t>Process migration between the various queues.</a:t>
            </a:r>
            <a:endParaRPr sz="3050">
              <a:solidFill>
                <a:schemeClr val="dk1"/>
              </a:solidFill>
              <a:latin typeface="Times New Roman"/>
              <a:ea typeface="Times New Roman"/>
              <a:cs typeface="Times New Roman"/>
              <a:sym typeface="Times New Roman"/>
            </a:endParaRPr>
          </a:p>
        </p:txBody>
      </p:sp>
      <p:sp>
        <p:nvSpPr>
          <p:cNvPr id="652" name="Google Shape;652;p3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3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54" name="Google Shape;654;p32"/>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33"/>
          <p:cNvSpPr txBox="1"/>
          <p:nvPr>
            <p:ph type="title"/>
          </p:nvPr>
        </p:nvSpPr>
        <p:spPr>
          <a:xfrm>
            <a:off x="1095263" y="551249"/>
            <a:ext cx="585025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Scheduling View</a:t>
            </a:r>
            <a:endParaRPr/>
          </a:p>
        </p:txBody>
      </p:sp>
      <p:sp>
        <p:nvSpPr>
          <p:cNvPr id="660" name="Google Shape;660;p33"/>
          <p:cNvSpPr/>
          <p:nvPr/>
        </p:nvSpPr>
        <p:spPr>
          <a:xfrm>
            <a:off x="1031747" y="1424939"/>
            <a:ext cx="8499348" cy="531571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3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3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63" name="Google Shape;663;p33"/>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34"/>
          <p:cNvSpPr txBox="1"/>
          <p:nvPr>
            <p:ph type="title"/>
          </p:nvPr>
        </p:nvSpPr>
        <p:spPr>
          <a:xfrm>
            <a:off x="1093625" y="551249"/>
            <a:ext cx="458089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Scheduling Queues</a:t>
            </a:r>
            <a:endParaRPr/>
          </a:p>
        </p:txBody>
      </p:sp>
      <p:sp>
        <p:nvSpPr>
          <p:cNvPr id="669" name="Google Shape;669;p34"/>
          <p:cNvSpPr txBox="1"/>
          <p:nvPr/>
        </p:nvSpPr>
        <p:spPr>
          <a:xfrm>
            <a:off x="1093655" y="1604959"/>
            <a:ext cx="8375650" cy="2623820"/>
          </a:xfrm>
          <a:prstGeom prst="rect">
            <a:avLst/>
          </a:prstGeom>
          <a:noFill/>
          <a:ln>
            <a:noFill/>
          </a:ln>
        </p:spPr>
        <p:txBody>
          <a:bodyPr anchorCtr="0" anchor="t" bIns="0" lIns="0" spcFirstLastPara="1" rIns="0" wrap="square" tIns="99675">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The queues are generally stored as linked lists</a:t>
            </a:r>
            <a:endParaRPr sz="3050">
              <a:solidFill>
                <a:schemeClr val="dk1"/>
              </a:solidFill>
              <a:latin typeface="Times New Roman"/>
              <a:ea typeface="Times New Roman"/>
              <a:cs typeface="Times New Roman"/>
              <a:sym typeface="Times New Roman"/>
            </a:endParaRPr>
          </a:p>
          <a:p>
            <a:pPr indent="-300355" lvl="0" marL="312420" marR="6350" rtl="0" algn="l">
              <a:lnSpc>
                <a:spcPct val="101000"/>
              </a:lnSpc>
              <a:spcBef>
                <a:spcPts val="66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 queue header points to the first and the final PCB’s in  the list</a:t>
            </a:r>
            <a:endParaRPr sz="305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We	extend	each	PCB	to	include	a	pointer	field	that  points to the next PCB in the ready queue</a:t>
            </a:r>
            <a:endParaRPr sz="3050">
              <a:solidFill>
                <a:schemeClr val="dk1"/>
              </a:solidFill>
              <a:latin typeface="Times New Roman"/>
              <a:ea typeface="Times New Roman"/>
              <a:cs typeface="Times New Roman"/>
              <a:sym typeface="Times New Roman"/>
            </a:endParaRPr>
          </a:p>
        </p:txBody>
      </p:sp>
      <p:sp>
        <p:nvSpPr>
          <p:cNvPr id="670" name="Google Shape;670;p3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3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72" name="Google Shape;672;p34"/>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35"/>
          <p:cNvSpPr txBox="1"/>
          <p:nvPr>
            <p:ph type="title"/>
          </p:nvPr>
        </p:nvSpPr>
        <p:spPr>
          <a:xfrm>
            <a:off x="1093625" y="392579"/>
            <a:ext cx="458089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Scheduling Queues</a:t>
            </a:r>
            <a:endParaRPr/>
          </a:p>
        </p:txBody>
      </p:sp>
      <p:sp>
        <p:nvSpPr>
          <p:cNvPr id="678" name="Google Shape;678;p35"/>
          <p:cNvSpPr/>
          <p:nvPr/>
        </p:nvSpPr>
        <p:spPr>
          <a:xfrm>
            <a:off x="911352" y="1431036"/>
            <a:ext cx="8316467" cy="54650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3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81" name="Google Shape;681;p35"/>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36"/>
          <p:cNvSpPr txBox="1"/>
          <p:nvPr>
            <p:ph type="title"/>
          </p:nvPr>
        </p:nvSpPr>
        <p:spPr>
          <a:xfrm>
            <a:off x="2174384" y="2962190"/>
            <a:ext cx="6336665" cy="76263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sz="4800">
                <a:solidFill>
                  <a:srgbClr val="FF0000"/>
                </a:solidFill>
                <a:latin typeface="Times New Roman"/>
                <a:ea typeface="Times New Roman"/>
                <a:cs typeface="Times New Roman"/>
                <a:sym typeface="Times New Roman"/>
              </a:rPr>
              <a:t>Operations on Processes</a:t>
            </a:r>
            <a:endParaRPr sz="4800">
              <a:latin typeface="Times New Roman"/>
              <a:ea typeface="Times New Roman"/>
              <a:cs typeface="Times New Roman"/>
              <a:sym typeface="Times New Roman"/>
            </a:endParaRPr>
          </a:p>
        </p:txBody>
      </p:sp>
      <p:sp>
        <p:nvSpPr>
          <p:cNvPr id="687" name="Google Shape;687;p3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3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89" name="Google Shape;689;p36"/>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37"/>
          <p:cNvSpPr txBox="1"/>
          <p:nvPr/>
        </p:nvSpPr>
        <p:spPr>
          <a:xfrm>
            <a:off x="828584" y="1729178"/>
            <a:ext cx="8166100" cy="4655820"/>
          </a:xfrm>
          <a:prstGeom prst="rect">
            <a:avLst/>
          </a:prstGeom>
          <a:noFill/>
          <a:ln>
            <a:noFill/>
          </a:ln>
        </p:spPr>
        <p:txBody>
          <a:bodyPr anchorCtr="0" anchor="t" bIns="0" lIns="0" spcFirstLastPara="1" rIns="0" wrap="square" tIns="12050">
            <a:spAutoFit/>
          </a:bodyPr>
          <a:lstStyle/>
          <a:p>
            <a:pPr indent="-300355" lvl="0" marL="312420" marR="5080" rtl="0" algn="l">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Parent process create children processes, which, in turn  create other processes, forming a tree of processes</a:t>
            </a:r>
            <a:endParaRPr sz="30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Resource sharing</a:t>
            </a:r>
            <a:endParaRPr sz="3050">
              <a:solidFill>
                <a:schemeClr val="dk1"/>
              </a:solidFill>
              <a:latin typeface="Times New Roman"/>
              <a:ea typeface="Times New Roman"/>
              <a:cs typeface="Times New Roman"/>
              <a:sym typeface="Times New Roman"/>
            </a:endParaRPr>
          </a:p>
          <a:p>
            <a:pPr indent="-300355" lvl="1" marL="629285" marR="0" rtl="0" algn="l">
              <a:lnSpc>
                <a:spcPct val="100000"/>
              </a:lnSpc>
              <a:spcBef>
                <a:spcPts val="695"/>
              </a:spcBef>
              <a:spcAft>
                <a:spcPts val="0"/>
              </a:spcAft>
              <a:buClr>
                <a:srgbClr val="D34816"/>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Parent and children share all resources</a:t>
            </a:r>
            <a:endParaRPr b="0" i="0" sz="3050" u="none" cap="none" strike="noStrike">
              <a:solidFill>
                <a:schemeClr val="dk1"/>
              </a:solidFill>
              <a:latin typeface="Times New Roman"/>
              <a:ea typeface="Times New Roman"/>
              <a:cs typeface="Times New Roman"/>
              <a:sym typeface="Times New Roman"/>
            </a:endParaRPr>
          </a:p>
          <a:p>
            <a:pPr indent="-300355" lvl="1" marL="629285" marR="0" rtl="0" algn="l">
              <a:lnSpc>
                <a:spcPct val="100000"/>
              </a:lnSpc>
              <a:spcBef>
                <a:spcPts val="700"/>
              </a:spcBef>
              <a:spcAft>
                <a:spcPts val="0"/>
              </a:spcAft>
              <a:buClr>
                <a:srgbClr val="D34816"/>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Children share subset of parent’s resources</a:t>
            </a:r>
            <a:endParaRPr b="0" i="0" sz="3050" u="none" cap="none" strike="noStrike">
              <a:solidFill>
                <a:schemeClr val="dk1"/>
              </a:solidFill>
              <a:latin typeface="Times New Roman"/>
              <a:ea typeface="Times New Roman"/>
              <a:cs typeface="Times New Roman"/>
              <a:sym typeface="Times New Roman"/>
            </a:endParaRPr>
          </a:p>
          <a:p>
            <a:pPr indent="-300355" lvl="1" marL="629285" marR="0" rtl="0" algn="l">
              <a:lnSpc>
                <a:spcPct val="100000"/>
              </a:lnSpc>
              <a:spcBef>
                <a:spcPts val="695"/>
              </a:spcBef>
              <a:spcAft>
                <a:spcPts val="0"/>
              </a:spcAft>
              <a:buClr>
                <a:srgbClr val="D34816"/>
              </a:buClr>
              <a:buSzPts val="2593"/>
              <a:buFont typeface="Arimo"/>
              <a:buChar char=""/>
            </a:pPr>
            <a:r>
              <a:rPr b="0" i="0" lang="en-US" sz="3050" u="none" cap="none" strike="noStrike">
                <a:solidFill>
                  <a:schemeClr val="dk1"/>
                </a:solidFill>
                <a:latin typeface="Times New Roman"/>
                <a:ea typeface="Times New Roman"/>
                <a:cs typeface="Times New Roman"/>
                <a:sym typeface="Times New Roman"/>
              </a:rPr>
              <a:t>Parent and child share no resources</a:t>
            </a:r>
            <a:endParaRPr b="0" i="0" sz="3050" u="none" cap="none" strike="noStrike">
              <a:solidFill>
                <a:schemeClr val="dk1"/>
              </a:solidFill>
              <a:latin typeface="Times New Roman"/>
              <a:ea typeface="Times New Roman"/>
              <a:cs typeface="Times New Roman"/>
              <a:sym typeface="Times New Roman"/>
            </a:endParaRPr>
          </a:p>
          <a:p>
            <a:pPr indent="-300355" lvl="0" marL="312420" marR="0" rtl="0" algn="l">
              <a:lnSpc>
                <a:spcPct val="100000"/>
              </a:lnSpc>
              <a:spcBef>
                <a:spcPts val="6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Execution</a:t>
            </a:r>
            <a:endParaRPr sz="3050">
              <a:solidFill>
                <a:schemeClr val="dk1"/>
              </a:solidFill>
              <a:latin typeface="Times New Roman"/>
              <a:ea typeface="Times New Roman"/>
              <a:cs typeface="Times New Roman"/>
              <a:sym typeface="Times New Roman"/>
            </a:endParaRPr>
          </a:p>
          <a:p>
            <a:pPr indent="-252094" lvl="1" marL="629920" marR="0" rtl="0" algn="l">
              <a:lnSpc>
                <a:spcPct val="100000"/>
              </a:lnSpc>
              <a:spcBef>
                <a:spcPts val="51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Parent and children execute concurrently</a:t>
            </a:r>
            <a:endParaRPr b="0" i="0" sz="2650" u="none" cap="none" strike="noStrike">
              <a:solidFill>
                <a:schemeClr val="dk1"/>
              </a:solidFill>
              <a:latin typeface="Times New Roman"/>
              <a:ea typeface="Times New Roman"/>
              <a:cs typeface="Times New Roman"/>
              <a:sym typeface="Times New Roman"/>
            </a:endParaRPr>
          </a:p>
          <a:p>
            <a:pPr indent="-252094" lvl="1" marL="62992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Parent waits until children terminate</a:t>
            </a:r>
            <a:endParaRPr b="0" i="0" sz="2650" u="none" cap="none" strike="noStrike">
              <a:solidFill>
                <a:schemeClr val="dk1"/>
              </a:solidFill>
              <a:latin typeface="Times New Roman"/>
              <a:ea typeface="Times New Roman"/>
              <a:cs typeface="Times New Roman"/>
              <a:sym typeface="Times New Roman"/>
            </a:endParaRPr>
          </a:p>
        </p:txBody>
      </p:sp>
      <p:sp>
        <p:nvSpPr>
          <p:cNvPr id="695" name="Google Shape;695;p3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37"/>
          <p:cNvSpPr txBox="1"/>
          <p:nvPr>
            <p:ph type="title"/>
          </p:nvPr>
        </p:nvSpPr>
        <p:spPr>
          <a:xfrm>
            <a:off x="1093823" y="461243"/>
            <a:ext cx="360743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Process Creation</a:t>
            </a:r>
            <a:endParaRPr sz="3950"/>
          </a:p>
        </p:txBody>
      </p:sp>
      <p:sp>
        <p:nvSpPr>
          <p:cNvPr id="697" name="Google Shape;697;p3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698" name="Google Shape;698;p37"/>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38"/>
          <p:cNvSpPr txBox="1"/>
          <p:nvPr>
            <p:ph type="title"/>
          </p:nvPr>
        </p:nvSpPr>
        <p:spPr>
          <a:xfrm>
            <a:off x="1093625" y="872687"/>
            <a:ext cx="570992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Creation (Cont.)</a:t>
            </a:r>
            <a:endParaRPr/>
          </a:p>
        </p:txBody>
      </p:sp>
      <p:sp>
        <p:nvSpPr>
          <p:cNvPr id="704" name="Google Shape;704;p38"/>
          <p:cNvSpPr txBox="1"/>
          <p:nvPr/>
        </p:nvSpPr>
        <p:spPr>
          <a:xfrm>
            <a:off x="1093655" y="1612312"/>
            <a:ext cx="8375015" cy="3368675"/>
          </a:xfrm>
          <a:prstGeom prst="rect">
            <a:avLst/>
          </a:prstGeom>
          <a:noFill/>
          <a:ln>
            <a:noFill/>
          </a:ln>
        </p:spPr>
        <p:txBody>
          <a:bodyPr anchorCtr="0" anchor="t" bIns="0" lIns="0" spcFirstLastPara="1" rIns="0" wrap="square" tIns="92700">
            <a:spAutoFit/>
          </a:bodyPr>
          <a:lstStyle/>
          <a:p>
            <a:pPr indent="-300355" lvl="0" marL="312420" marR="0" rtl="0" algn="l">
              <a:lnSpc>
                <a:spcPct val="100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Address space</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50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Child </a:t>
            </a:r>
            <a:r>
              <a:rPr b="0" i="0" lang="en-US" sz="2650" u="none" cap="none" strike="noStrike">
                <a:solidFill>
                  <a:srgbClr val="FF0000"/>
                </a:solidFill>
                <a:latin typeface="Times New Roman"/>
                <a:ea typeface="Times New Roman"/>
                <a:cs typeface="Times New Roman"/>
                <a:sym typeface="Times New Roman"/>
              </a:rPr>
              <a:t>duplicate </a:t>
            </a:r>
            <a:r>
              <a:rPr b="0" i="0" lang="en-US" sz="2650" u="none" cap="none" strike="noStrike">
                <a:solidFill>
                  <a:schemeClr val="dk1"/>
                </a:solidFill>
                <a:latin typeface="Times New Roman"/>
                <a:ea typeface="Times New Roman"/>
                <a:cs typeface="Times New Roman"/>
                <a:sym typeface="Times New Roman"/>
              </a:rPr>
              <a:t>of parent</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Child has a program </a:t>
            </a:r>
            <a:r>
              <a:rPr b="0" i="0" lang="en-US" sz="2650" u="none" cap="none" strike="noStrike">
                <a:solidFill>
                  <a:srgbClr val="FF0000"/>
                </a:solidFill>
                <a:latin typeface="Times New Roman"/>
                <a:ea typeface="Times New Roman"/>
                <a:cs typeface="Times New Roman"/>
                <a:sym typeface="Times New Roman"/>
              </a:rPr>
              <a:t>loaded </a:t>
            </a:r>
            <a:r>
              <a:rPr b="0" i="0" lang="en-US" sz="2650" u="none" cap="none" strike="noStrike">
                <a:solidFill>
                  <a:schemeClr val="dk1"/>
                </a:solidFill>
                <a:latin typeface="Times New Roman"/>
                <a:ea typeface="Times New Roman"/>
                <a:cs typeface="Times New Roman"/>
                <a:sym typeface="Times New Roman"/>
              </a:rPr>
              <a:t>into it</a:t>
            </a:r>
            <a:endParaRPr b="0" i="0" sz="2650" u="none" cap="none" strike="noStrike">
              <a:solidFill>
                <a:schemeClr val="dk1"/>
              </a:solidFill>
              <a:latin typeface="Times New Roman"/>
              <a:ea typeface="Times New Roman"/>
              <a:cs typeface="Times New Roman"/>
              <a:sym typeface="Times New Roman"/>
            </a:endParaRPr>
          </a:p>
          <a:p>
            <a:pPr indent="-300355" lvl="0" marL="312420" marR="0" rtl="0" algn="l">
              <a:lnSpc>
                <a:spcPct val="100000"/>
              </a:lnSpc>
              <a:spcBef>
                <a:spcPts val="63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UNIX examples</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495"/>
              </a:spcBef>
              <a:spcAft>
                <a:spcPts val="0"/>
              </a:spcAft>
              <a:buClr>
                <a:srgbClr val="9A2D1F"/>
              </a:buClr>
              <a:buSzPts val="2253"/>
              <a:buFont typeface="Arimo"/>
              <a:buChar char=""/>
            </a:pPr>
            <a:r>
              <a:rPr b="1" i="0" lang="en-US" sz="2650" u="none" cap="none" strike="noStrike">
                <a:solidFill>
                  <a:schemeClr val="dk1"/>
                </a:solidFill>
                <a:latin typeface="Times New Roman"/>
                <a:ea typeface="Times New Roman"/>
                <a:cs typeface="Times New Roman"/>
                <a:sym typeface="Times New Roman"/>
              </a:rPr>
              <a:t>fork </a:t>
            </a:r>
            <a:r>
              <a:rPr b="0" i="0" lang="en-US" sz="2650" u="none" cap="none" strike="noStrike">
                <a:solidFill>
                  <a:schemeClr val="dk1"/>
                </a:solidFill>
                <a:latin typeface="Times New Roman"/>
                <a:ea typeface="Times New Roman"/>
                <a:cs typeface="Times New Roman"/>
                <a:sym typeface="Times New Roman"/>
              </a:rPr>
              <a:t>system call creates new process</a:t>
            </a:r>
            <a:endParaRPr b="0" i="0" sz="2650" u="none" cap="none" strike="noStrike">
              <a:solidFill>
                <a:schemeClr val="dk1"/>
              </a:solidFill>
              <a:latin typeface="Times New Roman"/>
              <a:ea typeface="Times New Roman"/>
              <a:cs typeface="Times New Roman"/>
              <a:sym typeface="Times New Roman"/>
            </a:endParaRPr>
          </a:p>
          <a:p>
            <a:pPr indent="-252095" lvl="1" marL="615950" marR="5080" rtl="0" algn="l">
              <a:lnSpc>
                <a:spcPct val="119622"/>
              </a:lnSpc>
              <a:spcBef>
                <a:spcPts val="545"/>
              </a:spcBef>
              <a:spcAft>
                <a:spcPts val="0"/>
              </a:spcAft>
              <a:buClr>
                <a:srgbClr val="9A2D1F"/>
              </a:buClr>
              <a:buSzPts val="2253"/>
              <a:buFont typeface="Arimo"/>
              <a:buChar char=""/>
            </a:pPr>
            <a:r>
              <a:rPr b="1" i="0" lang="en-US" sz="2650" u="none" cap="none" strike="noStrike">
                <a:solidFill>
                  <a:schemeClr val="dk1"/>
                </a:solidFill>
                <a:latin typeface="Times New Roman"/>
                <a:ea typeface="Times New Roman"/>
                <a:cs typeface="Times New Roman"/>
                <a:sym typeface="Times New Roman"/>
              </a:rPr>
              <a:t>exec	</a:t>
            </a:r>
            <a:r>
              <a:rPr b="0" i="0" lang="en-US" sz="2650" u="none" cap="none" strike="noStrike">
                <a:solidFill>
                  <a:schemeClr val="dk1"/>
                </a:solidFill>
                <a:latin typeface="Times New Roman"/>
                <a:ea typeface="Times New Roman"/>
                <a:cs typeface="Times New Roman"/>
                <a:sym typeface="Times New Roman"/>
              </a:rPr>
              <a:t>system	call	used	after	a	</a:t>
            </a:r>
            <a:r>
              <a:rPr b="1" i="0" lang="en-US" sz="2650" u="none" cap="none" strike="noStrike">
                <a:solidFill>
                  <a:schemeClr val="dk1"/>
                </a:solidFill>
                <a:latin typeface="Times New Roman"/>
                <a:ea typeface="Times New Roman"/>
                <a:cs typeface="Times New Roman"/>
                <a:sym typeface="Times New Roman"/>
              </a:rPr>
              <a:t>fork	</a:t>
            </a:r>
            <a:r>
              <a:rPr b="0" i="0" lang="en-US" sz="2650" u="none" cap="none" strike="noStrike">
                <a:solidFill>
                  <a:schemeClr val="dk1"/>
                </a:solidFill>
                <a:latin typeface="Times New Roman"/>
                <a:ea typeface="Times New Roman"/>
                <a:cs typeface="Times New Roman"/>
                <a:sym typeface="Times New Roman"/>
              </a:rPr>
              <a:t>to	replace	the	process  memory space with a new program</a:t>
            </a:r>
            <a:endParaRPr b="0" i="0" sz="2650" u="none" cap="none" strike="noStrike">
              <a:solidFill>
                <a:schemeClr val="dk1"/>
              </a:solidFill>
              <a:latin typeface="Times New Roman"/>
              <a:ea typeface="Times New Roman"/>
              <a:cs typeface="Times New Roman"/>
              <a:sym typeface="Times New Roman"/>
            </a:endParaRPr>
          </a:p>
        </p:txBody>
      </p:sp>
      <p:sp>
        <p:nvSpPr>
          <p:cNvPr id="705" name="Google Shape;705;p3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38"/>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07" name="Google Shape;707;p38"/>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39"/>
          <p:cNvSpPr txBox="1"/>
          <p:nvPr/>
        </p:nvSpPr>
        <p:spPr>
          <a:xfrm>
            <a:off x="828491" y="1808403"/>
            <a:ext cx="6115685" cy="3719829"/>
          </a:xfrm>
          <a:prstGeom prst="rect">
            <a:avLst/>
          </a:prstGeom>
          <a:noFill/>
          <a:ln>
            <a:noFill/>
          </a:ln>
        </p:spPr>
        <p:txBody>
          <a:bodyPr anchorCtr="0" anchor="t" bIns="0" lIns="0" spcFirstLastPara="1" rIns="0" wrap="square" tIns="67925">
            <a:spAutoFit/>
          </a:bodyPr>
          <a:lstStyle/>
          <a:p>
            <a:pPr indent="-300990" lvl="0" marL="313055" marR="0" rtl="0" algn="l">
              <a:lnSpc>
                <a:spcPct val="100000"/>
              </a:lnSpc>
              <a:spcBef>
                <a:spcPts val="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Includes</a:t>
            </a:r>
            <a:endParaRPr sz="2650">
              <a:solidFill>
                <a:schemeClr val="dk1"/>
              </a:solidFill>
              <a:latin typeface="Times New Roman"/>
              <a:ea typeface="Times New Roman"/>
              <a:cs typeface="Times New Roman"/>
              <a:sym typeface="Times New Roman"/>
            </a:endParaRPr>
          </a:p>
          <a:p>
            <a:pPr indent="-314325" lvl="1" marL="829310" marR="0" rtl="0" algn="l">
              <a:lnSpc>
                <a:spcPct val="100000"/>
              </a:lnSpc>
              <a:spcBef>
                <a:spcPts val="430"/>
              </a:spcBef>
              <a:spcAft>
                <a:spcPts val="0"/>
              </a:spcAft>
              <a:buClr>
                <a:srgbClr val="9A2D1F"/>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Build kernel data structures</a:t>
            </a:r>
            <a:endParaRPr b="0" i="0" sz="26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20"/>
              </a:spcBef>
              <a:spcAft>
                <a:spcPts val="0"/>
              </a:spcAft>
              <a:buClr>
                <a:srgbClr val="9A2D1F"/>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Allocate memory</a:t>
            </a:r>
            <a:endParaRPr b="0" i="0" sz="2650" u="none" cap="none" strike="noStrike">
              <a:solidFill>
                <a:schemeClr val="dk1"/>
              </a:solidFill>
              <a:latin typeface="Times New Roman"/>
              <a:ea typeface="Times New Roman"/>
              <a:cs typeface="Times New Roman"/>
              <a:sym typeface="Times New Roman"/>
            </a:endParaRPr>
          </a:p>
          <a:p>
            <a:pPr indent="-300990" lvl="0" marL="313055" marR="0" rtl="0" algn="l">
              <a:lnSpc>
                <a:spcPct val="100000"/>
              </a:lnSpc>
              <a:spcBef>
                <a:spcPts val="65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Reasons to create a process</a:t>
            </a:r>
            <a:endParaRPr sz="2650">
              <a:solidFill>
                <a:schemeClr val="dk1"/>
              </a:solidFill>
              <a:latin typeface="Times New Roman"/>
              <a:ea typeface="Times New Roman"/>
              <a:cs typeface="Times New Roman"/>
              <a:sym typeface="Times New Roman"/>
            </a:endParaRPr>
          </a:p>
          <a:p>
            <a:pPr indent="-252094" lvl="1" marL="1270000" marR="0" rtl="0" algn="l">
              <a:lnSpc>
                <a:spcPct val="100000"/>
              </a:lnSpc>
              <a:spcBef>
                <a:spcPts val="430"/>
              </a:spcBef>
              <a:spcAft>
                <a:spcPts val="0"/>
              </a:spcAft>
              <a:buClr>
                <a:srgbClr val="E6B1AA"/>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Submit a new batch job/Start program</a:t>
            </a:r>
            <a:endParaRPr b="0" i="0" sz="2650" u="none" cap="none" strike="noStrike">
              <a:solidFill>
                <a:schemeClr val="dk1"/>
              </a:solidFill>
              <a:latin typeface="Times New Roman"/>
              <a:ea typeface="Times New Roman"/>
              <a:cs typeface="Times New Roman"/>
              <a:sym typeface="Times New Roman"/>
            </a:endParaRPr>
          </a:p>
          <a:p>
            <a:pPr indent="-252094" lvl="1" marL="1270000" marR="0" rtl="0" algn="l">
              <a:lnSpc>
                <a:spcPct val="100000"/>
              </a:lnSpc>
              <a:spcBef>
                <a:spcPts val="430"/>
              </a:spcBef>
              <a:spcAft>
                <a:spcPts val="0"/>
              </a:spcAft>
              <a:buClr>
                <a:srgbClr val="E6B1AA"/>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User logs on to the system</a:t>
            </a:r>
            <a:endParaRPr b="0" i="0" sz="2650" u="none" cap="none" strike="noStrike">
              <a:solidFill>
                <a:schemeClr val="dk1"/>
              </a:solidFill>
              <a:latin typeface="Times New Roman"/>
              <a:ea typeface="Times New Roman"/>
              <a:cs typeface="Times New Roman"/>
              <a:sym typeface="Times New Roman"/>
            </a:endParaRPr>
          </a:p>
          <a:p>
            <a:pPr indent="-252094" lvl="1" marL="1270000" marR="0" rtl="0" algn="l">
              <a:lnSpc>
                <a:spcPct val="100000"/>
              </a:lnSpc>
              <a:spcBef>
                <a:spcPts val="420"/>
              </a:spcBef>
              <a:spcAft>
                <a:spcPts val="0"/>
              </a:spcAft>
              <a:buClr>
                <a:srgbClr val="E6B1AA"/>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OS creates on behalf of a user (printing)</a:t>
            </a:r>
            <a:endParaRPr b="0" i="0" sz="2650" u="none" cap="none" strike="noStrike">
              <a:solidFill>
                <a:schemeClr val="dk1"/>
              </a:solidFill>
              <a:latin typeface="Times New Roman"/>
              <a:ea typeface="Times New Roman"/>
              <a:cs typeface="Times New Roman"/>
              <a:sym typeface="Times New Roman"/>
            </a:endParaRPr>
          </a:p>
          <a:p>
            <a:pPr indent="-252094" lvl="1" marL="1270000" marR="0" rtl="0" algn="l">
              <a:lnSpc>
                <a:spcPct val="100000"/>
              </a:lnSpc>
              <a:spcBef>
                <a:spcPts val="435"/>
              </a:spcBef>
              <a:spcAft>
                <a:spcPts val="0"/>
              </a:spcAft>
              <a:buClr>
                <a:srgbClr val="E6B1AA"/>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Spawned by existing process</a:t>
            </a:r>
            <a:endParaRPr b="0" i="0" sz="2650" u="none" cap="none" strike="noStrike">
              <a:solidFill>
                <a:schemeClr val="dk1"/>
              </a:solidFill>
              <a:latin typeface="Times New Roman"/>
              <a:ea typeface="Times New Roman"/>
              <a:cs typeface="Times New Roman"/>
              <a:sym typeface="Times New Roman"/>
            </a:endParaRPr>
          </a:p>
        </p:txBody>
      </p:sp>
      <p:sp>
        <p:nvSpPr>
          <p:cNvPr id="713" name="Google Shape;713;p3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9"/>
          <p:cNvSpPr txBox="1"/>
          <p:nvPr>
            <p:ph type="title"/>
          </p:nvPr>
        </p:nvSpPr>
        <p:spPr>
          <a:xfrm>
            <a:off x="1093823" y="619879"/>
            <a:ext cx="360743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Process Creation</a:t>
            </a:r>
            <a:endParaRPr sz="3950"/>
          </a:p>
        </p:txBody>
      </p:sp>
      <p:sp>
        <p:nvSpPr>
          <p:cNvPr id="715" name="Google Shape;715;p3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16" name="Google Shape;716;p39"/>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40"/>
          <p:cNvSpPr txBox="1"/>
          <p:nvPr/>
        </p:nvSpPr>
        <p:spPr>
          <a:xfrm>
            <a:off x="1093720" y="1617072"/>
            <a:ext cx="8057515" cy="2204720"/>
          </a:xfrm>
          <a:prstGeom prst="rect">
            <a:avLst/>
          </a:prstGeom>
          <a:noFill/>
          <a:ln>
            <a:noFill/>
          </a:ln>
        </p:spPr>
        <p:txBody>
          <a:bodyPr anchorCtr="0" anchor="t" bIns="0" lIns="0" spcFirstLastPara="1" rIns="0" wrap="square" tIns="99050">
            <a:spAutoFit/>
          </a:bodyPr>
          <a:lstStyle/>
          <a:p>
            <a:pPr indent="-300355" lvl="0" marL="312420" marR="0" rtl="0" algn="l">
              <a:lnSpc>
                <a:spcPct val="100000"/>
              </a:lnSpc>
              <a:spcBef>
                <a:spcPts val="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When the system starts up it is running in kernel mode</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8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There is only one process, the initial process.</a:t>
            </a:r>
            <a:endParaRPr sz="240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At the end of system initialization, the initial process starts up another  kernel process.</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85"/>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The </a:t>
            </a:r>
            <a:r>
              <a:rPr b="1" lang="en-US" sz="2400">
                <a:solidFill>
                  <a:schemeClr val="dk1"/>
                </a:solidFill>
                <a:latin typeface="Times New Roman"/>
                <a:ea typeface="Times New Roman"/>
                <a:cs typeface="Times New Roman"/>
                <a:sym typeface="Times New Roman"/>
              </a:rPr>
              <a:t>init </a:t>
            </a:r>
            <a:r>
              <a:rPr lang="en-US" sz="2400">
                <a:solidFill>
                  <a:schemeClr val="dk1"/>
                </a:solidFill>
                <a:latin typeface="Times New Roman"/>
                <a:ea typeface="Times New Roman"/>
                <a:cs typeface="Times New Roman"/>
                <a:sym typeface="Times New Roman"/>
              </a:rPr>
              <a:t>kernel process has a process identifier of 1.</a:t>
            </a:r>
            <a:endParaRPr sz="2400">
              <a:solidFill>
                <a:schemeClr val="dk1"/>
              </a:solidFill>
              <a:latin typeface="Times New Roman"/>
              <a:ea typeface="Times New Roman"/>
              <a:cs typeface="Times New Roman"/>
              <a:sym typeface="Times New Roman"/>
            </a:endParaRPr>
          </a:p>
        </p:txBody>
      </p:sp>
      <p:sp>
        <p:nvSpPr>
          <p:cNvPr id="722" name="Google Shape;722;p40"/>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40"/>
          <p:cNvSpPr txBox="1"/>
          <p:nvPr>
            <p:ph type="title"/>
          </p:nvPr>
        </p:nvSpPr>
        <p:spPr>
          <a:xfrm>
            <a:off x="1093823" y="619879"/>
            <a:ext cx="463867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Unix Process Creation</a:t>
            </a:r>
            <a:endParaRPr sz="3950"/>
          </a:p>
        </p:txBody>
      </p:sp>
      <p:sp>
        <p:nvSpPr>
          <p:cNvPr id="724" name="Google Shape;724;p40"/>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25" name="Google Shape;725;p40"/>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9" name="Shape 729"/>
        <p:cNvGrpSpPr/>
        <p:nvPr/>
      </p:nvGrpSpPr>
      <p:grpSpPr>
        <a:xfrm>
          <a:off x="0" y="0"/>
          <a:ext cx="0" cy="0"/>
          <a:chOff x="0" y="0"/>
          <a:chExt cx="0" cy="0"/>
        </a:xfrm>
      </p:grpSpPr>
      <p:sp>
        <p:nvSpPr>
          <p:cNvPr id="730" name="Google Shape;730;p41"/>
          <p:cNvSpPr/>
          <p:nvPr/>
        </p:nvSpPr>
        <p:spPr>
          <a:xfrm>
            <a:off x="66293" y="188213"/>
            <a:ext cx="9922764" cy="73700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41"/>
          <p:cNvSpPr txBox="1"/>
          <p:nvPr>
            <p:ph type="title"/>
          </p:nvPr>
        </p:nvSpPr>
        <p:spPr>
          <a:xfrm>
            <a:off x="2128597" y="581656"/>
            <a:ext cx="6109970"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A Tree of Processes in Linux</a:t>
            </a:r>
            <a:endParaRPr sz="3500">
              <a:latin typeface="Arial"/>
              <a:ea typeface="Arial"/>
              <a:cs typeface="Arial"/>
              <a:sym typeface="Arial"/>
            </a:endParaRPr>
          </a:p>
        </p:txBody>
      </p:sp>
      <p:sp>
        <p:nvSpPr>
          <p:cNvPr id="732" name="Google Shape;732;p4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33" name="Google Shape;733;p41"/>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734" name="Google Shape;734;p41"/>
          <p:cNvSpPr txBox="1"/>
          <p:nvPr/>
        </p:nvSpPr>
        <p:spPr>
          <a:xfrm>
            <a:off x="5459939" y="1804072"/>
            <a:ext cx="522605" cy="406400"/>
          </a:xfrm>
          <a:prstGeom prst="rect">
            <a:avLst/>
          </a:prstGeom>
          <a:noFill/>
          <a:ln>
            <a:noFill/>
          </a:ln>
        </p:spPr>
        <p:txBody>
          <a:bodyPr anchorCtr="0" anchor="t" bIns="0" lIns="0" spcFirstLastPara="1" rIns="0" wrap="square" tIns="12050">
            <a:spAutoFit/>
          </a:bodyPr>
          <a:lstStyle/>
          <a:p>
            <a:pPr indent="107950"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init  pid = 1</a:t>
            </a:r>
            <a:endParaRPr sz="1250">
              <a:solidFill>
                <a:schemeClr val="dk1"/>
              </a:solidFill>
              <a:latin typeface="Courier New"/>
              <a:ea typeface="Courier New"/>
              <a:cs typeface="Courier New"/>
              <a:sym typeface="Courier New"/>
            </a:endParaRPr>
          </a:p>
        </p:txBody>
      </p:sp>
      <p:sp>
        <p:nvSpPr>
          <p:cNvPr id="735" name="Google Shape;735;p41"/>
          <p:cNvSpPr txBox="1"/>
          <p:nvPr/>
        </p:nvSpPr>
        <p:spPr>
          <a:xfrm>
            <a:off x="7561539" y="3218372"/>
            <a:ext cx="734695" cy="406400"/>
          </a:xfrm>
          <a:prstGeom prst="rect">
            <a:avLst/>
          </a:prstGeom>
          <a:noFill/>
          <a:ln>
            <a:noFill/>
          </a:ln>
        </p:spPr>
        <p:txBody>
          <a:bodyPr anchorCtr="0" anchor="t" bIns="0" lIns="0" spcFirstLastPara="1" rIns="0" wrap="square" tIns="12050">
            <a:spAutoFit/>
          </a:bodyPr>
          <a:lstStyle/>
          <a:p>
            <a:pPr indent="212725"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sshd  pid = 3028</a:t>
            </a:r>
            <a:endParaRPr sz="1250">
              <a:solidFill>
                <a:schemeClr val="dk1"/>
              </a:solidFill>
              <a:latin typeface="Courier New"/>
              <a:ea typeface="Courier New"/>
              <a:cs typeface="Courier New"/>
              <a:sym typeface="Courier New"/>
            </a:endParaRPr>
          </a:p>
        </p:txBody>
      </p:sp>
      <p:sp>
        <p:nvSpPr>
          <p:cNvPr id="736" name="Google Shape;736;p41"/>
          <p:cNvSpPr txBox="1"/>
          <p:nvPr/>
        </p:nvSpPr>
        <p:spPr>
          <a:xfrm>
            <a:off x="3109950" y="3212264"/>
            <a:ext cx="734695" cy="406400"/>
          </a:xfrm>
          <a:prstGeom prst="rect">
            <a:avLst/>
          </a:prstGeom>
          <a:noFill/>
          <a:ln>
            <a:noFill/>
          </a:ln>
        </p:spPr>
        <p:txBody>
          <a:bodyPr anchorCtr="0" anchor="t" bIns="0" lIns="0" spcFirstLastPara="1" rIns="0" wrap="square" tIns="12050">
            <a:spAutoFit/>
          </a:bodyPr>
          <a:lstStyle/>
          <a:p>
            <a:pPr indent="179705"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login  pid = 8415</a:t>
            </a:r>
            <a:endParaRPr sz="1250">
              <a:solidFill>
                <a:schemeClr val="dk1"/>
              </a:solidFill>
              <a:latin typeface="Courier New"/>
              <a:ea typeface="Courier New"/>
              <a:cs typeface="Courier New"/>
              <a:sym typeface="Courier New"/>
            </a:endParaRPr>
          </a:p>
        </p:txBody>
      </p:sp>
      <p:sp>
        <p:nvSpPr>
          <p:cNvPr id="737" name="Google Shape;737;p41"/>
          <p:cNvSpPr txBox="1"/>
          <p:nvPr/>
        </p:nvSpPr>
        <p:spPr>
          <a:xfrm>
            <a:off x="5411170" y="3265608"/>
            <a:ext cx="593090" cy="404495"/>
          </a:xfrm>
          <a:prstGeom prst="rect">
            <a:avLst/>
          </a:prstGeom>
          <a:noFill/>
          <a:ln>
            <a:noFill/>
          </a:ln>
        </p:spPr>
        <p:txBody>
          <a:bodyPr anchorCtr="0" anchor="t" bIns="0" lIns="0" spcFirstLastPara="1" rIns="0" wrap="square" tIns="19675">
            <a:spAutoFit/>
          </a:bodyPr>
          <a:lstStyle/>
          <a:p>
            <a:pPr indent="-36830" lvl="0" marL="48895" marR="5080" rtl="0" algn="l">
              <a:lnSpc>
                <a:spcPct val="119200"/>
              </a:lnSpc>
              <a:spcBef>
                <a:spcPts val="0"/>
              </a:spcBef>
              <a:spcAft>
                <a:spcPts val="0"/>
              </a:spcAft>
              <a:buNone/>
            </a:pPr>
            <a:r>
              <a:rPr b="1" lang="en-US" sz="1250">
                <a:solidFill>
                  <a:schemeClr val="dk1"/>
                </a:solidFill>
                <a:latin typeface="Courier New"/>
                <a:ea typeface="Courier New"/>
                <a:cs typeface="Courier New"/>
                <a:sym typeface="Courier New"/>
              </a:rPr>
              <a:t>kthreadd  pid = 2</a:t>
            </a:r>
            <a:endParaRPr sz="1250">
              <a:solidFill>
                <a:schemeClr val="dk1"/>
              </a:solidFill>
              <a:latin typeface="Courier New"/>
              <a:ea typeface="Courier New"/>
              <a:cs typeface="Courier New"/>
              <a:sym typeface="Courier New"/>
            </a:endParaRPr>
          </a:p>
        </p:txBody>
      </p:sp>
      <p:sp>
        <p:nvSpPr>
          <p:cNvPr id="738" name="Google Shape;738;p41"/>
          <p:cNvSpPr txBox="1"/>
          <p:nvPr/>
        </p:nvSpPr>
        <p:spPr>
          <a:xfrm>
            <a:off x="8158909" y="4632594"/>
            <a:ext cx="734695" cy="406400"/>
          </a:xfrm>
          <a:prstGeom prst="rect">
            <a:avLst/>
          </a:prstGeom>
          <a:noFill/>
          <a:ln>
            <a:noFill/>
          </a:ln>
        </p:spPr>
        <p:txBody>
          <a:bodyPr anchorCtr="0" anchor="t" bIns="0" lIns="0" spcFirstLastPara="1" rIns="0" wrap="square" tIns="12050">
            <a:spAutoFit/>
          </a:bodyPr>
          <a:lstStyle/>
          <a:p>
            <a:pPr indent="214630"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sshd  pid = 3610</a:t>
            </a:r>
            <a:endParaRPr sz="1250">
              <a:solidFill>
                <a:schemeClr val="dk1"/>
              </a:solidFill>
              <a:latin typeface="Courier New"/>
              <a:ea typeface="Courier New"/>
              <a:cs typeface="Courier New"/>
              <a:sym typeface="Courier New"/>
            </a:endParaRPr>
          </a:p>
        </p:txBody>
      </p:sp>
      <p:sp>
        <p:nvSpPr>
          <p:cNvPr id="739" name="Google Shape;739;p41"/>
          <p:cNvSpPr txBox="1"/>
          <p:nvPr/>
        </p:nvSpPr>
        <p:spPr>
          <a:xfrm>
            <a:off x="6304245" y="4647824"/>
            <a:ext cx="664210" cy="406400"/>
          </a:xfrm>
          <a:prstGeom prst="rect">
            <a:avLst/>
          </a:prstGeom>
          <a:noFill/>
          <a:ln>
            <a:noFill/>
          </a:ln>
        </p:spPr>
        <p:txBody>
          <a:bodyPr anchorCtr="0" anchor="t" bIns="0" lIns="0" spcFirstLastPara="1" rIns="0" wrap="square" tIns="12050">
            <a:spAutoFit/>
          </a:bodyPr>
          <a:lstStyle/>
          <a:p>
            <a:pPr indent="71120"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pdflush  pid = 200</a:t>
            </a:r>
            <a:endParaRPr sz="1250">
              <a:solidFill>
                <a:schemeClr val="dk1"/>
              </a:solidFill>
              <a:latin typeface="Courier New"/>
              <a:ea typeface="Courier New"/>
              <a:cs typeface="Courier New"/>
              <a:sym typeface="Courier New"/>
            </a:endParaRPr>
          </a:p>
        </p:txBody>
      </p:sp>
      <p:sp>
        <p:nvSpPr>
          <p:cNvPr id="740" name="Google Shape;740;p41"/>
          <p:cNvSpPr txBox="1"/>
          <p:nvPr/>
        </p:nvSpPr>
        <p:spPr>
          <a:xfrm>
            <a:off x="4566901" y="4652462"/>
            <a:ext cx="522605" cy="4064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khelper  pid = 6</a:t>
            </a:r>
            <a:endParaRPr sz="1250">
              <a:solidFill>
                <a:schemeClr val="dk1"/>
              </a:solidFill>
              <a:latin typeface="Courier New"/>
              <a:ea typeface="Courier New"/>
              <a:cs typeface="Courier New"/>
              <a:sym typeface="Courier New"/>
            </a:endParaRPr>
          </a:p>
        </p:txBody>
      </p:sp>
      <p:sp>
        <p:nvSpPr>
          <p:cNvPr id="741" name="Google Shape;741;p41"/>
          <p:cNvSpPr txBox="1"/>
          <p:nvPr/>
        </p:nvSpPr>
        <p:spPr>
          <a:xfrm>
            <a:off x="8139125" y="6133799"/>
            <a:ext cx="734695" cy="406400"/>
          </a:xfrm>
          <a:prstGeom prst="rect">
            <a:avLst/>
          </a:prstGeom>
          <a:noFill/>
          <a:ln>
            <a:noFill/>
          </a:ln>
        </p:spPr>
        <p:txBody>
          <a:bodyPr anchorCtr="0" anchor="t" bIns="0" lIns="0" spcFirstLastPara="1" rIns="0" wrap="square" tIns="12050">
            <a:spAutoFit/>
          </a:bodyPr>
          <a:lstStyle/>
          <a:p>
            <a:pPr indent="177800"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tcsch  pid = 4005</a:t>
            </a:r>
            <a:endParaRPr sz="1250">
              <a:solidFill>
                <a:schemeClr val="dk1"/>
              </a:solidFill>
              <a:latin typeface="Courier New"/>
              <a:ea typeface="Courier New"/>
              <a:cs typeface="Courier New"/>
              <a:sym typeface="Courier New"/>
            </a:endParaRPr>
          </a:p>
        </p:txBody>
      </p:sp>
      <p:sp>
        <p:nvSpPr>
          <p:cNvPr id="742" name="Google Shape;742;p41"/>
          <p:cNvSpPr txBox="1"/>
          <p:nvPr/>
        </p:nvSpPr>
        <p:spPr>
          <a:xfrm>
            <a:off x="3480258" y="6203812"/>
            <a:ext cx="734695" cy="404495"/>
          </a:xfrm>
          <a:prstGeom prst="rect">
            <a:avLst/>
          </a:prstGeom>
          <a:noFill/>
          <a:ln>
            <a:noFill/>
          </a:ln>
        </p:spPr>
        <p:txBody>
          <a:bodyPr anchorCtr="0" anchor="t" bIns="0" lIns="0" spcFirstLastPara="1" rIns="0" wrap="square" tIns="19675">
            <a:spAutoFit/>
          </a:bodyPr>
          <a:lstStyle/>
          <a:p>
            <a:pPr indent="177800" lvl="0" marL="12700" marR="5080" rtl="0" algn="l">
              <a:lnSpc>
                <a:spcPct val="119200"/>
              </a:lnSpc>
              <a:spcBef>
                <a:spcPts val="0"/>
              </a:spcBef>
              <a:spcAft>
                <a:spcPts val="0"/>
              </a:spcAft>
              <a:buNone/>
            </a:pPr>
            <a:r>
              <a:rPr b="1" lang="en-US" sz="1250">
                <a:solidFill>
                  <a:schemeClr val="dk1"/>
                </a:solidFill>
                <a:latin typeface="Courier New"/>
                <a:ea typeface="Courier New"/>
                <a:cs typeface="Courier New"/>
                <a:sym typeface="Courier New"/>
              </a:rPr>
              <a:t>emacs  pid = 9204</a:t>
            </a:r>
            <a:endParaRPr sz="1250">
              <a:solidFill>
                <a:schemeClr val="dk1"/>
              </a:solidFill>
              <a:latin typeface="Courier New"/>
              <a:ea typeface="Courier New"/>
              <a:cs typeface="Courier New"/>
              <a:sym typeface="Courier New"/>
            </a:endParaRPr>
          </a:p>
        </p:txBody>
      </p:sp>
      <p:sp>
        <p:nvSpPr>
          <p:cNvPr id="743" name="Google Shape;743;p41"/>
          <p:cNvSpPr txBox="1"/>
          <p:nvPr/>
        </p:nvSpPr>
        <p:spPr>
          <a:xfrm>
            <a:off x="2387606" y="4689030"/>
            <a:ext cx="734695" cy="406400"/>
          </a:xfrm>
          <a:prstGeom prst="rect">
            <a:avLst/>
          </a:prstGeom>
          <a:noFill/>
          <a:ln>
            <a:noFill/>
          </a:ln>
        </p:spPr>
        <p:txBody>
          <a:bodyPr anchorCtr="0" anchor="t" bIns="0" lIns="0" spcFirstLastPara="1" rIns="0" wrap="square" tIns="12050">
            <a:spAutoFit/>
          </a:bodyPr>
          <a:lstStyle/>
          <a:p>
            <a:pPr indent="214630" lvl="0" marL="12700" marR="5080" rtl="0" algn="l">
              <a:lnSpc>
                <a:spcPct val="100000"/>
              </a:lnSpc>
              <a:spcBef>
                <a:spcPts val="0"/>
              </a:spcBef>
              <a:spcAft>
                <a:spcPts val="0"/>
              </a:spcAft>
              <a:buNone/>
            </a:pPr>
            <a:r>
              <a:rPr b="1" lang="en-US" sz="1250">
                <a:solidFill>
                  <a:schemeClr val="dk1"/>
                </a:solidFill>
                <a:latin typeface="Courier New"/>
                <a:ea typeface="Courier New"/>
                <a:cs typeface="Courier New"/>
                <a:sym typeface="Courier New"/>
              </a:rPr>
              <a:t>bash  pid = 8416</a:t>
            </a:r>
            <a:endParaRPr sz="1250">
              <a:solidFill>
                <a:schemeClr val="dk1"/>
              </a:solidFill>
              <a:latin typeface="Courier New"/>
              <a:ea typeface="Courier New"/>
              <a:cs typeface="Courier New"/>
              <a:sym typeface="Courier New"/>
            </a:endParaRPr>
          </a:p>
        </p:txBody>
      </p:sp>
      <p:sp>
        <p:nvSpPr>
          <p:cNvPr id="744" name="Google Shape;744;p41"/>
          <p:cNvSpPr txBox="1"/>
          <p:nvPr/>
        </p:nvSpPr>
        <p:spPr>
          <a:xfrm>
            <a:off x="1017515" y="6223719"/>
            <a:ext cx="732155" cy="404495"/>
          </a:xfrm>
          <a:prstGeom prst="rect">
            <a:avLst/>
          </a:prstGeom>
          <a:noFill/>
          <a:ln>
            <a:noFill/>
          </a:ln>
        </p:spPr>
        <p:txBody>
          <a:bodyPr anchorCtr="0" anchor="t" bIns="0" lIns="0" spcFirstLastPara="1" rIns="0" wrap="square" tIns="19675">
            <a:spAutoFit/>
          </a:bodyPr>
          <a:lstStyle/>
          <a:p>
            <a:pPr indent="284480" lvl="0" marL="12700" marR="5080" rtl="0" algn="l">
              <a:lnSpc>
                <a:spcPct val="119200"/>
              </a:lnSpc>
              <a:spcBef>
                <a:spcPts val="0"/>
              </a:spcBef>
              <a:spcAft>
                <a:spcPts val="0"/>
              </a:spcAft>
              <a:buNone/>
            </a:pPr>
            <a:r>
              <a:rPr b="1" lang="en-US" sz="1250">
                <a:solidFill>
                  <a:schemeClr val="dk1"/>
                </a:solidFill>
                <a:latin typeface="Courier New"/>
                <a:ea typeface="Courier New"/>
                <a:cs typeface="Courier New"/>
                <a:sym typeface="Courier New"/>
              </a:rPr>
              <a:t>ps  pid = 9298</a:t>
            </a:r>
            <a:endParaRPr sz="1250">
              <a:solidFill>
                <a:schemeClr val="dk1"/>
              </a:solidFill>
              <a:latin typeface="Courier New"/>
              <a:ea typeface="Courier New"/>
              <a:cs typeface="Courier New"/>
              <a:sym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42"/>
          <p:cNvSpPr txBox="1"/>
          <p:nvPr/>
        </p:nvSpPr>
        <p:spPr>
          <a:xfrm>
            <a:off x="1093720" y="1617072"/>
            <a:ext cx="8072755" cy="2573655"/>
          </a:xfrm>
          <a:prstGeom prst="rect">
            <a:avLst/>
          </a:prstGeom>
          <a:noFill/>
          <a:ln>
            <a:noFill/>
          </a:ln>
        </p:spPr>
        <p:txBody>
          <a:bodyPr anchorCtr="0" anchor="t" bIns="0" lIns="0" spcFirstLastPara="1" rIns="0" wrap="square" tIns="99050">
            <a:spAutoFit/>
          </a:bodyPr>
          <a:lstStyle/>
          <a:p>
            <a:pPr indent="-300355" lvl="0" marL="312420" marR="0" rtl="0" algn="l">
              <a:lnSpc>
                <a:spcPct val="100000"/>
              </a:lnSpc>
              <a:spcBef>
                <a:spcPts val="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These new processes may themselves go on to create new processes.</a:t>
            </a:r>
            <a:endParaRPr sz="2400">
              <a:solidFill>
                <a:schemeClr val="dk1"/>
              </a:solidFill>
              <a:latin typeface="Times New Roman"/>
              <a:ea typeface="Times New Roman"/>
              <a:cs typeface="Times New Roman"/>
              <a:sym typeface="Times New Roman"/>
            </a:endParaRPr>
          </a:p>
          <a:p>
            <a:pPr indent="-300355" lvl="0" marL="312420" marR="191135" rtl="0" algn="l">
              <a:lnSpc>
                <a:spcPct val="101000"/>
              </a:lnSpc>
              <a:spcBef>
                <a:spcPts val="655"/>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All of the processes in the system are descended from the init kernel  thread.</a:t>
            </a:r>
            <a:endParaRPr sz="240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You can see the family relationship between the running processes in a  Linux system using the </a:t>
            </a:r>
            <a:r>
              <a:rPr b="1" lang="en-US" sz="2400">
                <a:solidFill>
                  <a:schemeClr val="dk1"/>
                </a:solidFill>
                <a:latin typeface="Times New Roman"/>
                <a:ea typeface="Times New Roman"/>
                <a:cs typeface="Times New Roman"/>
                <a:sym typeface="Times New Roman"/>
              </a:rPr>
              <a:t>pstree </a:t>
            </a:r>
            <a:r>
              <a:rPr lang="en-US" sz="2400">
                <a:solidFill>
                  <a:schemeClr val="dk1"/>
                </a:solidFill>
                <a:latin typeface="Times New Roman"/>
                <a:ea typeface="Times New Roman"/>
                <a:cs typeface="Times New Roman"/>
                <a:sym typeface="Times New Roman"/>
              </a:rPr>
              <a:t>command</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85"/>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A new process is created by a </a:t>
            </a:r>
            <a:r>
              <a:rPr b="1" lang="en-US" sz="2400">
                <a:solidFill>
                  <a:schemeClr val="dk1"/>
                </a:solidFill>
                <a:latin typeface="Times New Roman"/>
                <a:ea typeface="Times New Roman"/>
                <a:cs typeface="Times New Roman"/>
                <a:sym typeface="Times New Roman"/>
              </a:rPr>
              <a:t>fork() </a:t>
            </a:r>
            <a:r>
              <a:rPr lang="en-US" sz="2400">
                <a:solidFill>
                  <a:schemeClr val="dk1"/>
                </a:solidFill>
                <a:latin typeface="Times New Roman"/>
                <a:ea typeface="Times New Roman"/>
                <a:cs typeface="Times New Roman"/>
                <a:sym typeface="Times New Roman"/>
              </a:rPr>
              <a:t>system call</a:t>
            </a:r>
            <a:endParaRPr sz="2400">
              <a:solidFill>
                <a:schemeClr val="dk1"/>
              </a:solidFill>
              <a:latin typeface="Times New Roman"/>
              <a:ea typeface="Times New Roman"/>
              <a:cs typeface="Times New Roman"/>
              <a:sym typeface="Times New Roman"/>
            </a:endParaRPr>
          </a:p>
        </p:txBody>
      </p:sp>
      <p:sp>
        <p:nvSpPr>
          <p:cNvPr id="750" name="Google Shape;750;p4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42"/>
          <p:cNvSpPr txBox="1"/>
          <p:nvPr>
            <p:ph type="title"/>
          </p:nvPr>
        </p:nvSpPr>
        <p:spPr>
          <a:xfrm>
            <a:off x="1093823" y="461243"/>
            <a:ext cx="360743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Process Creation</a:t>
            </a:r>
            <a:endParaRPr sz="3950"/>
          </a:p>
        </p:txBody>
      </p:sp>
      <p:sp>
        <p:nvSpPr>
          <p:cNvPr id="752" name="Google Shape;752;p4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53" name="Google Shape;753;p42"/>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3"/>
          <p:cNvSpPr txBox="1"/>
          <p:nvPr/>
        </p:nvSpPr>
        <p:spPr>
          <a:xfrm>
            <a:off x="1046469" y="2142165"/>
            <a:ext cx="7562850" cy="3210560"/>
          </a:xfrm>
          <a:prstGeom prst="rect">
            <a:avLst/>
          </a:prstGeom>
          <a:noFill/>
          <a:ln>
            <a:noFill/>
          </a:ln>
        </p:spPr>
        <p:txBody>
          <a:bodyPr anchorCtr="0" anchor="t" bIns="0" lIns="0" spcFirstLastPara="1" rIns="0" wrap="square" tIns="12050">
            <a:spAutoFit/>
          </a:bodyPr>
          <a:lstStyle/>
          <a:p>
            <a:pPr indent="-300355" lvl="0" marL="312420" marR="5080" rtl="0" algn="l">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At the end of the system call there is a new process waiting to run once the  scheduler chooses it</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A new data structure is allocated</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The new process is called the child process.</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The existing process is called the parent process.</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The parent gets the child’s pid returned to it.</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The child gets 0 returned to it.</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Both parent and child execute at the same point after fork() returns</a:t>
            </a:r>
            <a:endParaRPr sz="2200">
              <a:solidFill>
                <a:schemeClr val="dk1"/>
              </a:solidFill>
              <a:latin typeface="Times New Roman"/>
              <a:ea typeface="Times New Roman"/>
              <a:cs typeface="Times New Roman"/>
              <a:sym typeface="Times New Roman"/>
            </a:endParaRPr>
          </a:p>
        </p:txBody>
      </p:sp>
      <p:sp>
        <p:nvSpPr>
          <p:cNvPr id="759" name="Google Shape;759;p4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 name="Google Shape;760;p43"/>
          <p:cNvSpPr txBox="1"/>
          <p:nvPr>
            <p:ph type="title"/>
          </p:nvPr>
        </p:nvSpPr>
        <p:spPr>
          <a:xfrm>
            <a:off x="1093823" y="941326"/>
            <a:ext cx="452691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The fork() system call</a:t>
            </a:r>
            <a:endParaRPr sz="3950"/>
          </a:p>
        </p:txBody>
      </p:sp>
      <p:sp>
        <p:nvSpPr>
          <p:cNvPr id="761" name="Google Shape;761;p4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762" name="Google Shape;762;p43"/>
          <p:cNvSpPr txBox="1"/>
          <p:nvPr>
            <p:ph idx="12" type="sldNum"/>
          </p:nvPr>
        </p:nvSpPr>
        <p:spPr>
          <a:xfrm>
            <a:off x="259079" y="7077995"/>
            <a:ext cx="307340" cy="247015"/>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44"/>
          <p:cNvSpPr txBox="1"/>
          <p:nvPr>
            <p:ph type="title"/>
          </p:nvPr>
        </p:nvSpPr>
        <p:spPr>
          <a:xfrm>
            <a:off x="3093174" y="441461"/>
            <a:ext cx="3869690"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Fork() System call</a:t>
            </a:r>
            <a:endParaRPr sz="3500">
              <a:latin typeface="Arial"/>
              <a:ea typeface="Arial"/>
              <a:cs typeface="Arial"/>
              <a:sym typeface="Arial"/>
            </a:endParaRPr>
          </a:p>
        </p:txBody>
      </p:sp>
      <p:sp>
        <p:nvSpPr>
          <p:cNvPr id="768" name="Google Shape;768;p44"/>
          <p:cNvSpPr txBox="1"/>
          <p:nvPr/>
        </p:nvSpPr>
        <p:spPr>
          <a:xfrm>
            <a:off x="974867" y="1496063"/>
            <a:ext cx="4274820" cy="561340"/>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None/>
            </a:pPr>
            <a:r>
              <a:rPr lang="en-US" sz="3150">
                <a:solidFill>
                  <a:srgbClr val="993300"/>
                </a:solidFill>
                <a:latin typeface="Times New Roman"/>
                <a:ea typeface="Times New Roman"/>
                <a:cs typeface="Times New Roman"/>
                <a:sym typeface="Times New Roman"/>
              </a:rPr>
              <a:t> </a:t>
            </a:r>
            <a:r>
              <a:rPr lang="en-US" sz="3500">
                <a:solidFill>
                  <a:schemeClr val="dk1"/>
                </a:solidFill>
                <a:latin typeface="Arial"/>
                <a:ea typeface="Arial"/>
                <a:cs typeface="Arial"/>
                <a:sym typeface="Arial"/>
              </a:rPr>
              <a:t>Before calling fork()</a:t>
            </a:r>
            <a:endParaRPr sz="3500">
              <a:solidFill>
                <a:schemeClr val="dk1"/>
              </a:solidFill>
              <a:latin typeface="Arial"/>
              <a:ea typeface="Arial"/>
              <a:cs typeface="Arial"/>
              <a:sym typeface="Arial"/>
            </a:endParaRPr>
          </a:p>
        </p:txBody>
      </p:sp>
      <p:sp>
        <p:nvSpPr>
          <p:cNvPr id="769" name="Google Shape;769;p44"/>
          <p:cNvSpPr txBox="1"/>
          <p:nvPr/>
        </p:nvSpPr>
        <p:spPr>
          <a:xfrm>
            <a:off x="974867" y="3692208"/>
            <a:ext cx="3899535" cy="561340"/>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None/>
            </a:pPr>
            <a:r>
              <a:rPr lang="en-US" sz="3150">
                <a:solidFill>
                  <a:srgbClr val="993300"/>
                </a:solidFill>
                <a:latin typeface="Times New Roman"/>
                <a:ea typeface="Times New Roman"/>
                <a:cs typeface="Times New Roman"/>
                <a:sym typeface="Times New Roman"/>
              </a:rPr>
              <a:t> </a:t>
            </a:r>
            <a:r>
              <a:rPr lang="en-US" sz="3500">
                <a:solidFill>
                  <a:schemeClr val="dk1"/>
                </a:solidFill>
                <a:latin typeface="Arial"/>
                <a:ea typeface="Arial"/>
                <a:cs typeface="Arial"/>
                <a:sym typeface="Arial"/>
              </a:rPr>
              <a:t>After calling fork()</a:t>
            </a:r>
            <a:endParaRPr sz="3500">
              <a:solidFill>
                <a:schemeClr val="dk1"/>
              </a:solidFill>
              <a:latin typeface="Arial"/>
              <a:ea typeface="Arial"/>
              <a:cs typeface="Arial"/>
              <a:sym typeface="Arial"/>
            </a:endParaRPr>
          </a:p>
        </p:txBody>
      </p:sp>
      <p:sp>
        <p:nvSpPr>
          <p:cNvPr id="770" name="Google Shape;770;p44"/>
          <p:cNvSpPr/>
          <p:nvPr/>
        </p:nvSpPr>
        <p:spPr>
          <a:xfrm>
            <a:off x="7219188" y="1328927"/>
            <a:ext cx="2336292" cy="27660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44"/>
          <p:cNvSpPr/>
          <p:nvPr/>
        </p:nvSpPr>
        <p:spPr>
          <a:xfrm>
            <a:off x="4536947" y="4367784"/>
            <a:ext cx="5018532" cy="268224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45"/>
          <p:cNvSpPr txBox="1"/>
          <p:nvPr>
            <p:ph type="title"/>
          </p:nvPr>
        </p:nvSpPr>
        <p:spPr>
          <a:xfrm>
            <a:off x="1928880" y="441461"/>
            <a:ext cx="6204585"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Example of fork() system call</a:t>
            </a:r>
            <a:endParaRPr sz="3500">
              <a:latin typeface="Arial"/>
              <a:ea typeface="Arial"/>
              <a:cs typeface="Arial"/>
              <a:sym typeface="Arial"/>
            </a:endParaRPr>
          </a:p>
        </p:txBody>
      </p:sp>
      <p:sp>
        <p:nvSpPr>
          <p:cNvPr id="777" name="Google Shape;777;p45"/>
          <p:cNvSpPr txBox="1"/>
          <p:nvPr/>
        </p:nvSpPr>
        <p:spPr>
          <a:xfrm>
            <a:off x="790448" y="1207414"/>
            <a:ext cx="3397885" cy="5042535"/>
          </a:xfrm>
          <a:prstGeom prst="rect">
            <a:avLst/>
          </a:prstGeom>
          <a:noFill/>
          <a:ln>
            <a:noFill/>
          </a:ln>
        </p:spPr>
        <p:txBody>
          <a:bodyPr anchorCtr="0" anchor="t" bIns="0" lIns="0" spcFirstLastPara="1" rIns="0" wrap="square" tIns="11425">
            <a:spAutoFit/>
          </a:bodyPr>
          <a:lstStyle/>
          <a:p>
            <a:pPr indent="0" lvl="0" marL="12700" marR="1399540" rtl="0" algn="l">
              <a:lnSpc>
                <a:spcPct val="129000"/>
              </a:lnSpc>
              <a:spcBef>
                <a:spcPts val="0"/>
              </a:spcBef>
              <a:spcAft>
                <a:spcPts val="0"/>
              </a:spcAft>
              <a:buNone/>
            </a:pPr>
            <a:r>
              <a:rPr lang="en-US" sz="1500">
                <a:solidFill>
                  <a:schemeClr val="dk1"/>
                </a:solidFill>
                <a:latin typeface="Arial"/>
                <a:ea typeface="Arial"/>
                <a:cs typeface="Arial"/>
                <a:sym typeface="Arial"/>
              </a:rPr>
              <a:t>#include &lt;stdio.h&gt;  #include &lt;sys/types.h&gt;  #include &lt;unistd.h&gt;</a:t>
            </a:r>
            <a:endParaRPr sz="1500">
              <a:solidFill>
                <a:schemeClr val="dk1"/>
              </a:solidFill>
              <a:latin typeface="Arial"/>
              <a:ea typeface="Arial"/>
              <a:cs typeface="Arial"/>
              <a:sym typeface="Arial"/>
            </a:endParaRPr>
          </a:p>
          <a:p>
            <a:pPr indent="0" lvl="0" marL="12700" marR="0" rtl="0" algn="l">
              <a:lnSpc>
                <a:spcPct val="100000"/>
              </a:lnSpc>
              <a:spcBef>
                <a:spcPts val="520"/>
              </a:spcBef>
              <a:spcAft>
                <a:spcPts val="0"/>
              </a:spcAft>
              <a:buNone/>
            </a:pPr>
            <a:r>
              <a:rPr lang="en-US" sz="1500">
                <a:solidFill>
                  <a:schemeClr val="dk1"/>
                </a:solidFill>
                <a:latin typeface="Arial"/>
                <a:ea typeface="Arial"/>
                <a:cs typeface="Arial"/>
                <a:sym typeface="Arial"/>
              </a:rPr>
              <a:t>int main()</a:t>
            </a:r>
            <a:endParaRPr sz="1500">
              <a:solidFill>
                <a:schemeClr val="dk1"/>
              </a:solidFill>
              <a:latin typeface="Arial"/>
              <a:ea typeface="Arial"/>
              <a:cs typeface="Arial"/>
              <a:sym typeface="Arial"/>
            </a:endParaRPr>
          </a:p>
          <a:p>
            <a:pPr indent="0" lvl="0" marL="12700" marR="0" rtl="0" algn="l">
              <a:lnSpc>
                <a:spcPct val="100000"/>
              </a:lnSpc>
              <a:spcBef>
                <a:spcPts val="525"/>
              </a:spcBef>
              <a:spcAft>
                <a:spcPts val="0"/>
              </a:spcAft>
              <a:buNone/>
            </a:pPr>
            <a:r>
              <a:rPr lang="en-US" sz="1500">
                <a:solidFill>
                  <a:schemeClr val="dk1"/>
                </a:solidFill>
                <a:latin typeface="Arial"/>
                <a:ea typeface="Arial"/>
                <a:cs typeface="Arial"/>
                <a:sym typeface="Arial"/>
              </a:rPr>
              <a:t>{</a:t>
            </a:r>
            <a:endParaRPr sz="1500">
              <a:solidFill>
                <a:schemeClr val="dk1"/>
              </a:solidFill>
              <a:latin typeface="Arial"/>
              <a:ea typeface="Arial"/>
              <a:cs typeface="Arial"/>
              <a:sym typeface="Arial"/>
            </a:endParaRPr>
          </a:p>
          <a:p>
            <a:pPr indent="0" lvl="0" marL="228600" marR="0" rtl="0" algn="l">
              <a:lnSpc>
                <a:spcPct val="100000"/>
              </a:lnSpc>
              <a:spcBef>
                <a:spcPts val="515"/>
              </a:spcBef>
              <a:spcAft>
                <a:spcPts val="0"/>
              </a:spcAft>
              <a:buNone/>
            </a:pPr>
            <a:r>
              <a:rPr lang="en-US" sz="1500">
                <a:solidFill>
                  <a:schemeClr val="dk1"/>
                </a:solidFill>
                <a:latin typeface="Arial"/>
                <a:ea typeface="Arial"/>
                <a:cs typeface="Arial"/>
                <a:sym typeface="Arial"/>
              </a:rPr>
              <a:t>// make two process which run same</a:t>
            </a:r>
            <a:endParaRPr sz="1500">
              <a:solidFill>
                <a:schemeClr val="dk1"/>
              </a:solidFill>
              <a:latin typeface="Arial"/>
              <a:ea typeface="Arial"/>
              <a:cs typeface="Arial"/>
              <a:sym typeface="Arial"/>
            </a:endParaRPr>
          </a:p>
          <a:p>
            <a:pPr indent="0" lvl="0" marL="228600" marR="118110" rtl="0" algn="l">
              <a:lnSpc>
                <a:spcPct val="129000"/>
              </a:lnSpc>
              <a:spcBef>
                <a:spcPts val="5"/>
              </a:spcBef>
              <a:spcAft>
                <a:spcPts val="0"/>
              </a:spcAft>
              <a:buNone/>
            </a:pPr>
            <a:r>
              <a:rPr lang="en-US" sz="1500">
                <a:solidFill>
                  <a:schemeClr val="dk1"/>
                </a:solidFill>
                <a:latin typeface="Arial"/>
                <a:ea typeface="Arial"/>
                <a:cs typeface="Arial"/>
                <a:sym typeface="Arial"/>
              </a:rPr>
              <a:t>// program running fork() instruction  fork();</a:t>
            </a:r>
            <a:endParaRPr sz="1500">
              <a:solidFill>
                <a:schemeClr val="dk1"/>
              </a:solidFill>
              <a:latin typeface="Arial"/>
              <a:ea typeface="Arial"/>
              <a:cs typeface="Arial"/>
              <a:sym typeface="Arial"/>
            </a:endParaRPr>
          </a:p>
          <a:p>
            <a:pPr indent="0" lvl="0" marL="0" marR="0" rtl="0" algn="l">
              <a:lnSpc>
                <a:spcPct val="100000"/>
              </a:lnSpc>
              <a:spcBef>
                <a:spcPts val="25"/>
              </a:spcBef>
              <a:spcAft>
                <a:spcPts val="0"/>
              </a:spcAft>
              <a:buNone/>
            </a:pPr>
            <a:r>
              <a:t/>
            </a:r>
            <a:endParaRPr sz="2000">
              <a:solidFill>
                <a:schemeClr val="dk1"/>
              </a:solidFill>
              <a:latin typeface="Arial"/>
              <a:ea typeface="Arial"/>
              <a:cs typeface="Arial"/>
              <a:sym typeface="Arial"/>
            </a:endParaRPr>
          </a:p>
          <a:p>
            <a:pPr indent="0" lvl="0" marL="228600" marR="1227455" rtl="0" algn="l">
              <a:lnSpc>
                <a:spcPct val="129000"/>
              </a:lnSpc>
              <a:spcBef>
                <a:spcPts val="0"/>
              </a:spcBef>
              <a:spcAft>
                <a:spcPts val="0"/>
              </a:spcAft>
              <a:buNone/>
            </a:pPr>
            <a:r>
              <a:rPr lang="en-US" sz="1500">
                <a:solidFill>
                  <a:schemeClr val="dk1"/>
                </a:solidFill>
                <a:latin typeface="Arial"/>
                <a:ea typeface="Arial"/>
                <a:cs typeface="Arial"/>
                <a:sym typeface="Arial"/>
              </a:rPr>
              <a:t>printf("Hello world!\n");  return 0;</a:t>
            </a:r>
            <a:endParaRPr sz="1500">
              <a:solidFill>
                <a:schemeClr val="dk1"/>
              </a:solidFill>
              <a:latin typeface="Arial"/>
              <a:ea typeface="Arial"/>
              <a:cs typeface="Arial"/>
              <a:sym typeface="Arial"/>
            </a:endParaRPr>
          </a:p>
          <a:p>
            <a:pPr indent="0" lvl="0" marL="12700" marR="0" rtl="0" algn="l">
              <a:lnSpc>
                <a:spcPct val="100000"/>
              </a:lnSpc>
              <a:spcBef>
                <a:spcPts val="530"/>
              </a:spcBef>
              <a:spcAft>
                <a:spcPts val="0"/>
              </a:spcAft>
              <a:buNone/>
            </a:pPr>
            <a:r>
              <a:rPr lang="en-US" sz="1500">
                <a:solidFill>
                  <a:schemeClr val="dk1"/>
                </a:solidFill>
                <a:latin typeface="Arial"/>
                <a:ea typeface="Arial"/>
                <a:cs typeface="Arial"/>
                <a:sym typeface="Arial"/>
              </a:rPr>
              <a:t>}</a:t>
            </a:r>
            <a:endParaRPr sz="1500">
              <a:solidFill>
                <a:schemeClr val="dk1"/>
              </a:solidFill>
              <a:latin typeface="Arial"/>
              <a:ea typeface="Arial"/>
              <a:cs typeface="Arial"/>
              <a:sym typeface="Arial"/>
            </a:endParaRPr>
          </a:p>
          <a:p>
            <a:pPr indent="0" lvl="0" marL="0" marR="0" rtl="0" algn="l">
              <a:lnSpc>
                <a:spcPct val="100000"/>
              </a:lnSpc>
              <a:spcBef>
                <a:spcPts val="25"/>
              </a:spcBef>
              <a:spcAft>
                <a:spcPts val="0"/>
              </a:spcAft>
              <a:buNone/>
            </a:pPr>
            <a:r>
              <a:t/>
            </a:r>
            <a:endParaRPr sz="245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1500">
                <a:solidFill>
                  <a:srgbClr val="FF0000"/>
                </a:solidFill>
                <a:latin typeface="Arial"/>
                <a:ea typeface="Arial"/>
                <a:cs typeface="Arial"/>
                <a:sym typeface="Arial"/>
              </a:rPr>
              <a:t>Output?</a:t>
            </a:r>
            <a:endParaRPr sz="1500">
              <a:solidFill>
                <a:schemeClr val="dk1"/>
              </a:solidFill>
              <a:latin typeface="Arial"/>
              <a:ea typeface="Arial"/>
              <a:cs typeface="Arial"/>
              <a:sym typeface="Arial"/>
            </a:endParaRPr>
          </a:p>
          <a:p>
            <a:pPr indent="0" lvl="0" marL="0" marR="0" rtl="0" algn="l">
              <a:lnSpc>
                <a:spcPct val="100000"/>
              </a:lnSpc>
              <a:spcBef>
                <a:spcPts val="15"/>
              </a:spcBef>
              <a:spcAft>
                <a:spcPts val="0"/>
              </a:spcAft>
              <a:buNone/>
            </a:pPr>
            <a:r>
              <a:t/>
            </a:r>
            <a:endParaRPr sz="2000">
              <a:solidFill>
                <a:schemeClr val="dk1"/>
              </a:solidFill>
              <a:latin typeface="Arial"/>
              <a:ea typeface="Arial"/>
              <a:cs typeface="Arial"/>
              <a:sym typeface="Arial"/>
            </a:endParaRPr>
          </a:p>
          <a:p>
            <a:pPr indent="0" lvl="0" marL="12700" marR="2359025" rtl="0" algn="l">
              <a:lnSpc>
                <a:spcPct val="129000"/>
              </a:lnSpc>
              <a:spcBef>
                <a:spcPts val="0"/>
              </a:spcBef>
              <a:spcAft>
                <a:spcPts val="0"/>
              </a:spcAft>
              <a:buNone/>
            </a:pPr>
            <a:r>
              <a:rPr lang="en-US" sz="1500">
                <a:solidFill>
                  <a:srgbClr val="FF0000"/>
                </a:solidFill>
                <a:latin typeface="Arial"/>
                <a:ea typeface="Arial"/>
                <a:cs typeface="Arial"/>
                <a:sym typeface="Arial"/>
              </a:rPr>
              <a:t>Hello world!  Hello world!</a:t>
            </a:r>
            <a:endParaRPr sz="1500">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46"/>
          <p:cNvSpPr txBox="1"/>
          <p:nvPr>
            <p:ph type="title"/>
          </p:nvPr>
        </p:nvSpPr>
        <p:spPr>
          <a:xfrm>
            <a:off x="1928880" y="441461"/>
            <a:ext cx="6204585"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Example of fork() system call</a:t>
            </a:r>
            <a:endParaRPr sz="3500">
              <a:latin typeface="Arial"/>
              <a:ea typeface="Arial"/>
              <a:cs typeface="Arial"/>
              <a:sym typeface="Arial"/>
            </a:endParaRPr>
          </a:p>
        </p:txBody>
      </p:sp>
      <p:sp>
        <p:nvSpPr>
          <p:cNvPr id="783" name="Google Shape;783;p46"/>
          <p:cNvSpPr txBox="1"/>
          <p:nvPr/>
        </p:nvSpPr>
        <p:spPr>
          <a:xfrm>
            <a:off x="790448" y="1208938"/>
            <a:ext cx="2174875" cy="3529329"/>
          </a:xfrm>
          <a:prstGeom prst="rect">
            <a:avLst/>
          </a:prstGeom>
          <a:noFill/>
          <a:ln>
            <a:noFill/>
          </a:ln>
        </p:spPr>
        <p:txBody>
          <a:bodyPr anchorCtr="0" anchor="t" bIns="0" lIns="0" spcFirstLastPara="1" rIns="0" wrap="square" tIns="11425">
            <a:spAutoFit/>
          </a:bodyPr>
          <a:lstStyle/>
          <a:p>
            <a:pPr indent="0" lvl="0" marL="12700" marR="177165" rtl="0" algn="l">
              <a:lnSpc>
                <a:spcPct val="139000"/>
              </a:lnSpc>
              <a:spcBef>
                <a:spcPts val="0"/>
              </a:spcBef>
              <a:spcAft>
                <a:spcPts val="0"/>
              </a:spcAft>
              <a:buNone/>
            </a:pPr>
            <a:r>
              <a:rPr lang="en-US" sz="1500">
                <a:solidFill>
                  <a:schemeClr val="dk1"/>
                </a:solidFill>
                <a:latin typeface="Arial"/>
                <a:ea typeface="Arial"/>
                <a:cs typeface="Arial"/>
                <a:sym typeface="Arial"/>
              </a:rPr>
              <a:t>#include &lt;stdio.h&gt;  #include &lt;sys/types.h&gt;  #include &lt;unistd.h&gt;</a:t>
            </a:r>
            <a:endParaRPr sz="1500">
              <a:solidFill>
                <a:schemeClr val="dk1"/>
              </a:solidFill>
              <a:latin typeface="Arial"/>
              <a:ea typeface="Arial"/>
              <a:cs typeface="Arial"/>
              <a:sym typeface="Arial"/>
            </a:endParaRPr>
          </a:p>
          <a:p>
            <a:pPr indent="0" lvl="0" marL="12700" marR="0" rtl="0" algn="l">
              <a:lnSpc>
                <a:spcPct val="100000"/>
              </a:lnSpc>
              <a:spcBef>
                <a:spcPts val="710"/>
              </a:spcBef>
              <a:spcAft>
                <a:spcPts val="0"/>
              </a:spcAft>
              <a:buNone/>
            </a:pPr>
            <a:r>
              <a:rPr lang="en-US" sz="1500">
                <a:solidFill>
                  <a:schemeClr val="dk1"/>
                </a:solidFill>
                <a:latin typeface="Arial"/>
                <a:ea typeface="Arial"/>
                <a:cs typeface="Arial"/>
                <a:sym typeface="Arial"/>
              </a:rPr>
              <a:t>int main()</a:t>
            </a:r>
            <a:endParaRPr sz="1500">
              <a:solidFill>
                <a:schemeClr val="dk1"/>
              </a:solidFill>
              <a:latin typeface="Arial"/>
              <a:ea typeface="Arial"/>
              <a:cs typeface="Arial"/>
              <a:sym typeface="Arial"/>
            </a:endParaRPr>
          </a:p>
          <a:p>
            <a:pPr indent="0" lvl="0" marL="12700" marR="0" rtl="0" algn="l">
              <a:lnSpc>
                <a:spcPct val="100000"/>
              </a:lnSpc>
              <a:spcBef>
                <a:spcPts val="710"/>
              </a:spcBef>
              <a:spcAft>
                <a:spcPts val="0"/>
              </a:spcAft>
              <a:buNone/>
            </a:pPr>
            <a:r>
              <a:rPr lang="en-US" sz="1500">
                <a:solidFill>
                  <a:schemeClr val="dk1"/>
                </a:solidFill>
                <a:latin typeface="Arial"/>
                <a:ea typeface="Arial"/>
                <a:cs typeface="Arial"/>
                <a:sym typeface="Arial"/>
              </a:rPr>
              <a:t>{</a:t>
            </a:r>
            <a:endParaRPr sz="1500">
              <a:solidFill>
                <a:schemeClr val="dk1"/>
              </a:solidFill>
              <a:latin typeface="Arial"/>
              <a:ea typeface="Arial"/>
              <a:cs typeface="Arial"/>
              <a:sym typeface="Arial"/>
            </a:endParaRPr>
          </a:p>
          <a:p>
            <a:pPr indent="0" lvl="0" marL="228600" marR="0" rtl="0" algn="l">
              <a:lnSpc>
                <a:spcPct val="100000"/>
              </a:lnSpc>
              <a:spcBef>
                <a:spcPts val="705"/>
              </a:spcBef>
              <a:spcAft>
                <a:spcPts val="0"/>
              </a:spcAft>
              <a:buNone/>
            </a:pPr>
            <a:r>
              <a:rPr lang="en-US" sz="1500">
                <a:solidFill>
                  <a:schemeClr val="dk1"/>
                </a:solidFill>
                <a:latin typeface="Arial"/>
                <a:ea typeface="Arial"/>
                <a:cs typeface="Arial"/>
                <a:sym typeface="Arial"/>
              </a:rPr>
              <a:t>fork();</a:t>
            </a:r>
            <a:endParaRPr sz="1500">
              <a:solidFill>
                <a:schemeClr val="dk1"/>
              </a:solidFill>
              <a:latin typeface="Arial"/>
              <a:ea typeface="Arial"/>
              <a:cs typeface="Arial"/>
              <a:sym typeface="Arial"/>
            </a:endParaRPr>
          </a:p>
          <a:p>
            <a:pPr indent="0" lvl="0" marL="228600" marR="0" rtl="0" algn="l">
              <a:lnSpc>
                <a:spcPct val="100000"/>
              </a:lnSpc>
              <a:spcBef>
                <a:spcPts val="710"/>
              </a:spcBef>
              <a:spcAft>
                <a:spcPts val="0"/>
              </a:spcAft>
              <a:buNone/>
            </a:pPr>
            <a:r>
              <a:rPr lang="en-US" sz="1500">
                <a:solidFill>
                  <a:schemeClr val="dk1"/>
                </a:solidFill>
                <a:latin typeface="Arial"/>
                <a:ea typeface="Arial"/>
                <a:cs typeface="Arial"/>
                <a:sym typeface="Arial"/>
              </a:rPr>
              <a:t>fork();</a:t>
            </a:r>
            <a:endParaRPr sz="1500">
              <a:solidFill>
                <a:schemeClr val="dk1"/>
              </a:solidFill>
              <a:latin typeface="Arial"/>
              <a:ea typeface="Arial"/>
              <a:cs typeface="Arial"/>
              <a:sym typeface="Arial"/>
            </a:endParaRPr>
          </a:p>
          <a:p>
            <a:pPr indent="0" lvl="0" marL="0" marR="0" rtl="0" algn="l">
              <a:lnSpc>
                <a:spcPct val="100000"/>
              </a:lnSpc>
              <a:spcBef>
                <a:spcPts val="35"/>
              </a:spcBef>
              <a:spcAft>
                <a:spcPts val="0"/>
              </a:spcAft>
              <a:buNone/>
            </a:pPr>
            <a:r>
              <a:t/>
            </a:r>
            <a:endParaRPr sz="2150">
              <a:solidFill>
                <a:schemeClr val="dk1"/>
              </a:solidFill>
              <a:latin typeface="Arial"/>
              <a:ea typeface="Arial"/>
              <a:cs typeface="Arial"/>
              <a:sym typeface="Arial"/>
            </a:endParaRPr>
          </a:p>
          <a:p>
            <a:pPr indent="0" lvl="0" marL="228600" marR="5080" rtl="0" algn="l">
              <a:lnSpc>
                <a:spcPct val="139000"/>
              </a:lnSpc>
              <a:spcBef>
                <a:spcPts val="0"/>
              </a:spcBef>
              <a:spcAft>
                <a:spcPts val="0"/>
              </a:spcAft>
              <a:buNone/>
            </a:pPr>
            <a:r>
              <a:rPr lang="en-US" sz="1500">
                <a:solidFill>
                  <a:schemeClr val="dk1"/>
                </a:solidFill>
                <a:latin typeface="Arial"/>
                <a:ea typeface="Arial"/>
                <a:cs typeface="Arial"/>
                <a:sym typeface="Arial"/>
              </a:rPr>
              <a:t>printf("Hello world!\n");  return 0;</a:t>
            </a:r>
            <a:endParaRPr sz="1500">
              <a:solidFill>
                <a:schemeClr val="dk1"/>
              </a:solidFill>
              <a:latin typeface="Arial"/>
              <a:ea typeface="Arial"/>
              <a:cs typeface="Arial"/>
              <a:sym typeface="Arial"/>
            </a:endParaRPr>
          </a:p>
          <a:p>
            <a:pPr indent="0" lvl="0" marL="12700" marR="0" rtl="0" algn="l">
              <a:lnSpc>
                <a:spcPct val="100000"/>
              </a:lnSpc>
              <a:spcBef>
                <a:spcPts val="710"/>
              </a:spcBef>
              <a:spcAft>
                <a:spcPts val="0"/>
              </a:spcAft>
              <a:buNone/>
            </a:pPr>
            <a:r>
              <a:rPr lang="en-US" sz="1500">
                <a:solidFill>
                  <a:schemeClr val="dk1"/>
                </a:solidFill>
                <a:latin typeface="Arial"/>
                <a:ea typeface="Arial"/>
                <a:cs typeface="Arial"/>
                <a:sym typeface="Arial"/>
              </a:rPr>
              <a:t>}</a:t>
            </a:r>
            <a:endParaRPr sz="15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47"/>
          <p:cNvSpPr txBox="1"/>
          <p:nvPr>
            <p:ph type="title"/>
          </p:nvPr>
        </p:nvSpPr>
        <p:spPr>
          <a:xfrm>
            <a:off x="3279156" y="441461"/>
            <a:ext cx="3500754"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Exercise – fork()</a:t>
            </a:r>
            <a:endParaRPr sz="3500">
              <a:latin typeface="Arial"/>
              <a:ea typeface="Arial"/>
              <a:cs typeface="Arial"/>
              <a:sym typeface="Arial"/>
            </a:endParaRPr>
          </a:p>
        </p:txBody>
      </p:sp>
      <p:sp>
        <p:nvSpPr>
          <p:cNvPr id="789" name="Google Shape;789;p47"/>
          <p:cNvSpPr txBox="1"/>
          <p:nvPr/>
        </p:nvSpPr>
        <p:spPr>
          <a:xfrm>
            <a:off x="974840" y="1387831"/>
            <a:ext cx="5506720" cy="4576445"/>
          </a:xfrm>
          <a:prstGeom prst="rect">
            <a:avLst/>
          </a:prstGeom>
          <a:noFill/>
          <a:ln>
            <a:noFill/>
          </a:ln>
        </p:spPr>
        <p:txBody>
          <a:bodyPr anchorCtr="0" anchor="t" bIns="0" lIns="0" spcFirstLastPara="1" rIns="0" wrap="square" tIns="12700">
            <a:spAutoFit/>
          </a:bodyPr>
          <a:lstStyle/>
          <a:p>
            <a:pPr indent="0" lvl="0" marL="12700" marR="2927350" rtl="0" algn="l">
              <a:lnSpc>
                <a:spcPct val="139000"/>
              </a:lnSpc>
              <a:spcBef>
                <a:spcPts val="0"/>
              </a:spcBef>
              <a:spcAft>
                <a:spcPts val="0"/>
              </a:spcAft>
              <a:buNone/>
            </a:pPr>
            <a:r>
              <a:rPr lang="en-US" sz="1950">
                <a:solidFill>
                  <a:schemeClr val="dk1"/>
                </a:solidFill>
                <a:latin typeface="Arial"/>
                <a:ea typeface="Arial"/>
                <a:cs typeface="Arial"/>
                <a:sym typeface="Arial"/>
              </a:rPr>
              <a:t>#include &lt;stdio.h&gt;  #include &lt;sys/types.h&gt;  int main()</a:t>
            </a:r>
            <a:endParaRPr sz="1950">
              <a:solidFill>
                <a:schemeClr val="dk1"/>
              </a:solidFill>
              <a:latin typeface="Arial"/>
              <a:ea typeface="Arial"/>
              <a:cs typeface="Arial"/>
              <a:sym typeface="Arial"/>
            </a:endParaRPr>
          </a:p>
          <a:p>
            <a:pPr indent="0" lvl="0" marL="12700" marR="0" rtl="0" algn="l">
              <a:lnSpc>
                <a:spcPct val="100000"/>
              </a:lnSpc>
              <a:spcBef>
                <a:spcPts val="910"/>
              </a:spcBef>
              <a:spcAft>
                <a:spcPts val="0"/>
              </a:spcAft>
              <a:buNone/>
            </a:pPr>
            <a:r>
              <a:rPr lang="en-US" sz="1950">
                <a:solidFill>
                  <a:schemeClr val="dk1"/>
                </a:solidFill>
                <a:latin typeface="Arial"/>
                <a:ea typeface="Arial"/>
                <a:cs typeface="Arial"/>
                <a:sym typeface="Arial"/>
              </a:rPr>
              <a:t>{</a:t>
            </a:r>
            <a:endParaRPr sz="1950">
              <a:solidFill>
                <a:schemeClr val="dk1"/>
              </a:solidFill>
              <a:latin typeface="Arial"/>
              <a:ea typeface="Arial"/>
              <a:cs typeface="Arial"/>
              <a:sym typeface="Arial"/>
            </a:endParaRPr>
          </a:p>
          <a:p>
            <a:pPr indent="0" lvl="0" marL="291465" marR="0" rtl="0" algn="l">
              <a:lnSpc>
                <a:spcPct val="100000"/>
              </a:lnSpc>
              <a:spcBef>
                <a:spcPts val="925"/>
              </a:spcBef>
              <a:spcAft>
                <a:spcPts val="0"/>
              </a:spcAft>
              <a:buNone/>
            </a:pPr>
            <a:r>
              <a:rPr lang="en-US" sz="1950">
                <a:solidFill>
                  <a:schemeClr val="dk1"/>
                </a:solidFill>
                <a:latin typeface="Arial"/>
                <a:ea typeface="Arial"/>
                <a:cs typeface="Arial"/>
                <a:sym typeface="Arial"/>
              </a:rPr>
              <a:t>fork();</a:t>
            </a:r>
            <a:endParaRPr sz="1950">
              <a:solidFill>
                <a:schemeClr val="dk1"/>
              </a:solidFill>
              <a:latin typeface="Arial"/>
              <a:ea typeface="Arial"/>
              <a:cs typeface="Arial"/>
              <a:sym typeface="Arial"/>
            </a:endParaRPr>
          </a:p>
          <a:p>
            <a:pPr indent="0" lvl="0" marL="291465" marR="0" rtl="0" algn="l">
              <a:lnSpc>
                <a:spcPct val="100000"/>
              </a:lnSpc>
              <a:spcBef>
                <a:spcPts val="910"/>
              </a:spcBef>
              <a:spcAft>
                <a:spcPts val="0"/>
              </a:spcAft>
              <a:buNone/>
            </a:pPr>
            <a:r>
              <a:rPr lang="en-US" sz="1950">
                <a:solidFill>
                  <a:schemeClr val="dk1"/>
                </a:solidFill>
                <a:latin typeface="Arial"/>
                <a:ea typeface="Arial"/>
                <a:cs typeface="Arial"/>
                <a:sym typeface="Arial"/>
              </a:rPr>
              <a:t>fork();</a:t>
            </a:r>
            <a:endParaRPr sz="1950">
              <a:solidFill>
                <a:schemeClr val="dk1"/>
              </a:solidFill>
              <a:latin typeface="Arial"/>
              <a:ea typeface="Arial"/>
              <a:cs typeface="Arial"/>
              <a:sym typeface="Arial"/>
            </a:endParaRPr>
          </a:p>
          <a:p>
            <a:pPr indent="0" lvl="0" marL="291465" marR="0" rtl="0" algn="l">
              <a:lnSpc>
                <a:spcPct val="100000"/>
              </a:lnSpc>
              <a:spcBef>
                <a:spcPts val="915"/>
              </a:spcBef>
              <a:spcAft>
                <a:spcPts val="0"/>
              </a:spcAft>
              <a:buNone/>
            </a:pPr>
            <a:r>
              <a:rPr lang="en-US" sz="1950">
                <a:solidFill>
                  <a:schemeClr val="dk1"/>
                </a:solidFill>
                <a:latin typeface="Arial"/>
                <a:ea typeface="Arial"/>
                <a:cs typeface="Arial"/>
                <a:sym typeface="Arial"/>
              </a:rPr>
              <a:t>fork();</a:t>
            </a:r>
            <a:endParaRPr sz="1950">
              <a:solidFill>
                <a:schemeClr val="dk1"/>
              </a:solidFill>
              <a:latin typeface="Arial"/>
              <a:ea typeface="Arial"/>
              <a:cs typeface="Arial"/>
              <a:sym typeface="Arial"/>
            </a:endParaRPr>
          </a:p>
          <a:p>
            <a:pPr indent="0" lvl="0" marL="291465" marR="3487420" rtl="0" algn="l">
              <a:lnSpc>
                <a:spcPct val="139000"/>
              </a:lnSpc>
              <a:spcBef>
                <a:spcPts val="10"/>
              </a:spcBef>
              <a:spcAft>
                <a:spcPts val="0"/>
              </a:spcAft>
              <a:buNone/>
            </a:pPr>
            <a:r>
              <a:rPr lang="en-US" sz="1950">
                <a:solidFill>
                  <a:schemeClr val="dk1"/>
                </a:solidFill>
                <a:latin typeface="Arial"/>
                <a:ea typeface="Arial"/>
                <a:cs typeface="Arial"/>
                <a:sym typeface="Arial"/>
              </a:rPr>
              <a:t>printf("hello\n");  return 0;</a:t>
            </a:r>
            <a:endParaRPr sz="1950">
              <a:solidFill>
                <a:schemeClr val="dk1"/>
              </a:solidFill>
              <a:latin typeface="Arial"/>
              <a:ea typeface="Arial"/>
              <a:cs typeface="Arial"/>
              <a:sym typeface="Arial"/>
            </a:endParaRPr>
          </a:p>
          <a:p>
            <a:pPr indent="0" lvl="0" marL="12700" marR="0" rtl="0" algn="l">
              <a:lnSpc>
                <a:spcPct val="100000"/>
              </a:lnSpc>
              <a:spcBef>
                <a:spcPts val="910"/>
              </a:spcBef>
              <a:spcAft>
                <a:spcPts val="0"/>
              </a:spcAft>
              <a:buNone/>
            </a:pPr>
            <a:r>
              <a:rPr lang="en-US" sz="1950">
                <a:solidFill>
                  <a:schemeClr val="dk1"/>
                </a:solidFill>
                <a:latin typeface="Arial"/>
                <a:ea typeface="Arial"/>
                <a:cs typeface="Arial"/>
                <a:sym typeface="Arial"/>
              </a:rPr>
              <a:t>}</a:t>
            </a:r>
            <a:endParaRPr sz="1950">
              <a:solidFill>
                <a:schemeClr val="dk1"/>
              </a:solidFill>
              <a:latin typeface="Arial"/>
              <a:ea typeface="Arial"/>
              <a:cs typeface="Arial"/>
              <a:sym typeface="Arial"/>
            </a:endParaRPr>
          </a:p>
          <a:p>
            <a:pPr indent="0" lvl="0" marL="12700" marR="0" rtl="0" algn="l">
              <a:lnSpc>
                <a:spcPct val="100000"/>
              </a:lnSpc>
              <a:spcBef>
                <a:spcPts val="925"/>
              </a:spcBef>
              <a:spcAft>
                <a:spcPts val="0"/>
              </a:spcAft>
              <a:buNone/>
            </a:pPr>
            <a:r>
              <a:rPr lang="en-US" sz="1950">
                <a:solidFill>
                  <a:srgbClr val="FF0000"/>
                </a:solidFill>
                <a:latin typeface="Arial"/>
                <a:ea typeface="Arial"/>
                <a:cs typeface="Arial"/>
                <a:sym typeface="Arial"/>
              </a:rPr>
              <a:t>Question: how many times will “hello” be printed?</a:t>
            </a:r>
            <a:endParaRPr sz="1950">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48"/>
          <p:cNvSpPr txBox="1"/>
          <p:nvPr>
            <p:ph type="title"/>
          </p:nvPr>
        </p:nvSpPr>
        <p:spPr>
          <a:xfrm>
            <a:off x="1093823" y="540561"/>
            <a:ext cx="436562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Unix Process Control</a:t>
            </a:r>
            <a:endParaRPr sz="3950"/>
          </a:p>
        </p:txBody>
      </p:sp>
      <p:sp>
        <p:nvSpPr>
          <p:cNvPr id="795" name="Google Shape;795;p48"/>
          <p:cNvSpPr txBox="1"/>
          <p:nvPr/>
        </p:nvSpPr>
        <p:spPr>
          <a:xfrm>
            <a:off x="4478556" y="1678267"/>
            <a:ext cx="4820920" cy="4820285"/>
          </a:xfrm>
          <a:prstGeom prst="rect">
            <a:avLst/>
          </a:prstGeom>
          <a:noFill/>
          <a:ln>
            <a:noFill/>
          </a:ln>
        </p:spPr>
        <p:txBody>
          <a:bodyPr anchorCtr="0" anchor="t" bIns="0" lIns="0" spcFirstLastPara="1" rIns="0" wrap="square" tIns="29200">
            <a:spAutoFit/>
          </a:bodyPr>
          <a:lstStyle/>
          <a:p>
            <a:pPr indent="-300355" lvl="0" marL="312420" marR="0" rtl="0" algn="just">
              <a:lnSpc>
                <a:spcPct val="100000"/>
              </a:lnSpc>
              <a:spcBef>
                <a:spcPts val="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Minimal checking for error conditions</a:t>
            </a:r>
            <a:endParaRPr sz="2200">
              <a:solidFill>
                <a:schemeClr val="dk1"/>
              </a:solidFill>
              <a:latin typeface="Times New Roman"/>
              <a:ea typeface="Times New Roman"/>
              <a:cs typeface="Times New Roman"/>
              <a:sym typeface="Times New Roman"/>
            </a:endParaRPr>
          </a:p>
          <a:p>
            <a:pPr indent="-300355" lvl="0" marL="312420" marR="5080" rtl="0" algn="just">
              <a:lnSpc>
                <a:spcPct val="80000"/>
              </a:lnSpc>
              <a:spcBef>
                <a:spcPts val="66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Potential for confusion about open files and  which program is writing to a file</a:t>
            </a:r>
            <a:endParaRPr sz="2200">
              <a:solidFill>
                <a:schemeClr val="dk1"/>
              </a:solidFill>
              <a:latin typeface="Times New Roman"/>
              <a:ea typeface="Times New Roman"/>
              <a:cs typeface="Times New Roman"/>
              <a:sym typeface="Times New Roman"/>
            </a:endParaRPr>
          </a:p>
          <a:p>
            <a:pPr indent="-300355" lvl="0" marL="312420" marR="7620" rtl="0" algn="just">
              <a:lnSpc>
                <a:spcPct val="80000"/>
              </a:lnSpc>
              <a:spcBef>
                <a:spcPts val="66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The new process created by the </a:t>
            </a:r>
            <a:r>
              <a:rPr b="1" lang="en-US" sz="2200">
                <a:solidFill>
                  <a:schemeClr val="dk1"/>
                </a:solidFill>
                <a:latin typeface="Times New Roman"/>
                <a:ea typeface="Times New Roman"/>
                <a:cs typeface="Times New Roman"/>
                <a:sym typeface="Times New Roman"/>
              </a:rPr>
              <a:t>fork </a:t>
            </a:r>
            <a:r>
              <a:rPr lang="en-US" sz="2200">
                <a:solidFill>
                  <a:schemeClr val="dk1"/>
                </a:solidFill>
                <a:latin typeface="Times New Roman"/>
                <a:ea typeface="Times New Roman"/>
                <a:cs typeface="Times New Roman"/>
                <a:sym typeface="Times New Roman"/>
              </a:rPr>
              <a:t>or  </a:t>
            </a:r>
            <a:r>
              <a:rPr b="1" lang="en-US" sz="2200">
                <a:solidFill>
                  <a:schemeClr val="dk1"/>
                </a:solidFill>
                <a:latin typeface="Times New Roman"/>
                <a:ea typeface="Times New Roman"/>
                <a:cs typeface="Times New Roman"/>
                <a:sym typeface="Times New Roman"/>
              </a:rPr>
              <a:t>exec </a:t>
            </a:r>
            <a:r>
              <a:rPr lang="en-US" sz="2200">
                <a:solidFill>
                  <a:schemeClr val="dk1"/>
                </a:solidFill>
                <a:latin typeface="Times New Roman"/>
                <a:ea typeface="Times New Roman"/>
                <a:cs typeface="Times New Roman"/>
                <a:sym typeface="Times New Roman"/>
              </a:rPr>
              <a:t>has the three standard files that are  automatically opened: </a:t>
            </a:r>
            <a:r>
              <a:rPr b="1" lang="en-US" sz="2200">
                <a:solidFill>
                  <a:schemeClr val="dk1"/>
                </a:solidFill>
                <a:latin typeface="Times New Roman"/>
                <a:ea typeface="Times New Roman"/>
                <a:cs typeface="Times New Roman"/>
                <a:sym typeface="Times New Roman"/>
              </a:rPr>
              <a:t>stdin</a:t>
            </a:r>
            <a:r>
              <a:rPr lang="en-US" sz="2200">
                <a:solidFill>
                  <a:schemeClr val="dk1"/>
                </a:solidFill>
                <a:latin typeface="Times New Roman"/>
                <a:ea typeface="Times New Roman"/>
                <a:cs typeface="Times New Roman"/>
                <a:sym typeface="Times New Roman"/>
              </a:rPr>
              <a:t>, </a:t>
            </a:r>
            <a:r>
              <a:rPr b="1" lang="en-US" sz="2200">
                <a:solidFill>
                  <a:schemeClr val="dk1"/>
                </a:solidFill>
                <a:latin typeface="Times New Roman"/>
                <a:ea typeface="Times New Roman"/>
                <a:cs typeface="Times New Roman"/>
                <a:sym typeface="Times New Roman"/>
              </a:rPr>
              <a:t>stdout</a:t>
            </a:r>
            <a:r>
              <a:rPr lang="en-US" sz="2200">
                <a:solidFill>
                  <a:schemeClr val="dk1"/>
                </a:solidFill>
                <a:latin typeface="Times New Roman"/>
                <a:ea typeface="Times New Roman"/>
                <a:cs typeface="Times New Roman"/>
                <a:sym typeface="Times New Roman"/>
              </a:rPr>
              <a:t>, and  </a:t>
            </a:r>
            <a:r>
              <a:rPr b="1" lang="en-US" sz="2200">
                <a:solidFill>
                  <a:schemeClr val="dk1"/>
                </a:solidFill>
                <a:latin typeface="Times New Roman"/>
                <a:ea typeface="Times New Roman"/>
                <a:cs typeface="Times New Roman"/>
                <a:sym typeface="Times New Roman"/>
              </a:rPr>
              <a:t>stderr.</a:t>
            </a:r>
            <a:endParaRPr sz="2200">
              <a:solidFill>
                <a:schemeClr val="dk1"/>
              </a:solidFill>
              <a:latin typeface="Times New Roman"/>
              <a:ea typeface="Times New Roman"/>
              <a:cs typeface="Times New Roman"/>
              <a:sym typeface="Times New Roman"/>
            </a:endParaRPr>
          </a:p>
          <a:p>
            <a:pPr indent="-300355" lvl="0" marL="312420" marR="5080" rtl="0" algn="just">
              <a:lnSpc>
                <a:spcPct val="95909"/>
              </a:lnSpc>
              <a:spcBef>
                <a:spcPts val="645"/>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If the parent has buffered output that should  appear before output from the child, the  buffers must be flushed before the fork</a:t>
            </a:r>
            <a:endParaRPr sz="2200">
              <a:solidFill>
                <a:schemeClr val="dk1"/>
              </a:solidFill>
              <a:latin typeface="Times New Roman"/>
              <a:ea typeface="Times New Roman"/>
              <a:cs typeface="Times New Roman"/>
              <a:sym typeface="Times New Roman"/>
            </a:endParaRPr>
          </a:p>
          <a:p>
            <a:pPr indent="-300355" lvl="0" marL="312420" marR="7620" rtl="0" algn="just">
              <a:lnSpc>
                <a:spcPct val="80000"/>
              </a:lnSpc>
              <a:spcBef>
                <a:spcPts val="685"/>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If the parent and the child processes both  read input from a stream, whatever is read  by one process will be lost to the other</a:t>
            </a:r>
            <a:endParaRPr sz="2200">
              <a:solidFill>
                <a:schemeClr val="dk1"/>
              </a:solidFill>
              <a:latin typeface="Times New Roman"/>
              <a:ea typeface="Times New Roman"/>
              <a:cs typeface="Times New Roman"/>
              <a:sym typeface="Times New Roman"/>
            </a:endParaRPr>
          </a:p>
          <a:p>
            <a:pPr indent="-300355" lvl="0" marL="312420" marR="6350" rtl="0" algn="just">
              <a:lnSpc>
                <a:spcPct val="80000"/>
              </a:lnSpc>
              <a:spcBef>
                <a:spcPts val="66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Once something has been delivered from  the input buffer to a process the pointer has  moved on</a:t>
            </a:r>
            <a:endParaRPr sz="2200">
              <a:solidFill>
                <a:schemeClr val="dk1"/>
              </a:solidFill>
              <a:latin typeface="Times New Roman"/>
              <a:ea typeface="Times New Roman"/>
              <a:cs typeface="Times New Roman"/>
              <a:sym typeface="Times New Roman"/>
            </a:endParaRPr>
          </a:p>
        </p:txBody>
      </p:sp>
      <p:sp>
        <p:nvSpPr>
          <p:cNvPr id="796" name="Google Shape;796;p4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48"/>
          <p:cNvSpPr txBox="1"/>
          <p:nvPr/>
        </p:nvSpPr>
        <p:spPr>
          <a:xfrm>
            <a:off x="284479" y="7061707"/>
            <a:ext cx="2552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FFFFFF"/>
                </a:solidFill>
                <a:latin typeface="Trebuchet MS"/>
                <a:ea typeface="Trebuchet MS"/>
                <a:cs typeface="Trebuchet MS"/>
                <a:sym typeface="Trebuchet MS"/>
              </a:rPr>
              <a:t>48</a:t>
            </a:r>
            <a:endParaRPr sz="1500">
              <a:solidFill>
                <a:schemeClr val="dk1"/>
              </a:solidFill>
              <a:latin typeface="Trebuchet MS"/>
              <a:ea typeface="Trebuchet MS"/>
              <a:cs typeface="Trebuchet MS"/>
              <a:sym typeface="Trebuchet MS"/>
            </a:endParaRPr>
          </a:p>
        </p:txBody>
      </p:sp>
      <p:sp>
        <p:nvSpPr>
          <p:cNvPr id="798" name="Google Shape;798;p48"/>
          <p:cNvSpPr txBox="1"/>
          <p:nvPr/>
        </p:nvSpPr>
        <p:spPr>
          <a:xfrm>
            <a:off x="839223" y="1703266"/>
            <a:ext cx="2707640" cy="1249045"/>
          </a:xfrm>
          <a:prstGeom prst="rect">
            <a:avLst/>
          </a:prstGeom>
          <a:noFill/>
          <a:ln>
            <a:noFill/>
          </a:ln>
        </p:spPr>
        <p:txBody>
          <a:bodyPr anchorCtr="0" anchor="t" bIns="0" lIns="0" spcFirstLastPara="1" rIns="0" wrap="square" tIns="12050">
            <a:spAutoFit/>
          </a:bodyPr>
          <a:lstStyle/>
          <a:p>
            <a:pPr indent="0" lvl="0" marL="12700" marR="0" rtl="0" algn="l">
              <a:lnSpc>
                <a:spcPct val="112954"/>
              </a:lnSpc>
              <a:spcBef>
                <a:spcPts val="0"/>
              </a:spcBef>
              <a:spcAft>
                <a:spcPts val="0"/>
              </a:spcAft>
              <a:buNone/>
            </a:pPr>
            <a:r>
              <a:rPr b="1" lang="en-US" sz="2200">
                <a:solidFill>
                  <a:srgbClr val="9A2D1F"/>
                </a:solidFill>
                <a:latin typeface="Courier New"/>
                <a:ea typeface="Courier New"/>
                <a:cs typeface="Courier New"/>
                <a:sym typeface="Courier New"/>
              </a:rPr>
              <a:t>int main()</a:t>
            </a:r>
            <a:endParaRPr sz="2200">
              <a:solidFill>
                <a:schemeClr val="dk1"/>
              </a:solidFill>
              <a:latin typeface="Courier New"/>
              <a:ea typeface="Courier New"/>
              <a:cs typeface="Courier New"/>
              <a:sym typeface="Courier New"/>
            </a:endParaRPr>
          </a:p>
          <a:p>
            <a:pPr indent="0" lvl="0" marL="12700" marR="0" rtl="0" algn="l">
              <a:lnSpc>
                <a:spcPct val="105909"/>
              </a:lnSpc>
              <a:spcBef>
                <a:spcPts val="0"/>
              </a:spcBef>
              <a:spcAft>
                <a:spcPts val="0"/>
              </a:spcAft>
              <a:buNone/>
            </a:pPr>
            <a:r>
              <a:rPr b="1" lang="en-US" sz="2200">
                <a:solidFill>
                  <a:srgbClr val="9A2D1F"/>
                </a:solidFill>
                <a:latin typeface="Courier New"/>
                <a:ea typeface="Courier New"/>
                <a:cs typeface="Courier New"/>
                <a:sym typeface="Courier New"/>
              </a:rPr>
              <a:t>{</a:t>
            </a:r>
            <a:endParaRPr sz="2200">
              <a:solidFill>
                <a:schemeClr val="dk1"/>
              </a:solidFill>
              <a:latin typeface="Courier New"/>
              <a:ea typeface="Courier New"/>
              <a:cs typeface="Courier New"/>
              <a:sym typeface="Courier New"/>
            </a:endParaRPr>
          </a:p>
          <a:p>
            <a:pPr indent="0" lvl="0" marL="1017905" marR="5080" rtl="0" algn="l">
              <a:lnSpc>
                <a:spcPct val="106363"/>
              </a:lnSpc>
              <a:spcBef>
                <a:spcPts val="170"/>
              </a:spcBef>
              <a:spcAft>
                <a:spcPts val="0"/>
              </a:spcAft>
              <a:buNone/>
            </a:pPr>
            <a:r>
              <a:rPr b="1" lang="en-US" sz="2200">
                <a:solidFill>
                  <a:srgbClr val="9A2D1F"/>
                </a:solidFill>
                <a:latin typeface="Courier New"/>
                <a:ea typeface="Courier New"/>
                <a:cs typeface="Courier New"/>
                <a:sym typeface="Courier New"/>
              </a:rPr>
              <a:t>int pid;  int x = 0;</a:t>
            </a:r>
            <a:endParaRPr sz="2200">
              <a:solidFill>
                <a:schemeClr val="dk1"/>
              </a:solidFill>
              <a:latin typeface="Courier New"/>
              <a:ea typeface="Courier New"/>
              <a:cs typeface="Courier New"/>
              <a:sym typeface="Courier New"/>
            </a:endParaRPr>
          </a:p>
        </p:txBody>
      </p:sp>
      <p:sp>
        <p:nvSpPr>
          <p:cNvPr id="799" name="Google Shape;799;p48"/>
          <p:cNvSpPr txBox="1"/>
          <p:nvPr/>
        </p:nvSpPr>
        <p:spPr>
          <a:xfrm>
            <a:off x="1845026" y="3183102"/>
            <a:ext cx="2371090" cy="1249045"/>
          </a:xfrm>
          <a:prstGeom prst="rect">
            <a:avLst/>
          </a:prstGeom>
          <a:noFill/>
          <a:ln>
            <a:noFill/>
          </a:ln>
        </p:spPr>
        <p:txBody>
          <a:bodyPr anchorCtr="0" anchor="t" bIns="0" lIns="0" spcFirstLastPara="1" rIns="0" wrap="square" tIns="53325">
            <a:spAutoFit/>
          </a:bodyPr>
          <a:lstStyle/>
          <a:p>
            <a:pPr indent="0" lvl="0" marL="12700" marR="674370" rtl="0" algn="l">
              <a:lnSpc>
                <a:spcPct val="106363"/>
              </a:lnSpc>
              <a:spcBef>
                <a:spcPts val="0"/>
              </a:spcBef>
              <a:spcAft>
                <a:spcPts val="0"/>
              </a:spcAft>
              <a:buNone/>
            </a:pPr>
            <a:r>
              <a:rPr b="1" lang="en-US" sz="2200">
                <a:solidFill>
                  <a:srgbClr val="9A2D1F"/>
                </a:solidFill>
                <a:latin typeface="Courier New"/>
                <a:ea typeface="Courier New"/>
                <a:cs typeface="Courier New"/>
                <a:sym typeface="Courier New"/>
              </a:rPr>
              <a:t>x = x + 1;  fork();</a:t>
            </a:r>
            <a:endParaRPr sz="2200">
              <a:solidFill>
                <a:schemeClr val="dk1"/>
              </a:solidFill>
              <a:latin typeface="Courier New"/>
              <a:ea typeface="Courier New"/>
              <a:cs typeface="Courier New"/>
              <a:sym typeface="Courier New"/>
            </a:endParaRPr>
          </a:p>
          <a:p>
            <a:pPr indent="0" lvl="0" marL="12700" marR="0" rtl="0" algn="l">
              <a:lnSpc>
                <a:spcPct val="97500"/>
              </a:lnSpc>
              <a:spcBef>
                <a:spcPts val="0"/>
              </a:spcBef>
              <a:spcAft>
                <a:spcPts val="0"/>
              </a:spcAft>
              <a:buNone/>
            </a:pPr>
            <a:r>
              <a:rPr b="1" lang="en-US" sz="2200">
                <a:solidFill>
                  <a:srgbClr val="9A2D1F"/>
                </a:solidFill>
                <a:latin typeface="Courier New"/>
                <a:ea typeface="Courier New"/>
                <a:cs typeface="Courier New"/>
                <a:sym typeface="Courier New"/>
              </a:rPr>
              <a:t>x = 3;</a:t>
            </a:r>
            <a:endParaRPr sz="2200">
              <a:solidFill>
                <a:schemeClr val="dk1"/>
              </a:solidFill>
              <a:latin typeface="Courier New"/>
              <a:ea typeface="Courier New"/>
              <a:cs typeface="Courier New"/>
              <a:sym typeface="Courier New"/>
            </a:endParaRPr>
          </a:p>
          <a:p>
            <a:pPr indent="0" lvl="0" marL="12700" marR="0" rtl="0" algn="l">
              <a:lnSpc>
                <a:spcPct val="112954"/>
              </a:lnSpc>
              <a:spcBef>
                <a:spcPts val="0"/>
              </a:spcBef>
              <a:spcAft>
                <a:spcPts val="0"/>
              </a:spcAft>
              <a:buNone/>
            </a:pPr>
            <a:r>
              <a:rPr b="1" lang="en-US" sz="2200">
                <a:solidFill>
                  <a:srgbClr val="9A2D1F"/>
                </a:solidFill>
                <a:latin typeface="Courier New"/>
                <a:ea typeface="Courier New"/>
                <a:cs typeface="Courier New"/>
                <a:sym typeface="Courier New"/>
              </a:rPr>
              <a:t>printf(“%d”,x)</a:t>
            </a:r>
            <a:endParaRPr sz="2200">
              <a:solidFill>
                <a:schemeClr val="dk1"/>
              </a:solidFill>
              <a:latin typeface="Courier New"/>
              <a:ea typeface="Courier New"/>
              <a:cs typeface="Courier New"/>
              <a:sym typeface="Courier New"/>
            </a:endParaRPr>
          </a:p>
        </p:txBody>
      </p:sp>
      <p:sp>
        <p:nvSpPr>
          <p:cNvPr id="800" name="Google Shape;800;p48"/>
          <p:cNvSpPr txBox="1"/>
          <p:nvPr/>
        </p:nvSpPr>
        <p:spPr>
          <a:xfrm>
            <a:off x="839223" y="4339789"/>
            <a:ext cx="193040" cy="657860"/>
          </a:xfrm>
          <a:prstGeom prst="rect">
            <a:avLst/>
          </a:prstGeom>
          <a:noFill/>
          <a:ln>
            <a:noFill/>
          </a:ln>
        </p:spPr>
        <p:txBody>
          <a:bodyPr anchorCtr="0" anchor="t" bIns="0" lIns="0" spcFirstLastPara="1" rIns="0" wrap="square" tIns="12050">
            <a:spAutoFit/>
          </a:bodyPr>
          <a:lstStyle/>
          <a:p>
            <a:pPr indent="0" lvl="0" marL="12700" marR="0" rtl="0" algn="l">
              <a:lnSpc>
                <a:spcPct val="113181"/>
              </a:lnSpc>
              <a:spcBef>
                <a:spcPts val="0"/>
              </a:spcBef>
              <a:spcAft>
                <a:spcPts val="0"/>
              </a:spcAft>
              <a:buNone/>
            </a:pPr>
            <a:r>
              <a:rPr b="1" lang="en-US" sz="2200">
                <a:solidFill>
                  <a:srgbClr val="9A2D1F"/>
                </a:solidFill>
                <a:latin typeface="Courier New"/>
                <a:ea typeface="Courier New"/>
                <a:cs typeface="Courier New"/>
                <a:sym typeface="Courier New"/>
              </a:rPr>
              <a:t>;</a:t>
            </a:r>
            <a:endParaRPr sz="2200">
              <a:solidFill>
                <a:schemeClr val="dk1"/>
              </a:solidFill>
              <a:latin typeface="Courier New"/>
              <a:ea typeface="Courier New"/>
              <a:cs typeface="Courier New"/>
              <a:sym typeface="Courier New"/>
            </a:endParaRPr>
          </a:p>
          <a:p>
            <a:pPr indent="0" lvl="0" marL="12700" marR="0" rtl="0" algn="l">
              <a:lnSpc>
                <a:spcPct val="113181"/>
              </a:lnSpc>
              <a:spcBef>
                <a:spcPts val="0"/>
              </a:spcBef>
              <a:spcAft>
                <a:spcPts val="0"/>
              </a:spcAft>
              <a:buNone/>
            </a:pPr>
            <a:r>
              <a:rPr b="1" lang="en-US" sz="2200">
                <a:solidFill>
                  <a:srgbClr val="9A2D1F"/>
                </a:solidFill>
                <a:latin typeface="Courier New"/>
                <a:ea typeface="Courier New"/>
                <a:cs typeface="Courier New"/>
                <a:sym typeface="Courier New"/>
              </a:rPr>
              <a:t>}</a:t>
            </a:r>
            <a:endParaRPr sz="2200">
              <a:solidFill>
                <a:schemeClr val="dk1"/>
              </a:solidFill>
              <a:latin typeface="Courier New"/>
              <a:ea typeface="Courier New"/>
              <a:cs typeface="Courier New"/>
              <a:sym typeface="Courier New"/>
            </a:endParaRPr>
          </a:p>
        </p:txBody>
      </p:sp>
      <p:sp>
        <p:nvSpPr>
          <p:cNvPr id="801" name="Google Shape;801;p48"/>
          <p:cNvSpPr txBox="1"/>
          <p:nvPr/>
        </p:nvSpPr>
        <p:spPr>
          <a:xfrm>
            <a:off x="1093724" y="7020572"/>
            <a:ext cx="25031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696464"/>
                </a:solidFill>
                <a:latin typeface="Arial"/>
                <a:ea typeface="Arial"/>
                <a:cs typeface="Arial"/>
                <a:sym typeface="Arial"/>
              </a:rPr>
              <a:t>CS-2006 Operating Systems</a:t>
            </a:r>
            <a:endParaRPr sz="1500">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49"/>
          <p:cNvSpPr txBox="1"/>
          <p:nvPr>
            <p:ph type="title"/>
          </p:nvPr>
        </p:nvSpPr>
        <p:spPr>
          <a:xfrm>
            <a:off x="1093815" y="153441"/>
            <a:ext cx="6705600" cy="1097915"/>
          </a:xfrm>
          <a:prstGeom prst="rect">
            <a:avLst/>
          </a:prstGeom>
          <a:noFill/>
          <a:ln>
            <a:noFill/>
          </a:ln>
        </p:spPr>
        <p:txBody>
          <a:bodyPr anchorCtr="0" anchor="t" bIns="0" lIns="0" spcFirstLastPara="1" rIns="0" wrap="square" tIns="11425">
            <a:spAutoFit/>
          </a:bodyPr>
          <a:lstStyle/>
          <a:p>
            <a:pPr indent="0" lvl="0" marL="12700" marR="5080" rtl="0" algn="l">
              <a:lnSpc>
                <a:spcPct val="101000"/>
              </a:lnSpc>
              <a:spcBef>
                <a:spcPts val="0"/>
              </a:spcBef>
              <a:spcAft>
                <a:spcPts val="0"/>
              </a:spcAft>
              <a:buNone/>
            </a:pPr>
            <a:r>
              <a:rPr lang="en-US" sz="3500"/>
              <a:t>But we want the child process to do  something else…</a:t>
            </a:r>
            <a:endParaRPr sz="3500"/>
          </a:p>
        </p:txBody>
      </p:sp>
      <p:sp>
        <p:nvSpPr>
          <p:cNvPr id="807" name="Google Shape;807;p4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49"/>
          <p:cNvSpPr txBox="1"/>
          <p:nvPr/>
        </p:nvSpPr>
        <p:spPr>
          <a:xfrm>
            <a:off x="284479" y="7061707"/>
            <a:ext cx="2552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FFFFFF"/>
                </a:solidFill>
                <a:latin typeface="Trebuchet MS"/>
                <a:ea typeface="Trebuchet MS"/>
                <a:cs typeface="Trebuchet MS"/>
                <a:sym typeface="Trebuchet MS"/>
              </a:rPr>
              <a:t>49</a:t>
            </a:r>
            <a:endParaRPr sz="1500">
              <a:solidFill>
                <a:schemeClr val="dk1"/>
              </a:solidFill>
              <a:latin typeface="Trebuchet MS"/>
              <a:ea typeface="Trebuchet MS"/>
              <a:cs typeface="Trebuchet MS"/>
              <a:sym typeface="Trebuchet MS"/>
            </a:endParaRPr>
          </a:p>
        </p:txBody>
      </p:sp>
      <p:sp>
        <p:nvSpPr>
          <p:cNvPr id="809" name="Google Shape;809;p49"/>
          <p:cNvSpPr/>
          <p:nvPr/>
        </p:nvSpPr>
        <p:spPr>
          <a:xfrm>
            <a:off x="419100" y="2712719"/>
            <a:ext cx="5532120" cy="4453255"/>
          </a:xfrm>
          <a:custGeom>
            <a:rect b="b" l="l" r="r" t="t"/>
            <a:pathLst>
              <a:path extrusionOk="0" h="4453255" w="5532120">
                <a:moveTo>
                  <a:pt x="5532107" y="0"/>
                </a:moveTo>
                <a:lnTo>
                  <a:pt x="0" y="0"/>
                </a:lnTo>
                <a:lnTo>
                  <a:pt x="0" y="531876"/>
                </a:lnTo>
                <a:lnTo>
                  <a:pt x="0" y="4453140"/>
                </a:lnTo>
                <a:lnTo>
                  <a:pt x="5532107" y="4453140"/>
                </a:lnTo>
                <a:lnTo>
                  <a:pt x="5532107" y="531876"/>
                </a:lnTo>
                <a:lnTo>
                  <a:pt x="5532107"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49"/>
          <p:cNvSpPr txBox="1"/>
          <p:nvPr/>
        </p:nvSpPr>
        <p:spPr>
          <a:xfrm>
            <a:off x="506919" y="2649733"/>
            <a:ext cx="1631950" cy="42799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650">
                <a:solidFill>
                  <a:srgbClr val="9A2D1F"/>
                </a:solidFill>
                <a:latin typeface="Courier New"/>
                <a:ea typeface="Courier New"/>
                <a:cs typeface="Courier New"/>
                <a:sym typeface="Courier New"/>
              </a:rPr>
              <a:t>int pid;</a:t>
            </a:r>
            <a:endParaRPr sz="2650">
              <a:solidFill>
                <a:schemeClr val="dk1"/>
              </a:solidFill>
              <a:latin typeface="Courier New"/>
              <a:ea typeface="Courier New"/>
              <a:cs typeface="Courier New"/>
              <a:sym typeface="Courier New"/>
            </a:endParaRPr>
          </a:p>
        </p:txBody>
      </p:sp>
      <p:sp>
        <p:nvSpPr>
          <p:cNvPr id="811" name="Google Shape;811;p49"/>
          <p:cNvSpPr txBox="1"/>
          <p:nvPr/>
        </p:nvSpPr>
        <p:spPr>
          <a:xfrm>
            <a:off x="506919" y="3000239"/>
            <a:ext cx="3036570" cy="97980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650">
                <a:solidFill>
                  <a:srgbClr val="9A2D1F"/>
                </a:solidFill>
                <a:latin typeface="Courier New"/>
                <a:ea typeface="Courier New"/>
                <a:cs typeface="Courier New"/>
                <a:sym typeface="Courier New"/>
              </a:rPr>
              <a:t>int status = 0;</a:t>
            </a:r>
            <a:endParaRPr sz="2650">
              <a:solidFill>
                <a:schemeClr val="dk1"/>
              </a:solidFill>
              <a:latin typeface="Courier New"/>
              <a:ea typeface="Courier New"/>
              <a:cs typeface="Courier New"/>
              <a:sym typeface="Courier New"/>
            </a:endParaRPr>
          </a:p>
          <a:p>
            <a:pPr indent="0" lvl="0" marL="12700" marR="0" rtl="0" algn="l">
              <a:lnSpc>
                <a:spcPct val="100000"/>
              </a:lnSpc>
              <a:spcBef>
                <a:spcPts val="1995"/>
              </a:spcBef>
              <a:spcAft>
                <a:spcPts val="0"/>
              </a:spcAft>
              <a:buNone/>
            </a:pPr>
            <a:r>
              <a:rPr b="1" lang="en-US" sz="1950">
                <a:solidFill>
                  <a:srgbClr val="9A2D1F"/>
                </a:solidFill>
                <a:latin typeface="Arial"/>
                <a:ea typeface="Arial"/>
                <a:cs typeface="Arial"/>
                <a:sym typeface="Arial"/>
              </a:rPr>
              <a:t>pid = fork();</a:t>
            </a:r>
            <a:endParaRPr sz="1950">
              <a:solidFill>
                <a:schemeClr val="dk1"/>
              </a:solidFill>
              <a:latin typeface="Arial"/>
              <a:ea typeface="Arial"/>
              <a:cs typeface="Arial"/>
              <a:sym typeface="Arial"/>
            </a:endParaRPr>
          </a:p>
        </p:txBody>
      </p:sp>
      <p:sp>
        <p:nvSpPr>
          <p:cNvPr id="812" name="Google Shape;812;p49"/>
          <p:cNvSpPr txBox="1"/>
          <p:nvPr/>
        </p:nvSpPr>
        <p:spPr>
          <a:xfrm>
            <a:off x="506919" y="3888699"/>
            <a:ext cx="5048250" cy="2877185"/>
          </a:xfrm>
          <a:prstGeom prst="rect">
            <a:avLst/>
          </a:prstGeom>
          <a:noFill/>
          <a:ln>
            <a:noFill/>
          </a:ln>
        </p:spPr>
        <p:txBody>
          <a:bodyPr anchorCtr="0" anchor="t" bIns="0" lIns="0" spcFirstLastPara="1" rIns="0" wrap="square" tIns="11425">
            <a:spAutoFit/>
          </a:bodyPr>
          <a:lstStyle/>
          <a:p>
            <a:pPr indent="0" lvl="0" marL="12700" marR="0" rtl="0" algn="l">
              <a:lnSpc>
                <a:spcPct val="111886"/>
              </a:lnSpc>
              <a:spcBef>
                <a:spcPts val="0"/>
              </a:spcBef>
              <a:spcAft>
                <a:spcPts val="0"/>
              </a:spcAft>
              <a:buNone/>
            </a:pPr>
            <a:r>
              <a:rPr b="1" lang="en-US" sz="2650">
                <a:solidFill>
                  <a:srgbClr val="9A2D1F"/>
                </a:solidFill>
                <a:latin typeface="Courier New"/>
                <a:ea typeface="Courier New"/>
                <a:cs typeface="Courier New"/>
                <a:sym typeface="Courier New"/>
              </a:rPr>
              <a:t>if (pid&gt;0) {</a:t>
            </a:r>
            <a:endParaRPr sz="2650">
              <a:solidFill>
                <a:schemeClr val="dk1"/>
              </a:solidFill>
              <a:latin typeface="Courier New"/>
              <a:ea typeface="Courier New"/>
              <a:cs typeface="Courier New"/>
              <a:sym typeface="Courier New"/>
            </a:endParaRPr>
          </a:p>
          <a:p>
            <a:pPr indent="0" lvl="0" marL="1018539" marR="0" rtl="0" algn="l">
              <a:lnSpc>
                <a:spcPct val="103962"/>
              </a:lnSpc>
              <a:spcBef>
                <a:spcPts val="0"/>
              </a:spcBef>
              <a:spcAft>
                <a:spcPts val="0"/>
              </a:spcAft>
              <a:buNone/>
            </a:pPr>
            <a:r>
              <a:rPr b="1" lang="en-US" sz="2650">
                <a:solidFill>
                  <a:srgbClr val="9A2D1F"/>
                </a:solidFill>
                <a:latin typeface="Courier New"/>
                <a:ea typeface="Courier New"/>
                <a:cs typeface="Courier New"/>
                <a:sym typeface="Courier New"/>
              </a:rPr>
              <a:t>/* parent */</a:t>
            </a:r>
            <a:endParaRPr sz="2650">
              <a:solidFill>
                <a:schemeClr val="dk1"/>
              </a:solidFill>
              <a:latin typeface="Courier New"/>
              <a:ea typeface="Courier New"/>
              <a:cs typeface="Courier New"/>
              <a:sym typeface="Courier New"/>
            </a:endParaRPr>
          </a:p>
          <a:p>
            <a:pPr indent="0" lvl="0" marL="1018539" marR="0" rtl="0" algn="l">
              <a:lnSpc>
                <a:spcPct val="104150"/>
              </a:lnSpc>
              <a:spcBef>
                <a:spcPts val="0"/>
              </a:spcBef>
              <a:spcAft>
                <a:spcPts val="0"/>
              </a:spcAft>
              <a:buNone/>
            </a:pPr>
            <a:r>
              <a:rPr b="1" lang="en-US" sz="2650">
                <a:solidFill>
                  <a:srgbClr val="9A2D1F"/>
                </a:solidFill>
                <a:latin typeface="Courier New"/>
                <a:ea typeface="Courier New"/>
                <a:cs typeface="Courier New"/>
                <a:sym typeface="Courier New"/>
              </a:rPr>
              <a:t>……</a:t>
            </a:r>
            <a:endParaRPr sz="2650">
              <a:solidFill>
                <a:schemeClr val="dk1"/>
              </a:solidFill>
              <a:latin typeface="Courier New"/>
              <a:ea typeface="Courier New"/>
              <a:cs typeface="Courier New"/>
              <a:sym typeface="Courier New"/>
            </a:endParaRPr>
          </a:p>
          <a:p>
            <a:pPr indent="0" lvl="0" marL="1018539" marR="0" rtl="0" algn="l">
              <a:lnSpc>
                <a:spcPct val="103962"/>
              </a:lnSpc>
              <a:spcBef>
                <a:spcPts val="0"/>
              </a:spcBef>
              <a:spcAft>
                <a:spcPts val="0"/>
              </a:spcAft>
              <a:buNone/>
            </a:pPr>
            <a:r>
              <a:rPr b="1" lang="en-US" sz="2650">
                <a:solidFill>
                  <a:srgbClr val="9A2D1F"/>
                </a:solidFill>
                <a:latin typeface="Courier New"/>
                <a:ea typeface="Courier New"/>
                <a:cs typeface="Courier New"/>
                <a:sym typeface="Courier New"/>
              </a:rPr>
              <a:t>pid = wait(&amp;status);</a:t>
            </a:r>
            <a:endParaRPr sz="2650">
              <a:solidFill>
                <a:schemeClr val="dk1"/>
              </a:solidFill>
              <a:latin typeface="Courier New"/>
              <a:ea typeface="Courier New"/>
              <a:cs typeface="Courier New"/>
              <a:sym typeface="Courier New"/>
            </a:endParaRPr>
          </a:p>
          <a:p>
            <a:pPr indent="0" lvl="0" marL="12700" marR="0" rtl="0" algn="l">
              <a:lnSpc>
                <a:spcPct val="103962"/>
              </a:lnSpc>
              <a:spcBef>
                <a:spcPts val="0"/>
              </a:spcBef>
              <a:spcAft>
                <a:spcPts val="0"/>
              </a:spcAft>
              <a:buNone/>
            </a:pPr>
            <a:r>
              <a:rPr b="1" lang="en-US" sz="2650">
                <a:solidFill>
                  <a:srgbClr val="9A2D1F"/>
                </a:solidFill>
                <a:latin typeface="Courier New"/>
                <a:ea typeface="Courier New"/>
                <a:cs typeface="Courier New"/>
                <a:sym typeface="Courier New"/>
              </a:rPr>
              <a:t>} else {</a:t>
            </a:r>
            <a:endParaRPr sz="2650">
              <a:solidFill>
                <a:schemeClr val="dk1"/>
              </a:solidFill>
              <a:latin typeface="Courier New"/>
              <a:ea typeface="Courier New"/>
              <a:cs typeface="Courier New"/>
              <a:sym typeface="Courier New"/>
            </a:endParaRPr>
          </a:p>
          <a:p>
            <a:pPr indent="0" lvl="0" marL="1018539" marR="0" rtl="0" algn="l">
              <a:lnSpc>
                <a:spcPct val="103962"/>
              </a:lnSpc>
              <a:spcBef>
                <a:spcPts val="0"/>
              </a:spcBef>
              <a:spcAft>
                <a:spcPts val="0"/>
              </a:spcAft>
              <a:buNone/>
            </a:pPr>
            <a:r>
              <a:rPr b="1" lang="en-US" sz="2650">
                <a:solidFill>
                  <a:srgbClr val="9A2D1F"/>
                </a:solidFill>
                <a:latin typeface="Courier New"/>
                <a:ea typeface="Courier New"/>
                <a:cs typeface="Courier New"/>
                <a:sym typeface="Courier New"/>
              </a:rPr>
              <a:t>/* child */</a:t>
            </a:r>
            <a:endParaRPr sz="2650">
              <a:solidFill>
                <a:schemeClr val="dk1"/>
              </a:solidFill>
              <a:latin typeface="Courier New"/>
              <a:ea typeface="Courier New"/>
              <a:cs typeface="Courier New"/>
              <a:sym typeface="Courier New"/>
            </a:endParaRPr>
          </a:p>
          <a:p>
            <a:pPr indent="0" lvl="0" marL="1018539" marR="1409700" rtl="0" algn="l">
              <a:lnSpc>
                <a:spcPct val="104150"/>
              </a:lnSpc>
              <a:spcBef>
                <a:spcPts val="225"/>
              </a:spcBef>
              <a:spcAft>
                <a:spcPts val="0"/>
              </a:spcAft>
              <a:buNone/>
            </a:pPr>
            <a:r>
              <a:rPr b="1" lang="en-US" sz="2650">
                <a:solidFill>
                  <a:srgbClr val="9A2D1F"/>
                </a:solidFill>
                <a:latin typeface="Courier New"/>
                <a:ea typeface="Courier New"/>
                <a:cs typeface="Courier New"/>
                <a:sym typeface="Courier New"/>
              </a:rPr>
              <a:t>……  exit(status);</a:t>
            </a:r>
            <a:endParaRPr sz="2650">
              <a:solidFill>
                <a:schemeClr val="dk1"/>
              </a:solidFill>
              <a:latin typeface="Courier New"/>
              <a:ea typeface="Courier New"/>
              <a:cs typeface="Courier New"/>
              <a:sym typeface="Courier New"/>
            </a:endParaRPr>
          </a:p>
        </p:txBody>
      </p:sp>
      <p:sp>
        <p:nvSpPr>
          <p:cNvPr id="813" name="Google Shape;813;p49"/>
          <p:cNvSpPr txBox="1"/>
          <p:nvPr/>
        </p:nvSpPr>
        <p:spPr>
          <a:xfrm>
            <a:off x="506919" y="6686850"/>
            <a:ext cx="226695" cy="42799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650">
                <a:solidFill>
                  <a:srgbClr val="9A2D1F"/>
                </a:solidFill>
                <a:latin typeface="Courier New"/>
                <a:ea typeface="Courier New"/>
                <a:cs typeface="Courier New"/>
                <a:sym typeface="Courier New"/>
              </a:rPr>
              <a:t>}</a:t>
            </a:r>
            <a:endParaRPr sz="2650">
              <a:solidFill>
                <a:schemeClr val="dk1"/>
              </a:solidFill>
              <a:latin typeface="Courier New"/>
              <a:ea typeface="Courier New"/>
              <a:cs typeface="Courier New"/>
              <a:sym typeface="Courier New"/>
            </a:endParaRPr>
          </a:p>
        </p:txBody>
      </p:sp>
      <p:grpSp>
        <p:nvGrpSpPr>
          <p:cNvPr id="814" name="Google Shape;814;p49"/>
          <p:cNvGrpSpPr/>
          <p:nvPr/>
        </p:nvGrpSpPr>
        <p:grpSpPr>
          <a:xfrm>
            <a:off x="1720596" y="3048000"/>
            <a:ext cx="7164324" cy="3731260"/>
            <a:chOff x="1720596" y="3048000"/>
            <a:chExt cx="7164324" cy="3731260"/>
          </a:xfrm>
        </p:grpSpPr>
        <p:sp>
          <p:nvSpPr>
            <p:cNvPr id="815" name="Google Shape;815;p49"/>
            <p:cNvSpPr/>
            <p:nvPr/>
          </p:nvSpPr>
          <p:spPr>
            <a:xfrm>
              <a:off x="1720596" y="3249168"/>
              <a:ext cx="4482465" cy="1653539"/>
            </a:xfrm>
            <a:custGeom>
              <a:rect b="b" l="l" r="r" t="t"/>
              <a:pathLst>
                <a:path extrusionOk="0" h="1653539" w="4482465">
                  <a:moveTo>
                    <a:pt x="4482084" y="0"/>
                  </a:moveTo>
                  <a:lnTo>
                    <a:pt x="2467356" y="0"/>
                  </a:lnTo>
                  <a:lnTo>
                    <a:pt x="0" y="1653539"/>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49"/>
            <p:cNvSpPr/>
            <p:nvPr/>
          </p:nvSpPr>
          <p:spPr>
            <a:xfrm>
              <a:off x="1720596" y="3249168"/>
              <a:ext cx="4482465" cy="1653539"/>
            </a:xfrm>
            <a:custGeom>
              <a:rect b="b" l="l" r="r" t="t"/>
              <a:pathLst>
                <a:path extrusionOk="0" h="1653539" w="4482465">
                  <a:moveTo>
                    <a:pt x="4482084" y="0"/>
                  </a:moveTo>
                  <a:lnTo>
                    <a:pt x="2467356" y="0"/>
                  </a:lnTo>
                  <a:lnTo>
                    <a:pt x="0" y="1653539"/>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49"/>
            <p:cNvSpPr/>
            <p:nvPr/>
          </p:nvSpPr>
          <p:spPr>
            <a:xfrm>
              <a:off x="6286500" y="3048000"/>
              <a:ext cx="2598420" cy="3731260"/>
            </a:xfrm>
            <a:custGeom>
              <a:rect b="b" l="l" r="r" t="t"/>
              <a:pathLst>
                <a:path extrusionOk="0" h="3731259" w="2598420">
                  <a:moveTo>
                    <a:pt x="2598419" y="3730751"/>
                  </a:moveTo>
                  <a:lnTo>
                    <a:pt x="0" y="3730752"/>
                  </a:lnTo>
                  <a:lnTo>
                    <a:pt x="0" y="0"/>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49"/>
            <p:cNvSpPr/>
            <p:nvPr/>
          </p:nvSpPr>
          <p:spPr>
            <a:xfrm>
              <a:off x="6286500" y="3048000"/>
              <a:ext cx="2598420" cy="3731260"/>
            </a:xfrm>
            <a:custGeom>
              <a:rect b="b" l="l" r="r" t="t"/>
              <a:pathLst>
                <a:path extrusionOk="0" h="3731259" w="2598420">
                  <a:moveTo>
                    <a:pt x="2598419" y="3730752"/>
                  </a:moveTo>
                  <a:lnTo>
                    <a:pt x="0" y="3730752"/>
                  </a:lnTo>
                  <a:lnTo>
                    <a:pt x="0" y="0"/>
                  </a:lnTo>
                  <a:lnTo>
                    <a:pt x="2598419" y="0"/>
                  </a:lnTo>
                  <a:lnTo>
                    <a:pt x="2598419" y="3730752"/>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49"/>
            <p:cNvSpPr/>
            <p:nvPr/>
          </p:nvSpPr>
          <p:spPr>
            <a:xfrm>
              <a:off x="6286500" y="3048000"/>
              <a:ext cx="2598420" cy="3731260"/>
            </a:xfrm>
            <a:custGeom>
              <a:rect b="b" l="l" r="r" t="t"/>
              <a:pathLst>
                <a:path extrusionOk="0" h="3731259" w="2598420">
                  <a:moveTo>
                    <a:pt x="0" y="0"/>
                  </a:moveTo>
                  <a:lnTo>
                    <a:pt x="2598419" y="0"/>
                  </a:lnTo>
                  <a:lnTo>
                    <a:pt x="2598419" y="3730752"/>
                  </a:lnTo>
                  <a:lnTo>
                    <a:pt x="0" y="3730752"/>
                  </a:lnTo>
                  <a:lnTo>
                    <a:pt x="0" y="0"/>
                  </a:lnTo>
                  <a:close/>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20" name="Google Shape;820;p49"/>
          <p:cNvSpPr txBox="1"/>
          <p:nvPr/>
        </p:nvSpPr>
        <p:spPr>
          <a:xfrm>
            <a:off x="6286500" y="3048000"/>
            <a:ext cx="2598420" cy="373380"/>
          </a:xfrm>
          <a:prstGeom prst="rect">
            <a:avLst/>
          </a:prstGeom>
          <a:solidFill>
            <a:srgbClr val="95A8A8"/>
          </a:solidFill>
          <a:ln cap="flat" cmpd="sng" w="32000">
            <a:solidFill>
              <a:srgbClr val="E8E4DB"/>
            </a:solidFill>
            <a:prstDash val="solid"/>
            <a:round/>
            <a:headEnd len="sm" w="sm" type="none"/>
            <a:tailEnd len="sm" w="sm" type="none"/>
          </a:ln>
        </p:spPr>
        <p:txBody>
          <a:bodyPr anchorCtr="0" anchor="t" bIns="0" lIns="0" spcFirstLastPara="1" rIns="0" wrap="square" tIns="0">
            <a:spAutoFit/>
          </a:bodyPr>
          <a:lstStyle/>
          <a:p>
            <a:pPr indent="0" lvl="0" marL="100330" marR="0" rtl="0" algn="l">
              <a:lnSpc>
                <a:spcPct val="109583"/>
              </a:lnSpc>
              <a:spcBef>
                <a:spcPts val="0"/>
              </a:spcBef>
              <a:spcAft>
                <a:spcPts val="0"/>
              </a:spcAft>
              <a:buNone/>
            </a:pPr>
            <a:r>
              <a:rPr i="1" lang="en-US" sz="2400">
                <a:solidFill>
                  <a:srgbClr val="282828"/>
                </a:solidFill>
                <a:latin typeface="Times New Roman"/>
                <a:ea typeface="Times New Roman"/>
                <a:cs typeface="Times New Roman"/>
                <a:sym typeface="Times New Roman"/>
              </a:rPr>
              <a:t>Parent uses </a:t>
            </a:r>
            <a:r>
              <a:rPr b="1" i="1" lang="en-US" sz="2400">
                <a:solidFill>
                  <a:srgbClr val="282828"/>
                </a:solidFill>
                <a:latin typeface="Times New Roman"/>
                <a:ea typeface="Times New Roman"/>
                <a:cs typeface="Times New Roman"/>
                <a:sym typeface="Times New Roman"/>
              </a:rPr>
              <a:t>wait </a:t>
            </a:r>
            <a:r>
              <a:rPr i="1" lang="en-US" sz="2400">
                <a:solidFill>
                  <a:srgbClr val="282828"/>
                </a:solidFill>
                <a:latin typeface="Times New Roman"/>
                <a:ea typeface="Times New Roman"/>
                <a:cs typeface="Times New Roman"/>
                <a:sym typeface="Times New Roman"/>
              </a:rPr>
              <a:t>to</a:t>
            </a:r>
            <a:endParaRPr sz="2400">
              <a:solidFill>
                <a:schemeClr val="dk1"/>
              </a:solidFill>
              <a:latin typeface="Times New Roman"/>
              <a:ea typeface="Times New Roman"/>
              <a:cs typeface="Times New Roman"/>
              <a:sym typeface="Times New Roman"/>
            </a:endParaRPr>
          </a:p>
        </p:txBody>
      </p:sp>
      <p:sp>
        <p:nvSpPr>
          <p:cNvPr id="821" name="Google Shape;821;p49"/>
          <p:cNvSpPr txBox="1"/>
          <p:nvPr/>
        </p:nvSpPr>
        <p:spPr>
          <a:xfrm>
            <a:off x="6374406" y="4181285"/>
            <a:ext cx="487680" cy="39497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i="1" lang="en-US" sz="2400">
                <a:solidFill>
                  <a:srgbClr val="282828"/>
                </a:solidFill>
                <a:latin typeface="Times New Roman"/>
                <a:ea typeface="Times New Roman"/>
                <a:cs typeface="Times New Roman"/>
                <a:sym typeface="Times New Roman"/>
              </a:rPr>
              <a:t>and</a:t>
            </a:r>
            <a:endParaRPr sz="2400">
              <a:solidFill>
                <a:schemeClr val="dk1"/>
              </a:solidFill>
              <a:latin typeface="Times New Roman"/>
              <a:ea typeface="Times New Roman"/>
              <a:cs typeface="Times New Roman"/>
              <a:sym typeface="Times New Roman"/>
            </a:endParaRPr>
          </a:p>
        </p:txBody>
      </p:sp>
      <p:sp>
        <p:nvSpPr>
          <p:cNvPr id="822" name="Google Shape;822;p49"/>
          <p:cNvSpPr txBox="1"/>
          <p:nvPr/>
        </p:nvSpPr>
        <p:spPr>
          <a:xfrm>
            <a:off x="6848879" y="3342141"/>
            <a:ext cx="1573530" cy="1226820"/>
          </a:xfrm>
          <a:prstGeom prst="rect">
            <a:avLst/>
          </a:prstGeom>
          <a:noFill/>
          <a:ln>
            <a:noFill/>
          </a:ln>
        </p:spPr>
        <p:txBody>
          <a:bodyPr anchorCtr="0" anchor="t" bIns="0" lIns="0" spcFirstLastPara="1" rIns="0" wrap="square" tIns="0">
            <a:spAutoFit/>
          </a:bodyPr>
          <a:lstStyle/>
          <a:p>
            <a:pPr indent="0" lvl="0" marL="18415" marR="0" rtl="0" algn="just">
              <a:lnSpc>
                <a:spcPct val="98541"/>
              </a:lnSpc>
              <a:spcBef>
                <a:spcPts val="0"/>
              </a:spcBef>
              <a:spcAft>
                <a:spcPts val="0"/>
              </a:spcAft>
              <a:buNone/>
            </a:pPr>
            <a:r>
              <a:rPr i="1" lang="en-US" sz="2400">
                <a:solidFill>
                  <a:srgbClr val="282828"/>
                </a:solidFill>
                <a:latin typeface="Times New Roman"/>
                <a:ea typeface="Times New Roman"/>
                <a:cs typeface="Times New Roman"/>
                <a:sym typeface="Times New Roman"/>
              </a:rPr>
              <a:t>p until the</a:t>
            </a:r>
            <a:endParaRPr sz="2400">
              <a:solidFill>
                <a:schemeClr val="dk1"/>
              </a:solidFill>
              <a:latin typeface="Times New Roman"/>
              <a:ea typeface="Times New Roman"/>
              <a:cs typeface="Times New Roman"/>
              <a:sym typeface="Times New Roman"/>
            </a:endParaRPr>
          </a:p>
          <a:p>
            <a:pPr indent="-24130" lvl="0" marL="24130" marR="0" rtl="0" algn="just">
              <a:lnSpc>
                <a:spcPct val="81000"/>
              </a:lnSpc>
              <a:spcBef>
                <a:spcPts val="280"/>
              </a:spcBef>
              <a:spcAft>
                <a:spcPts val="0"/>
              </a:spcAft>
              <a:buNone/>
            </a:pPr>
            <a:r>
              <a:rPr i="1" lang="en-US" sz="2400">
                <a:solidFill>
                  <a:srgbClr val="282828"/>
                </a:solidFill>
                <a:latin typeface="Times New Roman"/>
                <a:ea typeface="Times New Roman"/>
                <a:cs typeface="Times New Roman"/>
                <a:sym typeface="Times New Roman"/>
              </a:rPr>
              <a:t>d exits; wait  rns child pid  status.</a:t>
            </a:r>
            <a:endParaRPr sz="2400">
              <a:solidFill>
                <a:schemeClr val="dk1"/>
              </a:solidFill>
              <a:latin typeface="Times New Roman"/>
              <a:ea typeface="Times New Roman"/>
              <a:cs typeface="Times New Roman"/>
              <a:sym typeface="Times New Roman"/>
            </a:endParaRPr>
          </a:p>
        </p:txBody>
      </p:sp>
      <p:sp>
        <p:nvSpPr>
          <p:cNvPr id="823" name="Google Shape;823;p49"/>
          <p:cNvSpPr txBox="1"/>
          <p:nvPr/>
        </p:nvSpPr>
        <p:spPr>
          <a:xfrm>
            <a:off x="6374406" y="4827497"/>
            <a:ext cx="1928495" cy="689610"/>
          </a:xfrm>
          <a:prstGeom prst="rect">
            <a:avLst/>
          </a:prstGeom>
          <a:noFill/>
          <a:ln>
            <a:noFill/>
          </a:ln>
        </p:spPr>
        <p:txBody>
          <a:bodyPr anchorCtr="0" anchor="t" bIns="0" lIns="0" spcFirstLastPara="1" rIns="0" wrap="square" tIns="84450">
            <a:spAutoFit/>
          </a:bodyPr>
          <a:lstStyle/>
          <a:p>
            <a:pPr indent="0" lvl="0" marL="12700" marR="5080" rtl="0" algn="l">
              <a:lnSpc>
                <a:spcPct val="96666"/>
              </a:lnSpc>
              <a:spcBef>
                <a:spcPts val="0"/>
              </a:spcBef>
              <a:spcAft>
                <a:spcPts val="0"/>
              </a:spcAft>
              <a:buNone/>
            </a:pPr>
            <a:r>
              <a:rPr b="1" i="1" lang="en-US" sz="2400">
                <a:solidFill>
                  <a:srgbClr val="282828"/>
                </a:solidFill>
                <a:latin typeface="Times New Roman"/>
                <a:ea typeface="Times New Roman"/>
                <a:cs typeface="Times New Roman"/>
                <a:sym typeface="Times New Roman"/>
              </a:rPr>
              <a:t>Wait </a:t>
            </a:r>
            <a:r>
              <a:rPr i="1" lang="en-US" sz="2400">
                <a:solidFill>
                  <a:srgbClr val="282828"/>
                </a:solidFill>
                <a:latin typeface="Times New Roman"/>
                <a:ea typeface="Times New Roman"/>
                <a:cs typeface="Times New Roman"/>
                <a:sym typeface="Times New Roman"/>
              </a:rPr>
              <a:t>variants  allow wait on a</a:t>
            </a:r>
            <a:endParaRPr sz="2400">
              <a:solidFill>
                <a:schemeClr val="dk1"/>
              </a:solidFill>
              <a:latin typeface="Times New Roman"/>
              <a:ea typeface="Times New Roman"/>
              <a:cs typeface="Times New Roman"/>
              <a:sym typeface="Times New Roman"/>
            </a:endParaRPr>
          </a:p>
        </p:txBody>
      </p:sp>
      <p:sp>
        <p:nvSpPr>
          <p:cNvPr id="824" name="Google Shape;824;p49"/>
          <p:cNvSpPr txBox="1"/>
          <p:nvPr/>
        </p:nvSpPr>
        <p:spPr>
          <a:xfrm>
            <a:off x="6374406" y="5417340"/>
            <a:ext cx="2082164" cy="39497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i="1" lang="en-US" sz="2400">
                <a:solidFill>
                  <a:srgbClr val="282828"/>
                </a:solidFill>
                <a:latin typeface="Times New Roman"/>
                <a:ea typeface="Times New Roman"/>
                <a:cs typeface="Times New Roman"/>
                <a:sym typeface="Times New Roman"/>
              </a:rPr>
              <a:t>specific child, or</a:t>
            </a:r>
            <a:endParaRPr sz="2400">
              <a:solidFill>
                <a:schemeClr val="dk1"/>
              </a:solidFill>
              <a:latin typeface="Times New Roman"/>
              <a:ea typeface="Times New Roman"/>
              <a:cs typeface="Times New Roman"/>
              <a:sym typeface="Times New Roman"/>
            </a:endParaRPr>
          </a:p>
        </p:txBody>
      </p:sp>
      <p:sp>
        <p:nvSpPr>
          <p:cNvPr id="825" name="Google Shape;825;p49"/>
          <p:cNvSpPr txBox="1"/>
          <p:nvPr/>
        </p:nvSpPr>
        <p:spPr>
          <a:xfrm>
            <a:off x="6387106" y="5757730"/>
            <a:ext cx="1896110" cy="932180"/>
          </a:xfrm>
          <a:prstGeom prst="rect">
            <a:avLst/>
          </a:prstGeom>
          <a:noFill/>
          <a:ln>
            <a:noFill/>
          </a:ln>
        </p:spPr>
        <p:txBody>
          <a:bodyPr anchorCtr="0" anchor="t" bIns="0" lIns="0" spcFirstLastPara="1" rIns="0" wrap="square" tIns="37450">
            <a:spAutoFit/>
          </a:bodyPr>
          <a:lstStyle/>
          <a:p>
            <a:pPr indent="0" lvl="0" marL="0" marR="0" rtl="0" algn="l">
              <a:lnSpc>
                <a:spcPct val="97083"/>
              </a:lnSpc>
              <a:spcBef>
                <a:spcPts val="0"/>
              </a:spcBef>
              <a:spcAft>
                <a:spcPts val="0"/>
              </a:spcAft>
              <a:buNone/>
            </a:pPr>
            <a:r>
              <a:rPr i="1" lang="en-US" sz="2400">
                <a:solidFill>
                  <a:srgbClr val="282828"/>
                </a:solidFill>
                <a:latin typeface="Times New Roman"/>
                <a:ea typeface="Times New Roman"/>
                <a:cs typeface="Times New Roman"/>
                <a:sym typeface="Times New Roman"/>
              </a:rPr>
              <a:t>notification of  stops and other  signals</a:t>
            </a:r>
            <a:endParaRPr sz="2400">
              <a:solidFill>
                <a:schemeClr val="dk1"/>
              </a:solidFill>
              <a:latin typeface="Times New Roman"/>
              <a:ea typeface="Times New Roman"/>
              <a:cs typeface="Times New Roman"/>
              <a:sym typeface="Times New Roman"/>
            </a:endParaRPr>
          </a:p>
        </p:txBody>
      </p:sp>
      <p:grpSp>
        <p:nvGrpSpPr>
          <p:cNvPr id="826" name="Google Shape;826;p49"/>
          <p:cNvGrpSpPr/>
          <p:nvPr/>
        </p:nvGrpSpPr>
        <p:grpSpPr>
          <a:xfrm>
            <a:off x="1877568" y="5630418"/>
            <a:ext cx="6672580" cy="1712722"/>
            <a:chOff x="1877568" y="5630418"/>
            <a:chExt cx="6672580" cy="1712722"/>
          </a:xfrm>
        </p:grpSpPr>
        <p:sp>
          <p:nvSpPr>
            <p:cNvPr id="827" name="Google Shape;827;p49"/>
            <p:cNvSpPr/>
            <p:nvPr/>
          </p:nvSpPr>
          <p:spPr>
            <a:xfrm>
              <a:off x="5951220" y="5630418"/>
              <a:ext cx="0" cy="16510"/>
            </a:xfrm>
            <a:custGeom>
              <a:rect b="b" l="l" r="r" t="t"/>
              <a:pathLst>
                <a:path extrusionOk="0" h="16510" w="120000">
                  <a:moveTo>
                    <a:pt x="0" y="0"/>
                  </a:moveTo>
                  <a:lnTo>
                    <a:pt x="0" y="16001"/>
                  </a:lnTo>
                </a:path>
              </a:pathLst>
            </a:custGeom>
            <a:noFill/>
            <a:ln cap="flat" cmpd="sng" w="9525">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49"/>
            <p:cNvSpPr/>
            <p:nvPr/>
          </p:nvSpPr>
          <p:spPr>
            <a:xfrm>
              <a:off x="1877568" y="5646420"/>
              <a:ext cx="6672580" cy="1696720"/>
            </a:xfrm>
            <a:custGeom>
              <a:rect b="b" l="l" r="r" t="t"/>
              <a:pathLst>
                <a:path extrusionOk="0" h="1696720" w="6672580">
                  <a:moveTo>
                    <a:pt x="6672072" y="1696211"/>
                  </a:moveTo>
                  <a:lnTo>
                    <a:pt x="4073652" y="1696212"/>
                  </a:lnTo>
                  <a:lnTo>
                    <a:pt x="4073652" y="0"/>
                  </a:lnTo>
                </a:path>
                <a:path extrusionOk="0" h="1696720" w="6672580">
                  <a:moveTo>
                    <a:pt x="3989831" y="128016"/>
                  </a:moveTo>
                  <a:lnTo>
                    <a:pt x="3124200" y="128016"/>
                  </a:lnTo>
                  <a:lnTo>
                    <a:pt x="0" y="640080"/>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49"/>
            <p:cNvSpPr/>
            <p:nvPr/>
          </p:nvSpPr>
          <p:spPr>
            <a:xfrm>
              <a:off x="5951220" y="5646420"/>
              <a:ext cx="2598420" cy="1696720"/>
            </a:xfrm>
            <a:custGeom>
              <a:rect b="b" l="l" r="r" t="t"/>
              <a:pathLst>
                <a:path extrusionOk="0" h="1696720" w="2598420">
                  <a:moveTo>
                    <a:pt x="2598420" y="1696212"/>
                  </a:moveTo>
                  <a:lnTo>
                    <a:pt x="0" y="1696212"/>
                  </a:lnTo>
                  <a:lnTo>
                    <a:pt x="0" y="0"/>
                  </a:lnTo>
                  <a:lnTo>
                    <a:pt x="2598420" y="0"/>
                  </a:lnTo>
                  <a:lnTo>
                    <a:pt x="2598420" y="1696212"/>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49"/>
            <p:cNvSpPr/>
            <p:nvPr/>
          </p:nvSpPr>
          <p:spPr>
            <a:xfrm>
              <a:off x="1877568" y="5646420"/>
              <a:ext cx="6672580" cy="1696720"/>
            </a:xfrm>
            <a:custGeom>
              <a:rect b="b" l="l" r="r" t="t"/>
              <a:pathLst>
                <a:path extrusionOk="0" h="1696720" w="6672580">
                  <a:moveTo>
                    <a:pt x="4073652" y="0"/>
                  </a:moveTo>
                  <a:lnTo>
                    <a:pt x="6672072" y="0"/>
                  </a:lnTo>
                  <a:lnTo>
                    <a:pt x="6672072" y="1696212"/>
                  </a:lnTo>
                  <a:lnTo>
                    <a:pt x="4073652" y="1696212"/>
                  </a:lnTo>
                  <a:lnTo>
                    <a:pt x="4073652" y="0"/>
                  </a:lnTo>
                  <a:close/>
                </a:path>
                <a:path extrusionOk="0" h="1696720" w="6672580">
                  <a:moveTo>
                    <a:pt x="3989831" y="128016"/>
                  </a:moveTo>
                  <a:lnTo>
                    <a:pt x="3124200" y="128016"/>
                  </a:lnTo>
                  <a:lnTo>
                    <a:pt x="0" y="640080"/>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31" name="Google Shape;831;p49"/>
          <p:cNvSpPr txBox="1"/>
          <p:nvPr/>
        </p:nvSpPr>
        <p:spPr>
          <a:xfrm>
            <a:off x="6039049" y="5616960"/>
            <a:ext cx="1715770" cy="39497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i="1" lang="en-US" sz="2400">
                <a:solidFill>
                  <a:srgbClr val="282828"/>
                </a:solidFill>
                <a:latin typeface="Times New Roman"/>
                <a:ea typeface="Times New Roman"/>
                <a:cs typeface="Times New Roman"/>
                <a:sym typeface="Times New Roman"/>
              </a:rPr>
              <a:t>Child process</a:t>
            </a:r>
            <a:endParaRPr sz="2400">
              <a:solidFill>
                <a:schemeClr val="dk1"/>
              </a:solidFill>
              <a:latin typeface="Times New Roman"/>
              <a:ea typeface="Times New Roman"/>
              <a:cs typeface="Times New Roman"/>
              <a:sym typeface="Times New Roman"/>
            </a:endParaRPr>
          </a:p>
        </p:txBody>
      </p:sp>
      <p:sp>
        <p:nvSpPr>
          <p:cNvPr id="832" name="Google Shape;832;p49"/>
          <p:cNvSpPr txBox="1"/>
          <p:nvPr/>
        </p:nvSpPr>
        <p:spPr>
          <a:xfrm>
            <a:off x="6039049" y="5930972"/>
            <a:ext cx="2277110" cy="709295"/>
          </a:xfrm>
          <a:prstGeom prst="rect">
            <a:avLst/>
          </a:prstGeom>
          <a:noFill/>
          <a:ln>
            <a:noFill/>
          </a:ln>
        </p:spPr>
        <p:txBody>
          <a:bodyPr anchorCtr="0" anchor="t" bIns="0" lIns="0" spcFirstLastPara="1" rIns="0" wrap="square" tIns="69200">
            <a:spAutoFit/>
          </a:bodyPr>
          <a:lstStyle/>
          <a:p>
            <a:pPr indent="0" lvl="0" marL="12700" marR="5080" rtl="0" algn="l">
              <a:lnSpc>
                <a:spcPct val="102916"/>
              </a:lnSpc>
              <a:spcBef>
                <a:spcPts val="0"/>
              </a:spcBef>
              <a:spcAft>
                <a:spcPts val="0"/>
              </a:spcAft>
              <a:buNone/>
            </a:pPr>
            <a:r>
              <a:rPr i="1" lang="en-US" sz="2400">
                <a:solidFill>
                  <a:srgbClr val="282828"/>
                </a:solidFill>
                <a:latin typeface="Times New Roman"/>
                <a:ea typeface="Times New Roman"/>
                <a:cs typeface="Times New Roman"/>
                <a:sym typeface="Times New Roman"/>
              </a:rPr>
              <a:t>passes status back  to parent on </a:t>
            </a:r>
            <a:r>
              <a:rPr b="1" i="1" lang="en-US" sz="2400">
                <a:solidFill>
                  <a:srgbClr val="282828"/>
                </a:solidFill>
                <a:latin typeface="Times New Roman"/>
                <a:ea typeface="Times New Roman"/>
                <a:cs typeface="Times New Roman"/>
                <a:sym typeface="Times New Roman"/>
              </a:rPr>
              <a:t>exit</a:t>
            </a:r>
            <a:r>
              <a:rPr i="1" lang="en-US" sz="2400">
                <a:solidFill>
                  <a:srgbClr val="282828"/>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833" name="Google Shape;833;p49"/>
          <p:cNvSpPr txBox="1"/>
          <p:nvPr/>
        </p:nvSpPr>
        <p:spPr>
          <a:xfrm>
            <a:off x="5951220" y="6778752"/>
            <a:ext cx="2598420" cy="563880"/>
          </a:xfrm>
          <a:prstGeom prst="rect">
            <a:avLst/>
          </a:prstGeom>
          <a:solidFill>
            <a:srgbClr val="95A8A8"/>
          </a:solidFill>
          <a:ln cap="flat" cmpd="sng" w="32000">
            <a:solidFill>
              <a:srgbClr val="E8E4DB"/>
            </a:solidFill>
            <a:prstDash val="solid"/>
            <a:round/>
            <a:headEnd len="sm" w="sm" type="none"/>
            <a:tailEnd len="sm" w="sm" type="none"/>
          </a:ln>
        </p:spPr>
        <p:txBody>
          <a:bodyPr anchorCtr="0" anchor="t" bIns="0" lIns="0" spcFirstLastPara="1" rIns="0" wrap="square" tIns="0">
            <a:spAutoFit/>
          </a:bodyPr>
          <a:lstStyle/>
          <a:p>
            <a:pPr indent="0" lvl="0" marL="100330" marR="0" rtl="0" algn="l">
              <a:lnSpc>
                <a:spcPct val="44166"/>
              </a:lnSpc>
              <a:spcBef>
                <a:spcPts val="0"/>
              </a:spcBef>
              <a:spcAft>
                <a:spcPts val="0"/>
              </a:spcAft>
              <a:buNone/>
            </a:pPr>
            <a:r>
              <a:rPr i="1" lang="en-US" sz="2400">
                <a:solidFill>
                  <a:srgbClr val="282828"/>
                </a:solidFill>
                <a:latin typeface="Times New Roman"/>
                <a:ea typeface="Times New Roman"/>
                <a:cs typeface="Times New Roman"/>
                <a:sym typeface="Times New Roman"/>
              </a:rPr>
              <a:t>to report</a:t>
            </a:r>
            <a:endParaRPr sz="2400">
              <a:solidFill>
                <a:schemeClr val="dk1"/>
              </a:solidFill>
              <a:latin typeface="Times New Roman"/>
              <a:ea typeface="Times New Roman"/>
              <a:cs typeface="Times New Roman"/>
              <a:sym typeface="Times New Roman"/>
            </a:endParaRPr>
          </a:p>
          <a:p>
            <a:pPr indent="0" lvl="0" marL="100330" marR="0" rtl="0" algn="l">
              <a:lnSpc>
                <a:spcPct val="111249"/>
              </a:lnSpc>
              <a:spcBef>
                <a:spcPts val="0"/>
              </a:spcBef>
              <a:spcAft>
                <a:spcPts val="0"/>
              </a:spcAft>
              <a:buNone/>
            </a:pPr>
            <a:r>
              <a:rPr i="1" lang="en-US" sz="2400">
                <a:solidFill>
                  <a:srgbClr val="282828"/>
                </a:solidFill>
                <a:latin typeface="Times New Roman"/>
                <a:ea typeface="Times New Roman"/>
                <a:cs typeface="Times New Roman"/>
                <a:sym typeface="Times New Roman"/>
              </a:rPr>
              <a:t>success/failure</a:t>
            </a:r>
            <a:endParaRPr sz="2400">
              <a:solidFill>
                <a:schemeClr val="dk1"/>
              </a:solidFill>
              <a:latin typeface="Times New Roman"/>
              <a:ea typeface="Times New Roman"/>
              <a:cs typeface="Times New Roman"/>
              <a:sym typeface="Times New Roman"/>
            </a:endParaRPr>
          </a:p>
        </p:txBody>
      </p:sp>
      <p:grpSp>
        <p:nvGrpSpPr>
          <p:cNvPr id="834" name="Google Shape;834;p49"/>
          <p:cNvGrpSpPr/>
          <p:nvPr/>
        </p:nvGrpSpPr>
        <p:grpSpPr>
          <a:xfrm>
            <a:off x="1638299" y="1532381"/>
            <a:ext cx="4312921" cy="2338832"/>
            <a:chOff x="1638299" y="1532381"/>
            <a:chExt cx="4312921" cy="2338832"/>
          </a:xfrm>
        </p:grpSpPr>
        <p:sp>
          <p:nvSpPr>
            <p:cNvPr id="835" name="Google Shape;835;p49"/>
            <p:cNvSpPr/>
            <p:nvPr/>
          </p:nvSpPr>
          <p:spPr>
            <a:xfrm>
              <a:off x="2933700" y="1532381"/>
              <a:ext cx="0" cy="16510"/>
            </a:xfrm>
            <a:custGeom>
              <a:rect b="b" l="l" r="r" t="t"/>
              <a:pathLst>
                <a:path extrusionOk="0" h="16509" w="120000">
                  <a:moveTo>
                    <a:pt x="0" y="0"/>
                  </a:moveTo>
                  <a:lnTo>
                    <a:pt x="0" y="16001"/>
                  </a:lnTo>
                </a:path>
              </a:pathLst>
            </a:custGeom>
            <a:noFill/>
            <a:ln cap="flat" cmpd="sng" w="9525">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6" name="Google Shape;836;p49"/>
            <p:cNvSpPr/>
            <p:nvPr/>
          </p:nvSpPr>
          <p:spPr>
            <a:xfrm>
              <a:off x="1638299" y="1548383"/>
              <a:ext cx="4312920" cy="2322830"/>
            </a:xfrm>
            <a:custGeom>
              <a:rect b="b" l="l" r="r" t="t"/>
              <a:pathLst>
                <a:path extrusionOk="0" h="2322829" w="4312920">
                  <a:moveTo>
                    <a:pt x="4312920" y="1696211"/>
                  </a:moveTo>
                  <a:lnTo>
                    <a:pt x="1295400" y="1696211"/>
                  </a:lnTo>
                  <a:lnTo>
                    <a:pt x="1295400" y="0"/>
                  </a:lnTo>
                </a:path>
                <a:path extrusionOk="0" h="2322829" w="4312920">
                  <a:moveTo>
                    <a:pt x="1211579" y="128015"/>
                  </a:moveTo>
                  <a:lnTo>
                    <a:pt x="952500" y="128015"/>
                  </a:lnTo>
                  <a:lnTo>
                    <a:pt x="0" y="2322575"/>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p49"/>
            <p:cNvSpPr/>
            <p:nvPr/>
          </p:nvSpPr>
          <p:spPr>
            <a:xfrm>
              <a:off x="2933700" y="1548383"/>
              <a:ext cx="3017520" cy="1696720"/>
            </a:xfrm>
            <a:custGeom>
              <a:rect b="b" l="l" r="r" t="t"/>
              <a:pathLst>
                <a:path extrusionOk="0" h="1696720" w="3017520">
                  <a:moveTo>
                    <a:pt x="3017519" y="1696211"/>
                  </a:moveTo>
                  <a:lnTo>
                    <a:pt x="0" y="1696211"/>
                  </a:lnTo>
                  <a:lnTo>
                    <a:pt x="0" y="0"/>
                  </a:lnTo>
                  <a:lnTo>
                    <a:pt x="3017519" y="0"/>
                  </a:lnTo>
                  <a:lnTo>
                    <a:pt x="3017519" y="1696211"/>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8" name="Google Shape;838;p49"/>
            <p:cNvSpPr/>
            <p:nvPr/>
          </p:nvSpPr>
          <p:spPr>
            <a:xfrm>
              <a:off x="1638299" y="1548383"/>
              <a:ext cx="4312920" cy="2322830"/>
            </a:xfrm>
            <a:custGeom>
              <a:rect b="b" l="l" r="r" t="t"/>
              <a:pathLst>
                <a:path extrusionOk="0" h="2322829" w="4312920">
                  <a:moveTo>
                    <a:pt x="1295400" y="0"/>
                  </a:moveTo>
                  <a:lnTo>
                    <a:pt x="4312920" y="0"/>
                  </a:lnTo>
                  <a:lnTo>
                    <a:pt x="4312920" y="1696211"/>
                  </a:lnTo>
                  <a:lnTo>
                    <a:pt x="1295400" y="1696211"/>
                  </a:lnTo>
                  <a:lnTo>
                    <a:pt x="1295400" y="0"/>
                  </a:lnTo>
                  <a:close/>
                </a:path>
                <a:path extrusionOk="0" h="2322829" w="4312920">
                  <a:moveTo>
                    <a:pt x="1211579" y="128015"/>
                  </a:moveTo>
                  <a:lnTo>
                    <a:pt x="952500" y="128015"/>
                  </a:lnTo>
                  <a:lnTo>
                    <a:pt x="0" y="2322575"/>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39" name="Google Shape;839;p49"/>
          <p:cNvSpPr txBox="1"/>
          <p:nvPr/>
        </p:nvSpPr>
        <p:spPr>
          <a:xfrm>
            <a:off x="3021592" y="1518876"/>
            <a:ext cx="2493010" cy="1337310"/>
          </a:xfrm>
          <a:prstGeom prst="rect">
            <a:avLst/>
          </a:prstGeom>
          <a:noFill/>
          <a:ln>
            <a:noFill/>
          </a:ln>
        </p:spPr>
        <p:txBody>
          <a:bodyPr anchorCtr="0" anchor="t" bIns="0" lIns="0" spcFirstLastPara="1" rIns="0" wrap="square" tIns="69200">
            <a:spAutoFit/>
          </a:bodyPr>
          <a:lstStyle/>
          <a:p>
            <a:pPr indent="0" lvl="0" marL="12700" marR="5080" rtl="0" algn="l">
              <a:lnSpc>
                <a:spcPct val="102916"/>
              </a:lnSpc>
              <a:spcBef>
                <a:spcPts val="0"/>
              </a:spcBef>
              <a:spcAft>
                <a:spcPts val="0"/>
              </a:spcAft>
              <a:buNone/>
            </a:pPr>
            <a:r>
              <a:rPr i="1" lang="en-US" sz="2400">
                <a:solidFill>
                  <a:srgbClr val="282828"/>
                </a:solidFill>
                <a:latin typeface="Times New Roman"/>
                <a:ea typeface="Times New Roman"/>
                <a:cs typeface="Times New Roman"/>
                <a:sym typeface="Times New Roman"/>
              </a:rPr>
              <a:t>The </a:t>
            </a:r>
            <a:r>
              <a:rPr b="1" i="1" lang="en-US" sz="2400">
                <a:solidFill>
                  <a:srgbClr val="282828"/>
                </a:solidFill>
                <a:latin typeface="Times New Roman"/>
                <a:ea typeface="Times New Roman"/>
                <a:cs typeface="Times New Roman"/>
                <a:sym typeface="Times New Roman"/>
              </a:rPr>
              <a:t>fork </a:t>
            </a:r>
            <a:r>
              <a:rPr i="1" lang="en-US" sz="2400">
                <a:solidFill>
                  <a:srgbClr val="282828"/>
                </a:solidFill>
                <a:latin typeface="Times New Roman"/>
                <a:ea typeface="Times New Roman"/>
                <a:cs typeface="Times New Roman"/>
                <a:sym typeface="Times New Roman"/>
              </a:rPr>
              <a:t>syscall  returns a zero to the  child and the child  process ID to the</a:t>
            </a:r>
            <a:endParaRPr sz="2400">
              <a:solidFill>
                <a:schemeClr val="dk1"/>
              </a:solidFill>
              <a:latin typeface="Times New Roman"/>
              <a:ea typeface="Times New Roman"/>
              <a:cs typeface="Times New Roman"/>
              <a:sym typeface="Times New Roman"/>
            </a:endParaRPr>
          </a:p>
        </p:txBody>
      </p:sp>
      <p:sp>
        <p:nvSpPr>
          <p:cNvPr id="840" name="Google Shape;840;p49"/>
          <p:cNvSpPr txBox="1"/>
          <p:nvPr/>
        </p:nvSpPr>
        <p:spPr>
          <a:xfrm>
            <a:off x="3021592" y="2773119"/>
            <a:ext cx="819150" cy="39497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i="1" lang="en-US" sz="2400">
                <a:solidFill>
                  <a:srgbClr val="282828"/>
                </a:solidFill>
                <a:latin typeface="Times New Roman"/>
                <a:ea typeface="Times New Roman"/>
                <a:cs typeface="Times New Roman"/>
                <a:sym typeface="Times New Roman"/>
              </a:rPr>
              <a:t>parent</a:t>
            </a:r>
            <a:endParaRPr sz="2400">
              <a:solidFill>
                <a:schemeClr val="dk1"/>
              </a:solidFill>
              <a:latin typeface="Times New Roman"/>
              <a:ea typeface="Times New Roman"/>
              <a:cs typeface="Times New Roman"/>
              <a:sym typeface="Times New Roman"/>
            </a:endParaRPr>
          </a:p>
        </p:txBody>
      </p:sp>
      <p:grpSp>
        <p:nvGrpSpPr>
          <p:cNvPr id="841" name="Google Shape;841;p49"/>
          <p:cNvGrpSpPr/>
          <p:nvPr/>
        </p:nvGrpSpPr>
        <p:grpSpPr>
          <a:xfrm>
            <a:off x="2939796" y="3405378"/>
            <a:ext cx="6448425" cy="1085977"/>
            <a:chOff x="2939796" y="3405378"/>
            <a:chExt cx="6448425" cy="1085977"/>
          </a:xfrm>
        </p:grpSpPr>
        <p:sp>
          <p:nvSpPr>
            <p:cNvPr id="842" name="Google Shape;842;p49"/>
            <p:cNvSpPr/>
            <p:nvPr/>
          </p:nvSpPr>
          <p:spPr>
            <a:xfrm>
              <a:off x="6873240" y="3405378"/>
              <a:ext cx="0" cy="16510"/>
            </a:xfrm>
            <a:custGeom>
              <a:rect b="b" l="l" r="r" t="t"/>
              <a:pathLst>
                <a:path extrusionOk="0" h="16510" w="120000">
                  <a:moveTo>
                    <a:pt x="0" y="0"/>
                  </a:moveTo>
                  <a:lnTo>
                    <a:pt x="0" y="16001"/>
                  </a:lnTo>
                </a:path>
              </a:pathLst>
            </a:custGeom>
            <a:noFill/>
            <a:ln cap="flat" cmpd="sng" w="9525">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3" name="Google Shape;843;p49"/>
            <p:cNvSpPr/>
            <p:nvPr/>
          </p:nvSpPr>
          <p:spPr>
            <a:xfrm>
              <a:off x="2939796" y="3421380"/>
              <a:ext cx="6448425" cy="1069975"/>
            </a:xfrm>
            <a:custGeom>
              <a:rect b="b" l="l" r="r" t="t"/>
              <a:pathLst>
                <a:path extrusionOk="0" h="1069975" w="6448425">
                  <a:moveTo>
                    <a:pt x="6448044" y="1069847"/>
                  </a:moveTo>
                  <a:lnTo>
                    <a:pt x="3933444" y="1069848"/>
                  </a:lnTo>
                  <a:lnTo>
                    <a:pt x="3933444" y="0"/>
                  </a:lnTo>
                </a:path>
                <a:path extrusionOk="0" h="1069975" w="6448425">
                  <a:moveTo>
                    <a:pt x="3849623" y="79248"/>
                  </a:moveTo>
                  <a:lnTo>
                    <a:pt x="3015996" y="79248"/>
                  </a:lnTo>
                  <a:lnTo>
                    <a:pt x="0" y="466344"/>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49"/>
            <p:cNvSpPr/>
            <p:nvPr/>
          </p:nvSpPr>
          <p:spPr>
            <a:xfrm>
              <a:off x="6873240" y="3421380"/>
              <a:ext cx="2514600" cy="1069975"/>
            </a:xfrm>
            <a:custGeom>
              <a:rect b="b" l="l" r="r" t="t"/>
              <a:pathLst>
                <a:path extrusionOk="0" h="1069975" w="2514600">
                  <a:moveTo>
                    <a:pt x="2514600" y="1069848"/>
                  </a:moveTo>
                  <a:lnTo>
                    <a:pt x="0" y="1069848"/>
                  </a:lnTo>
                  <a:lnTo>
                    <a:pt x="0" y="0"/>
                  </a:lnTo>
                  <a:lnTo>
                    <a:pt x="2514600" y="0"/>
                  </a:lnTo>
                  <a:lnTo>
                    <a:pt x="2514600" y="1069848"/>
                  </a:lnTo>
                  <a:close/>
                </a:path>
              </a:pathLst>
            </a:custGeom>
            <a:solidFill>
              <a:srgbClr val="95A8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5" name="Google Shape;845;p49"/>
            <p:cNvSpPr/>
            <p:nvPr/>
          </p:nvSpPr>
          <p:spPr>
            <a:xfrm>
              <a:off x="2939796" y="3421380"/>
              <a:ext cx="6448425" cy="1069975"/>
            </a:xfrm>
            <a:custGeom>
              <a:rect b="b" l="l" r="r" t="t"/>
              <a:pathLst>
                <a:path extrusionOk="0" h="1069975" w="6448425">
                  <a:moveTo>
                    <a:pt x="3933444" y="0"/>
                  </a:moveTo>
                  <a:lnTo>
                    <a:pt x="6448044" y="0"/>
                  </a:lnTo>
                  <a:lnTo>
                    <a:pt x="6448044" y="1069848"/>
                  </a:lnTo>
                  <a:lnTo>
                    <a:pt x="3933444" y="1069848"/>
                  </a:lnTo>
                  <a:lnTo>
                    <a:pt x="3933444" y="0"/>
                  </a:lnTo>
                  <a:close/>
                </a:path>
                <a:path extrusionOk="0" h="1069975" w="6448425">
                  <a:moveTo>
                    <a:pt x="3849623" y="79248"/>
                  </a:moveTo>
                  <a:lnTo>
                    <a:pt x="3015996" y="79248"/>
                  </a:lnTo>
                  <a:lnTo>
                    <a:pt x="0" y="466344"/>
                  </a:lnTo>
                </a:path>
              </a:pathLst>
            </a:custGeom>
            <a:noFill/>
            <a:ln cap="flat" cmpd="sng" w="32000">
              <a:solidFill>
                <a:srgbClr val="E8E4D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6" name="Google Shape;846;p49"/>
          <p:cNvSpPr txBox="1"/>
          <p:nvPr/>
        </p:nvSpPr>
        <p:spPr>
          <a:xfrm>
            <a:off x="6349006" y="3390469"/>
            <a:ext cx="2629535" cy="394970"/>
          </a:xfrm>
          <a:prstGeom prst="rect">
            <a:avLst/>
          </a:prstGeom>
          <a:noFill/>
          <a:ln>
            <a:noFill/>
          </a:ln>
        </p:spPr>
        <p:txBody>
          <a:bodyPr anchorCtr="0" anchor="t" bIns="0" lIns="0" spcFirstLastPara="1" rIns="0" wrap="square" tIns="15875">
            <a:spAutoFit/>
          </a:bodyPr>
          <a:lstStyle/>
          <a:p>
            <a:pPr indent="0" lvl="0" marL="38100" marR="0" rtl="0" algn="l">
              <a:lnSpc>
                <a:spcPct val="100000"/>
              </a:lnSpc>
              <a:spcBef>
                <a:spcPts val="0"/>
              </a:spcBef>
              <a:spcAft>
                <a:spcPts val="0"/>
              </a:spcAft>
              <a:buNone/>
            </a:pPr>
            <a:r>
              <a:rPr baseline="30000" i="1" lang="en-US" sz="3600">
                <a:solidFill>
                  <a:srgbClr val="282828"/>
                </a:solidFill>
                <a:latin typeface="Times New Roman"/>
                <a:ea typeface="Times New Roman"/>
                <a:cs typeface="Times New Roman"/>
                <a:sym typeface="Times New Roman"/>
              </a:rPr>
              <a:t>slee </a:t>
            </a:r>
            <a:r>
              <a:rPr b="1" i="1" lang="en-US" sz="2400">
                <a:solidFill>
                  <a:srgbClr val="282828"/>
                </a:solidFill>
                <a:latin typeface="Times New Roman"/>
                <a:ea typeface="Times New Roman"/>
                <a:cs typeface="Times New Roman"/>
                <a:sym typeface="Times New Roman"/>
              </a:rPr>
              <a:t>Fork </a:t>
            </a:r>
            <a:r>
              <a:rPr i="1" lang="en-US" sz="2400">
                <a:solidFill>
                  <a:srgbClr val="282828"/>
                </a:solidFill>
                <a:latin typeface="Times New Roman"/>
                <a:ea typeface="Times New Roman"/>
                <a:cs typeface="Times New Roman"/>
                <a:sym typeface="Times New Roman"/>
              </a:rPr>
              <a:t>creates an</a:t>
            </a:r>
            <a:endParaRPr sz="2400">
              <a:solidFill>
                <a:schemeClr val="dk1"/>
              </a:solidFill>
              <a:latin typeface="Times New Roman"/>
              <a:ea typeface="Times New Roman"/>
              <a:cs typeface="Times New Roman"/>
              <a:sym typeface="Times New Roman"/>
            </a:endParaRPr>
          </a:p>
        </p:txBody>
      </p:sp>
      <p:sp>
        <p:nvSpPr>
          <p:cNvPr id="847" name="Google Shape;847;p49"/>
          <p:cNvSpPr txBox="1"/>
          <p:nvPr/>
        </p:nvSpPr>
        <p:spPr>
          <a:xfrm>
            <a:off x="6349006" y="3704331"/>
            <a:ext cx="2736215" cy="394970"/>
          </a:xfrm>
          <a:prstGeom prst="rect">
            <a:avLst/>
          </a:prstGeom>
          <a:noFill/>
          <a:ln>
            <a:noFill/>
          </a:ln>
        </p:spPr>
        <p:txBody>
          <a:bodyPr anchorCtr="0" anchor="t" bIns="0" lIns="0" spcFirstLastPara="1" rIns="0" wrap="square" tIns="15875">
            <a:spAutoFit/>
          </a:bodyPr>
          <a:lstStyle/>
          <a:p>
            <a:pPr indent="0" lvl="0" marL="38100" marR="0" rtl="0" algn="l">
              <a:lnSpc>
                <a:spcPct val="100000"/>
              </a:lnSpc>
              <a:spcBef>
                <a:spcPts val="0"/>
              </a:spcBef>
              <a:spcAft>
                <a:spcPts val="0"/>
              </a:spcAft>
              <a:buNone/>
            </a:pPr>
            <a:r>
              <a:rPr baseline="30000" i="1" lang="en-US" sz="3600">
                <a:solidFill>
                  <a:srgbClr val="282828"/>
                </a:solidFill>
                <a:latin typeface="Times New Roman"/>
                <a:ea typeface="Times New Roman"/>
                <a:cs typeface="Times New Roman"/>
                <a:sym typeface="Times New Roman"/>
              </a:rPr>
              <a:t>chil </a:t>
            </a:r>
            <a:r>
              <a:rPr i="1" lang="en-US" sz="2400">
                <a:solidFill>
                  <a:srgbClr val="282828"/>
                </a:solidFill>
                <a:latin typeface="Times New Roman"/>
                <a:ea typeface="Times New Roman"/>
                <a:cs typeface="Times New Roman"/>
                <a:sym typeface="Times New Roman"/>
              </a:rPr>
              <a:t>exact copy of the</a:t>
            </a:r>
            <a:endParaRPr sz="2400">
              <a:solidFill>
                <a:schemeClr val="dk1"/>
              </a:solidFill>
              <a:latin typeface="Times New Roman"/>
              <a:ea typeface="Times New Roman"/>
              <a:cs typeface="Times New Roman"/>
              <a:sym typeface="Times New Roman"/>
            </a:endParaRPr>
          </a:p>
        </p:txBody>
      </p:sp>
      <p:sp>
        <p:nvSpPr>
          <p:cNvPr id="848" name="Google Shape;848;p49"/>
          <p:cNvSpPr txBox="1"/>
          <p:nvPr/>
        </p:nvSpPr>
        <p:spPr>
          <a:xfrm>
            <a:off x="6349006" y="4018342"/>
            <a:ext cx="2460625" cy="394970"/>
          </a:xfrm>
          <a:prstGeom prst="rect">
            <a:avLst/>
          </a:prstGeom>
          <a:noFill/>
          <a:ln>
            <a:noFill/>
          </a:ln>
        </p:spPr>
        <p:txBody>
          <a:bodyPr anchorCtr="0" anchor="t" bIns="0" lIns="0" spcFirstLastPara="1" rIns="0" wrap="square" tIns="15875">
            <a:spAutoFit/>
          </a:bodyPr>
          <a:lstStyle/>
          <a:p>
            <a:pPr indent="0" lvl="0" marL="38100" marR="0" rtl="0" algn="l">
              <a:lnSpc>
                <a:spcPct val="100000"/>
              </a:lnSpc>
              <a:spcBef>
                <a:spcPts val="0"/>
              </a:spcBef>
              <a:spcAft>
                <a:spcPts val="0"/>
              </a:spcAft>
              <a:buNone/>
            </a:pPr>
            <a:r>
              <a:rPr baseline="30000" i="1" lang="en-US" sz="3600">
                <a:solidFill>
                  <a:srgbClr val="282828"/>
                </a:solidFill>
                <a:latin typeface="Times New Roman"/>
                <a:ea typeface="Times New Roman"/>
                <a:cs typeface="Times New Roman"/>
                <a:sym typeface="Times New Roman"/>
              </a:rPr>
              <a:t>retu </a:t>
            </a:r>
            <a:r>
              <a:rPr i="1" lang="en-US" sz="2400">
                <a:solidFill>
                  <a:srgbClr val="282828"/>
                </a:solidFill>
                <a:latin typeface="Times New Roman"/>
                <a:ea typeface="Times New Roman"/>
                <a:cs typeface="Times New Roman"/>
                <a:sym typeface="Times New Roman"/>
              </a:rPr>
              <a:t>parent process</a:t>
            </a:r>
            <a:endParaRPr sz="2400">
              <a:solidFill>
                <a:schemeClr val="dk1"/>
              </a:solidFill>
              <a:latin typeface="Times New Roman"/>
              <a:ea typeface="Times New Roman"/>
              <a:cs typeface="Times New Roman"/>
              <a:sym typeface="Times New Roman"/>
            </a:endParaRPr>
          </a:p>
        </p:txBody>
      </p:sp>
      <p:sp>
        <p:nvSpPr>
          <p:cNvPr id="849" name="Google Shape;849;p49"/>
          <p:cNvSpPr txBox="1"/>
          <p:nvPr/>
        </p:nvSpPr>
        <p:spPr>
          <a:xfrm>
            <a:off x="1093724" y="7020572"/>
            <a:ext cx="25031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696464"/>
                </a:solidFill>
                <a:latin typeface="Arial"/>
                <a:ea typeface="Arial"/>
                <a:cs typeface="Arial"/>
                <a:sym typeface="Arial"/>
              </a:rPr>
              <a:t>CS-2006 Operating Systems</a:t>
            </a:r>
            <a:endParaRPr sz="1500">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50"/>
          <p:cNvSpPr txBox="1"/>
          <p:nvPr>
            <p:ph type="title"/>
          </p:nvPr>
        </p:nvSpPr>
        <p:spPr>
          <a:xfrm>
            <a:off x="1076960" y="139700"/>
            <a:ext cx="8369300" cy="67691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Output with fork() system call</a:t>
            </a:r>
            <a:endParaRPr/>
          </a:p>
        </p:txBody>
      </p:sp>
      <p:sp>
        <p:nvSpPr>
          <p:cNvPr id="855" name="Google Shape;855;p50"/>
          <p:cNvSpPr txBox="1"/>
          <p:nvPr>
            <p:ph idx="1" type="body"/>
          </p:nvPr>
        </p:nvSpPr>
        <p:spPr>
          <a:xfrm>
            <a:off x="304800" y="1066927"/>
            <a:ext cx="4375404" cy="415480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US" sz="1800"/>
              <a:t>void forkexample()</a:t>
            </a:r>
            <a:endParaRPr sz="1800"/>
          </a:p>
          <a:p>
            <a:pPr indent="0" lvl="0" marL="0" rtl="0" algn="l">
              <a:spcBef>
                <a:spcPts val="0"/>
              </a:spcBef>
              <a:spcAft>
                <a:spcPts val="0"/>
              </a:spcAft>
              <a:buNone/>
            </a:pPr>
            <a:r>
              <a:rPr lang="en-US" sz="1800"/>
              <a:t>{</a:t>
            </a:r>
            <a:endParaRPr sz="1800"/>
          </a:p>
          <a:p>
            <a:pPr indent="0" lvl="0" marL="0" rtl="0" algn="l">
              <a:spcBef>
                <a:spcPts val="0"/>
              </a:spcBef>
              <a:spcAft>
                <a:spcPts val="0"/>
              </a:spcAft>
              <a:buNone/>
            </a:pPr>
            <a:r>
              <a:rPr lang="en-US" sz="1800"/>
              <a:t>	int x = 1;</a:t>
            </a:r>
            <a:endParaRPr sz="1800"/>
          </a:p>
          <a:p>
            <a:pPr indent="0" lvl="0" marL="0" rtl="0" algn="l">
              <a:spcBef>
                <a:spcPts val="0"/>
              </a:spcBef>
              <a:spcAft>
                <a:spcPts val="0"/>
              </a:spcAft>
              <a:buNone/>
            </a:pPr>
            <a:r>
              <a:rPr lang="en-US" sz="1800"/>
              <a:t>	if (fork() == 0)</a:t>
            </a:r>
            <a:endParaRPr sz="1800"/>
          </a:p>
          <a:p>
            <a:pPr indent="0" lvl="0" marL="0" rtl="0" algn="l">
              <a:spcBef>
                <a:spcPts val="0"/>
              </a:spcBef>
              <a:spcAft>
                <a:spcPts val="0"/>
              </a:spcAft>
              <a:buNone/>
            </a:pPr>
            <a:r>
              <a:rPr lang="en-US" sz="1800"/>
              <a:t>	printf("Child has x = %d\n", ++x);</a:t>
            </a:r>
            <a:endParaRPr sz="1800"/>
          </a:p>
          <a:p>
            <a:pPr indent="0" lvl="0" marL="0" rtl="0" algn="l">
              <a:spcBef>
                <a:spcPts val="0"/>
              </a:spcBef>
              <a:spcAft>
                <a:spcPts val="0"/>
              </a:spcAft>
              <a:buNone/>
            </a:pPr>
            <a:r>
              <a:rPr lang="en-US" sz="1800"/>
              <a:t>	</a:t>
            </a:r>
            <a:endParaRPr sz="1800"/>
          </a:p>
          <a:p>
            <a:pPr indent="0" lvl="0" marL="0" rtl="0" algn="l">
              <a:spcBef>
                <a:spcPts val="0"/>
              </a:spcBef>
              <a:spcAft>
                <a:spcPts val="0"/>
              </a:spcAft>
              <a:buNone/>
            </a:pPr>
            <a:r>
              <a:rPr lang="en-US" sz="1800"/>
              <a:t>	else</a:t>
            </a:r>
            <a:endParaRPr sz="1800"/>
          </a:p>
          <a:p>
            <a:pPr indent="0" lvl="0" marL="0" rtl="0" algn="l">
              <a:spcBef>
                <a:spcPts val="0"/>
              </a:spcBef>
              <a:spcAft>
                <a:spcPts val="0"/>
              </a:spcAft>
              <a:buNone/>
            </a:pPr>
            <a:r>
              <a:rPr lang="en-US" sz="1800"/>
              <a:t>	printf("Parent has x = %d\n", --x);</a:t>
            </a:r>
            <a:endParaRPr sz="1800"/>
          </a:p>
          <a:p>
            <a:pPr indent="0" lvl="0" marL="0" rtl="0" algn="l">
              <a:spcBef>
                <a:spcPts val="0"/>
              </a:spcBef>
              <a:spcAft>
                <a:spcPts val="0"/>
              </a:spcAft>
              <a:buNone/>
            </a:pPr>
            <a:r>
              <a:rPr lang="en-US" sz="1800"/>
              <a:t>}</a:t>
            </a:r>
            <a:endParaRPr sz="1800"/>
          </a:p>
          <a:p>
            <a:pPr indent="0" lvl="0" marL="0" rtl="0" algn="l">
              <a:spcBef>
                <a:spcPts val="0"/>
              </a:spcBef>
              <a:spcAft>
                <a:spcPts val="0"/>
              </a:spcAft>
              <a:buNone/>
            </a:pPr>
            <a:r>
              <a:rPr lang="en-US" sz="1800"/>
              <a:t>int main()</a:t>
            </a:r>
            <a:endParaRPr sz="1800"/>
          </a:p>
          <a:p>
            <a:pPr indent="0" lvl="0" marL="0" rtl="0" algn="l">
              <a:spcBef>
                <a:spcPts val="0"/>
              </a:spcBef>
              <a:spcAft>
                <a:spcPts val="0"/>
              </a:spcAft>
              <a:buNone/>
            </a:pPr>
            <a:r>
              <a:rPr lang="en-US" sz="1800"/>
              <a:t>{</a:t>
            </a:r>
            <a:endParaRPr sz="1800"/>
          </a:p>
          <a:p>
            <a:pPr indent="0" lvl="0" marL="0" rtl="0" algn="l">
              <a:spcBef>
                <a:spcPts val="0"/>
              </a:spcBef>
              <a:spcAft>
                <a:spcPts val="0"/>
              </a:spcAft>
              <a:buNone/>
            </a:pPr>
            <a:r>
              <a:rPr lang="en-US" sz="1800"/>
              <a:t>	forkexample();</a:t>
            </a:r>
            <a:endParaRPr sz="1800"/>
          </a:p>
          <a:p>
            <a:pPr indent="0" lvl="0" marL="0" rtl="0" algn="l">
              <a:spcBef>
                <a:spcPts val="0"/>
              </a:spcBef>
              <a:spcAft>
                <a:spcPts val="0"/>
              </a:spcAft>
              <a:buNone/>
            </a:pPr>
            <a:r>
              <a:rPr lang="en-US" sz="1800"/>
              <a:t>	return 0;</a:t>
            </a:r>
            <a:endParaRPr sz="1800"/>
          </a:p>
          <a:p>
            <a:pPr indent="0" lvl="0" marL="0" rtl="0" algn="l">
              <a:spcBef>
                <a:spcPts val="0"/>
              </a:spcBef>
              <a:spcAft>
                <a:spcPts val="0"/>
              </a:spcAft>
              <a:buNone/>
            </a:pPr>
            <a:r>
              <a:rPr lang="en-US" sz="1800"/>
              <a:t>}</a:t>
            </a:r>
            <a:endParaRPr sz="1800"/>
          </a:p>
        </p:txBody>
      </p:sp>
      <p:sp>
        <p:nvSpPr>
          <p:cNvPr id="856" name="Google Shape;856;p50"/>
          <p:cNvSpPr txBox="1"/>
          <p:nvPr>
            <p:ph idx="2" type="body"/>
          </p:nvPr>
        </p:nvSpPr>
        <p:spPr>
          <a:xfrm>
            <a:off x="5105146" y="990727"/>
            <a:ext cx="4375404" cy="36010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800"/>
              <a:t>void forkexample()</a:t>
            </a:r>
            <a:endParaRPr sz="1800"/>
          </a:p>
          <a:p>
            <a:pPr indent="0" lvl="0" marL="0" rtl="0" algn="l">
              <a:spcBef>
                <a:spcPts val="0"/>
              </a:spcBef>
              <a:spcAft>
                <a:spcPts val="0"/>
              </a:spcAft>
              <a:buNone/>
            </a:pPr>
            <a:r>
              <a:rPr lang="en-US" sz="1800"/>
              <a:t>{</a:t>
            </a:r>
            <a:endParaRPr sz="1800"/>
          </a:p>
          <a:p>
            <a:pPr indent="0" lvl="0" marL="0" rtl="0" algn="l">
              <a:spcBef>
                <a:spcPts val="0"/>
              </a:spcBef>
              <a:spcAft>
                <a:spcPts val="0"/>
              </a:spcAft>
              <a:buNone/>
            </a:pPr>
            <a:r>
              <a:rPr lang="en-US" sz="1800"/>
              <a:t>if (fork() == 0)</a:t>
            </a:r>
            <a:endParaRPr sz="1800"/>
          </a:p>
          <a:p>
            <a:pPr indent="0" lvl="0" marL="0" rtl="0" algn="l">
              <a:spcBef>
                <a:spcPts val="0"/>
              </a:spcBef>
              <a:spcAft>
                <a:spcPts val="0"/>
              </a:spcAft>
              <a:buNone/>
            </a:pPr>
            <a:r>
              <a:rPr lang="en-US" sz="1800"/>
              <a:t>printf("Hello from Child!\n");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else</a:t>
            </a:r>
            <a:endParaRPr sz="1800"/>
          </a:p>
          <a:p>
            <a:pPr indent="0" lvl="0" marL="0" rtl="0" algn="l">
              <a:spcBef>
                <a:spcPts val="0"/>
              </a:spcBef>
              <a:spcAft>
                <a:spcPts val="0"/>
              </a:spcAft>
              <a:buNone/>
            </a:pPr>
            <a:r>
              <a:rPr lang="en-US" sz="1800"/>
              <a:t>printf("Hello from Parent!\n");</a:t>
            </a:r>
            <a:endParaRPr sz="1800"/>
          </a:p>
          <a:p>
            <a:pPr indent="0" lvl="0" marL="0" rtl="0" algn="l">
              <a:spcBef>
                <a:spcPts val="0"/>
              </a:spcBef>
              <a:spcAft>
                <a:spcPts val="0"/>
              </a:spcAft>
              <a:buNone/>
            </a:pPr>
            <a:r>
              <a:rPr lang="en-US" sz="1800"/>
              <a:t>}</a:t>
            </a:r>
            <a:endParaRPr sz="1800"/>
          </a:p>
          <a:p>
            <a:pPr indent="0" lvl="0" marL="0" rtl="0" algn="l">
              <a:spcBef>
                <a:spcPts val="0"/>
              </a:spcBef>
              <a:spcAft>
                <a:spcPts val="0"/>
              </a:spcAft>
              <a:buNone/>
            </a:pPr>
            <a:r>
              <a:rPr lang="en-US" sz="1800"/>
              <a:t>int main()</a:t>
            </a:r>
            <a:endParaRPr sz="1800"/>
          </a:p>
          <a:p>
            <a:pPr indent="0" lvl="0" marL="0" rtl="0" algn="l">
              <a:spcBef>
                <a:spcPts val="0"/>
              </a:spcBef>
              <a:spcAft>
                <a:spcPts val="0"/>
              </a:spcAft>
              <a:buNone/>
            </a:pPr>
            <a:r>
              <a:rPr lang="en-US" sz="1800"/>
              <a:t>{</a:t>
            </a:r>
            <a:endParaRPr sz="1800"/>
          </a:p>
          <a:p>
            <a:pPr indent="0" lvl="0" marL="0" rtl="0" algn="l">
              <a:spcBef>
                <a:spcPts val="0"/>
              </a:spcBef>
              <a:spcAft>
                <a:spcPts val="0"/>
              </a:spcAft>
              <a:buNone/>
            </a:pPr>
            <a:r>
              <a:rPr lang="en-US" sz="1800"/>
              <a:t>	forkexample();</a:t>
            </a:r>
            <a:endParaRPr sz="1800"/>
          </a:p>
          <a:p>
            <a:pPr indent="0" lvl="0" marL="0" rtl="0" algn="l">
              <a:spcBef>
                <a:spcPts val="0"/>
              </a:spcBef>
              <a:spcAft>
                <a:spcPts val="0"/>
              </a:spcAft>
              <a:buNone/>
            </a:pPr>
            <a:r>
              <a:rPr lang="en-US" sz="1800"/>
              <a:t>	return 0;</a:t>
            </a:r>
            <a:endParaRPr sz="1800"/>
          </a:p>
          <a:p>
            <a:pPr indent="0" lvl="0" marL="0" rtl="0" algn="l">
              <a:spcBef>
                <a:spcPts val="0"/>
              </a:spcBef>
              <a:spcAft>
                <a:spcPts val="0"/>
              </a:spcAft>
              <a:buNone/>
            </a:pPr>
            <a:r>
              <a:rPr lang="en-US" sz="1800"/>
              <a:t>}</a:t>
            </a:r>
            <a:endParaRPr sz="1800"/>
          </a:p>
        </p:txBody>
      </p:sp>
      <p:sp>
        <p:nvSpPr>
          <p:cNvPr id="857" name="Google Shape;857;p50"/>
          <p:cNvSpPr txBox="1"/>
          <p:nvPr/>
        </p:nvSpPr>
        <p:spPr>
          <a:xfrm>
            <a:off x="381000" y="5715000"/>
            <a:ext cx="2540000" cy="645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Hello from Child!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Hello from Parent!</a:t>
            </a:r>
            <a:endParaRPr sz="1800">
              <a:solidFill>
                <a:schemeClr val="dk1"/>
              </a:solidFill>
              <a:latin typeface="Calibri"/>
              <a:ea typeface="Calibri"/>
              <a:cs typeface="Calibri"/>
              <a:sym typeface="Calibri"/>
            </a:endParaRPr>
          </a:p>
        </p:txBody>
      </p:sp>
      <p:sp>
        <p:nvSpPr>
          <p:cNvPr id="858" name="Google Shape;858;p50"/>
          <p:cNvSpPr txBox="1"/>
          <p:nvPr/>
        </p:nvSpPr>
        <p:spPr>
          <a:xfrm>
            <a:off x="381000" y="6477000"/>
            <a:ext cx="2540000"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OR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Hello from Parent!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Hello from Chil!</a:t>
            </a:r>
            <a:endParaRPr sz="1800">
              <a:solidFill>
                <a:schemeClr val="dk1"/>
              </a:solidFill>
              <a:latin typeface="Calibri"/>
              <a:ea typeface="Calibri"/>
              <a:cs typeface="Calibri"/>
              <a:sym typeface="Calibri"/>
            </a:endParaRPr>
          </a:p>
        </p:txBody>
      </p:sp>
      <p:sp>
        <p:nvSpPr>
          <p:cNvPr id="859" name="Google Shape;859;p50"/>
          <p:cNvSpPr txBox="1"/>
          <p:nvPr/>
        </p:nvSpPr>
        <p:spPr>
          <a:xfrm>
            <a:off x="4572000" y="4724400"/>
            <a:ext cx="2540000"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Parent has x = 0</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Child has x = 2</a:t>
            </a:r>
            <a:endParaRPr sz="1800">
              <a:solidFill>
                <a:schemeClr val="dk1"/>
              </a:solidFill>
              <a:latin typeface="Calibri"/>
              <a:ea typeface="Calibri"/>
              <a:cs typeface="Calibri"/>
              <a:sym typeface="Calibri"/>
            </a:endParaRPr>
          </a:p>
        </p:txBody>
      </p:sp>
      <p:sp>
        <p:nvSpPr>
          <p:cNvPr id="860" name="Google Shape;860;p50"/>
          <p:cNvSpPr txBox="1"/>
          <p:nvPr/>
        </p:nvSpPr>
        <p:spPr>
          <a:xfrm>
            <a:off x="4495800" y="5638800"/>
            <a:ext cx="2540000" cy="1198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OR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Child has x = 2</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Parent has x = 0</a:t>
            </a:r>
            <a:endParaRPr sz="1800">
              <a:solidFill>
                <a:schemeClr val="dk1"/>
              </a:solidFill>
              <a:latin typeface="Calibri"/>
              <a:ea typeface="Calibri"/>
              <a:cs typeface="Calibri"/>
              <a:sym typeface="Calibri"/>
            </a:endParaRPr>
          </a:p>
        </p:txBody>
      </p:sp>
      <p:sp>
        <p:nvSpPr>
          <p:cNvPr id="861" name="Google Shape;861;p50"/>
          <p:cNvSpPr txBox="1"/>
          <p:nvPr/>
        </p:nvSpPr>
        <p:spPr>
          <a:xfrm>
            <a:off x="685800" y="5105400"/>
            <a:ext cx="93218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51"/>
          <p:cNvSpPr txBox="1"/>
          <p:nvPr>
            <p:ph type="title"/>
          </p:nvPr>
        </p:nvSpPr>
        <p:spPr>
          <a:xfrm>
            <a:off x="1076960" y="139700"/>
            <a:ext cx="8337550" cy="67691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Problems based on C fork()</a:t>
            </a:r>
            <a:endParaRPr/>
          </a:p>
        </p:txBody>
      </p:sp>
      <p:sp>
        <p:nvSpPr>
          <p:cNvPr id="867" name="Google Shape;867;p51"/>
          <p:cNvSpPr txBox="1"/>
          <p:nvPr>
            <p:ph idx="1" type="body"/>
          </p:nvPr>
        </p:nvSpPr>
        <p:spPr>
          <a:xfrm>
            <a:off x="590999" y="1688136"/>
            <a:ext cx="8876400" cy="46932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for (int i = 1; i &lt;= 2; i++)</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        fork();</a:t>
            </a:r>
            <a:endParaRPr/>
          </a:p>
          <a:p>
            <a:pPr indent="0" lvl="0" marL="0" rtl="0" algn="l">
              <a:spcBef>
                <a:spcPts val="0"/>
              </a:spcBef>
              <a:spcAft>
                <a:spcPts val="0"/>
              </a:spcAft>
              <a:buNone/>
            </a:pPr>
            <a:r>
              <a:rPr lang="en-US"/>
              <a:t>        printf("%d, fork \n",i);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514350" lvl="0" marL="514350" rtl="0" algn="l">
              <a:spcBef>
                <a:spcPts val="0"/>
              </a:spcBef>
              <a:spcAft>
                <a:spcPts val="0"/>
              </a:spcAft>
              <a:buClr>
                <a:schemeClr val="dk1"/>
              </a:buClr>
              <a:buSzPts val="3000"/>
              <a:buFont typeface="Times New Roman"/>
              <a:buAutoNum type="arabicPeriod"/>
            </a:pPr>
            <a:r>
              <a:rPr lang="en-US"/>
              <a:t>HOW many outputs will be there? Also when i&lt;=3?</a:t>
            </a:r>
            <a:endParaRPr/>
          </a:p>
          <a:p>
            <a:pPr indent="-514350" lvl="0" marL="514350" rtl="0" algn="l">
              <a:spcBef>
                <a:spcPts val="0"/>
              </a:spcBef>
              <a:spcAft>
                <a:spcPts val="0"/>
              </a:spcAft>
              <a:buClr>
                <a:schemeClr val="dk1"/>
              </a:buClr>
              <a:buSzPts val="3000"/>
              <a:buFont typeface="Times New Roman"/>
              <a:buAutoNum type="arabicPeriod"/>
            </a:pPr>
            <a:r>
              <a:rPr lang="en-US"/>
              <a:t>The total number of child processes created is?</a:t>
            </a:r>
            <a:endParaRPr/>
          </a:p>
          <a:p>
            <a:pPr indent="-320675" lvl="0" marL="514350" rtl="0" algn="l">
              <a:spcBef>
                <a:spcPts val="0"/>
              </a:spcBef>
              <a:spcAft>
                <a:spcPts val="0"/>
              </a:spcAft>
              <a:buClr>
                <a:schemeClr val="dk1"/>
              </a:buClr>
              <a:buSzPts val="3050"/>
              <a:buFont typeface="Times New Roman"/>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52"/>
          <p:cNvSpPr txBox="1"/>
          <p:nvPr/>
        </p:nvSpPr>
        <p:spPr>
          <a:xfrm>
            <a:off x="1093724" y="7020572"/>
            <a:ext cx="25031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696464"/>
                </a:solidFill>
                <a:latin typeface="Arial"/>
                <a:ea typeface="Arial"/>
                <a:cs typeface="Arial"/>
                <a:sym typeface="Arial"/>
              </a:rPr>
              <a:t>CS-2006 Operating Systems</a:t>
            </a:r>
            <a:endParaRPr sz="1500">
              <a:solidFill>
                <a:schemeClr val="dk1"/>
              </a:solidFill>
              <a:latin typeface="Arial"/>
              <a:ea typeface="Arial"/>
              <a:cs typeface="Arial"/>
              <a:sym typeface="Arial"/>
            </a:endParaRPr>
          </a:p>
        </p:txBody>
      </p:sp>
      <p:sp>
        <p:nvSpPr>
          <p:cNvPr id="873" name="Google Shape;873;p5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52"/>
          <p:cNvSpPr txBox="1"/>
          <p:nvPr/>
        </p:nvSpPr>
        <p:spPr>
          <a:xfrm>
            <a:off x="284479" y="7061707"/>
            <a:ext cx="2552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FFFFFF"/>
                </a:solidFill>
                <a:latin typeface="Trebuchet MS"/>
                <a:ea typeface="Trebuchet MS"/>
                <a:cs typeface="Trebuchet MS"/>
                <a:sym typeface="Trebuchet MS"/>
              </a:rPr>
              <a:t>50</a:t>
            </a:r>
            <a:endParaRPr sz="1500">
              <a:solidFill>
                <a:schemeClr val="dk1"/>
              </a:solidFill>
              <a:latin typeface="Trebuchet MS"/>
              <a:ea typeface="Trebuchet MS"/>
              <a:cs typeface="Trebuchet MS"/>
              <a:sym typeface="Trebuchet MS"/>
            </a:endParaRPr>
          </a:p>
        </p:txBody>
      </p:sp>
      <p:sp>
        <p:nvSpPr>
          <p:cNvPr id="875" name="Google Shape;875;p52"/>
          <p:cNvSpPr/>
          <p:nvPr/>
        </p:nvSpPr>
        <p:spPr>
          <a:xfrm>
            <a:off x="911352" y="114300"/>
            <a:ext cx="8633460" cy="7543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53"/>
          <p:cNvSpPr txBox="1"/>
          <p:nvPr/>
        </p:nvSpPr>
        <p:spPr>
          <a:xfrm>
            <a:off x="303275" y="7051750"/>
            <a:ext cx="3281045" cy="260350"/>
          </a:xfrm>
          <a:prstGeom prst="rect">
            <a:avLst/>
          </a:prstGeom>
          <a:noFill/>
          <a:ln>
            <a:noFill/>
          </a:ln>
        </p:spPr>
        <p:txBody>
          <a:bodyPr anchorCtr="0" anchor="t" bIns="0" lIns="0" spcFirstLastPara="1" rIns="0" wrap="square" tIns="0">
            <a:spAutoFit/>
          </a:bodyPr>
          <a:lstStyle/>
          <a:p>
            <a:pPr indent="0" lvl="0" marL="0" marR="0" rtl="0" algn="l">
              <a:lnSpc>
                <a:spcPct val="75111"/>
              </a:lnSpc>
              <a:spcBef>
                <a:spcPts val="0"/>
              </a:spcBef>
              <a:spcAft>
                <a:spcPts val="0"/>
              </a:spcAft>
              <a:buNone/>
            </a:pPr>
            <a:r>
              <a:rPr baseline="-25000" lang="en-US" sz="2250">
                <a:solidFill>
                  <a:srgbClr val="FFFFFF"/>
                </a:solidFill>
                <a:latin typeface="Trebuchet MS"/>
                <a:ea typeface="Trebuchet MS"/>
                <a:cs typeface="Trebuchet MS"/>
                <a:sym typeface="Trebuchet MS"/>
              </a:rPr>
              <a:t>51	</a:t>
            </a:r>
            <a:r>
              <a:rPr lang="en-US" sz="1500">
                <a:solidFill>
                  <a:srgbClr val="696464"/>
                </a:solidFill>
                <a:latin typeface="Arial"/>
                <a:ea typeface="Arial"/>
                <a:cs typeface="Arial"/>
                <a:sym typeface="Arial"/>
              </a:rPr>
              <a:t>CS-2006 Operating Systems</a:t>
            </a:r>
            <a:endParaRPr sz="1500">
              <a:solidFill>
                <a:schemeClr val="dk1"/>
              </a:solidFill>
              <a:latin typeface="Arial"/>
              <a:ea typeface="Arial"/>
              <a:cs typeface="Arial"/>
              <a:sym typeface="Arial"/>
            </a:endParaRPr>
          </a:p>
        </p:txBody>
      </p:sp>
      <p:sp>
        <p:nvSpPr>
          <p:cNvPr id="881" name="Google Shape;881;p5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 name="Google Shape;882;p53"/>
          <p:cNvSpPr/>
          <p:nvPr/>
        </p:nvSpPr>
        <p:spPr>
          <a:xfrm>
            <a:off x="198120" y="402336"/>
            <a:ext cx="4989576" cy="712774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 name="Google Shape;883;p53"/>
          <p:cNvSpPr/>
          <p:nvPr/>
        </p:nvSpPr>
        <p:spPr>
          <a:xfrm>
            <a:off x="5559983" y="403859"/>
            <a:ext cx="4381068" cy="712774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53"/>
          <p:cNvSpPr txBox="1"/>
          <p:nvPr/>
        </p:nvSpPr>
        <p:spPr>
          <a:xfrm>
            <a:off x="2067605" y="7005307"/>
            <a:ext cx="80835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rgbClr val="FF0000"/>
                </a:solidFill>
                <a:latin typeface="Arial"/>
                <a:ea typeface="Arial"/>
                <a:cs typeface="Arial"/>
                <a:sym typeface="Arial"/>
              </a:rPr>
              <a:t>Parent</a:t>
            </a:r>
            <a:endParaRPr sz="1950">
              <a:solidFill>
                <a:schemeClr val="dk1"/>
              </a:solidFill>
              <a:latin typeface="Arial"/>
              <a:ea typeface="Arial"/>
              <a:cs typeface="Arial"/>
              <a:sym typeface="Arial"/>
            </a:endParaRPr>
          </a:p>
        </p:txBody>
      </p:sp>
      <p:sp>
        <p:nvSpPr>
          <p:cNvPr id="885" name="Google Shape;885;p53"/>
          <p:cNvSpPr txBox="1"/>
          <p:nvPr/>
        </p:nvSpPr>
        <p:spPr>
          <a:xfrm>
            <a:off x="7262742" y="7005307"/>
            <a:ext cx="65468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rgbClr val="FF0000"/>
                </a:solidFill>
                <a:latin typeface="Arial"/>
                <a:ea typeface="Arial"/>
                <a:cs typeface="Arial"/>
                <a:sym typeface="Arial"/>
              </a:rPr>
              <a:t>Child</a:t>
            </a:r>
            <a:endParaRPr sz="195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54"/>
          <p:cNvSpPr txBox="1"/>
          <p:nvPr/>
        </p:nvSpPr>
        <p:spPr>
          <a:xfrm>
            <a:off x="840791" y="1571655"/>
            <a:ext cx="3846829" cy="3663315"/>
          </a:xfrm>
          <a:prstGeom prst="rect">
            <a:avLst/>
          </a:prstGeom>
          <a:noFill/>
          <a:ln>
            <a:noFill/>
          </a:ln>
        </p:spPr>
        <p:txBody>
          <a:bodyPr anchorCtr="0" anchor="t" bIns="0" lIns="0" spcFirstLastPara="1" rIns="0" wrap="square" tIns="97775">
            <a:spAutoFit/>
          </a:bodyPr>
          <a:lstStyle/>
          <a:p>
            <a:pPr indent="-300355" lvl="0" marL="312420" marR="0" rtl="0" algn="l">
              <a:lnSpc>
                <a:spcPct val="100000"/>
              </a:lnSpc>
              <a:spcBef>
                <a:spcPts val="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Stack</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Memory</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5"/>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Environment</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Open file descriptors</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Current working directory</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5"/>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Resource limits</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Root directory</a:t>
            </a:r>
            <a:endParaRPr sz="2850">
              <a:solidFill>
                <a:schemeClr val="dk1"/>
              </a:solidFill>
              <a:latin typeface="Times New Roman"/>
              <a:ea typeface="Times New Roman"/>
              <a:cs typeface="Times New Roman"/>
              <a:sym typeface="Times New Roman"/>
            </a:endParaRPr>
          </a:p>
        </p:txBody>
      </p:sp>
      <p:sp>
        <p:nvSpPr>
          <p:cNvPr id="891" name="Google Shape;891;p5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54"/>
          <p:cNvSpPr txBox="1"/>
          <p:nvPr>
            <p:ph type="title"/>
          </p:nvPr>
        </p:nvSpPr>
        <p:spPr>
          <a:xfrm>
            <a:off x="1093823" y="778270"/>
            <a:ext cx="461454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Child Process Inherits</a:t>
            </a:r>
            <a:endParaRPr sz="3950"/>
          </a:p>
        </p:txBody>
      </p:sp>
      <p:sp>
        <p:nvSpPr>
          <p:cNvPr id="893" name="Google Shape;893;p5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894" name="Google Shape;894;p54"/>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55"/>
          <p:cNvSpPr txBox="1"/>
          <p:nvPr/>
        </p:nvSpPr>
        <p:spPr>
          <a:xfrm>
            <a:off x="682177" y="1777249"/>
            <a:ext cx="5528310" cy="2624455"/>
          </a:xfrm>
          <a:prstGeom prst="rect">
            <a:avLst/>
          </a:prstGeom>
          <a:noFill/>
          <a:ln>
            <a:noFill/>
          </a:ln>
        </p:spPr>
        <p:txBody>
          <a:bodyPr anchorCtr="0" anchor="t" bIns="0" lIns="0" spcFirstLastPara="1" rIns="0" wrap="square" tIns="97775">
            <a:spAutoFit/>
          </a:bodyPr>
          <a:lstStyle/>
          <a:p>
            <a:pPr indent="-300355" lvl="0" marL="312420" marR="0" rtl="0" algn="l">
              <a:lnSpc>
                <a:spcPct val="100000"/>
              </a:lnSpc>
              <a:spcBef>
                <a:spcPts val="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Process ID</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5"/>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Different parent process ID</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Process times</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0"/>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Own copy of files</a:t>
            </a:r>
            <a:endParaRPr sz="2850">
              <a:solidFill>
                <a:schemeClr val="dk1"/>
              </a:solidFill>
              <a:latin typeface="Times New Roman"/>
              <a:ea typeface="Times New Roman"/>
              <a:cs typeface="Times New Roman"/>
              <a:sym typeface="Times New Roman"/>
            </a:endParaRPr>
          </a:p>
          <a:p>
            <a:pPr indent="-300355" lvl="0" marL="312420" marR="0" rtl="0" algn="l">
              <a:lnSpc>
                <a:spcPct val="100000"/>
              </a:lnSpc>
              <a:spcBef>
                <a:spcPts val="675"/>
              </a:spcBef>
              <a:spcAft>
                <a:spcPts val="0"/>
              </a:spcAft>
              <a:buClr>
                <a:srgbClr val="D34816"/>
              </a:buClr>
              <a:buSzPts val="2394"/>
              <a:buFont typeface="Arial"/>
              <a:buChar char="•"/>
            </a:pPr>
            <a:r>
              <a:rPr lang="en-US" sz="2850">
                <a:solidFill>
                  <a:schemeClr val="dk1"/>
                </a:solidFill>
                <a:latin typeface="Times New Roman"/>
                <a:ea typeface="Times New Roman"/>
                <a:cs typeface="Times New Roman"/>
                <a:sym typeface="Times New Roman"/>
              </a:rPr>
              <a:t>Resource utilization (initialized to zero)</a:t>
            </a:r>
            <a:endParaRPr sz="2850">
              <a:solidFill>
                <a:schemeClr val="dk1"/>
              </a:solidFill>
              <a:latin typeface="Times New Roman"/>
              <a:ea typeface="Times New Roman"/>
              <a:cs typeface="Times New Roman"/>
              <a:sym typeface="Times New Roman"/>
            </a:endParaRPr>
          </a:p>
        </p:txBody>
      </p:sp>
      <p:sp>
        <p:nvSpPr>
          <p:cNvPr id="900" name="Google Shape;900;p5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55"/>
          <p:cNvSpPr txBox="1"/>
          <p:nvPr>
            <p:ph type="title"/>
          </p:nvPr>
        </p:nvSpPr>
        <p:spPr>
          <a:xfrm>
            <a:off x="1093823" y="941326"/>
            <a:ext cx="6697980"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Child process DOES NOT Inherit</a:t>
            </a:r>
            <a:endParaRPr sz="3950"/>
          </a:p>
        </p:txBody>
      </p:sp>
      <p:sp>
        <p:nvSpPr>
          <p:cNvPr id="902" name="Google Shape;902;p5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03" name="Google Shape;903;p55"/>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56"/>
          <p:cNvSpPr txBox="1"/>
          <p:nvPr/>
        </p:nvSpPr>
        <p:spPr>
          <a:xfrm>
            <a:off x="997781" y="1570687"/>
            <a:ext cx="7973695" cy="3949065"/>
          </a:xfrm>
          <a:prstGeom prst="rect">
            <a:avLst/>
          </a:prstGeom>
          <a:noFill/>
          <a:ln>
            <a:noFill/>
          </a:ln>
        </p:spPr>
        <p:txBody>
          <a:bodyPr anchorCtr="0" anchor="t" bIns="0" lIns="0" spcFirstLastPara="1" rIns="0" wrap="square" tIns="12050">
            <a:spAutoFit/>
          </a:bodyPr>
          <a:lstStyle/>
          <a:p>
            <a:pPr indent="-300355" lvl="0" marL="312420" marR="5080" rtl="0" algn="just">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The parent process will often want to wait until all  child processes have been completed. This can be  implemented with the wait() function call.</a:t>
            </a:r>
            <a:endParaRPr sz="3050">
              <a:solidFill>
                <a:schemeClr val="dk1"/>
              </a:solidFill>
              <a:latin typeface="Times New Roman"/>
              <a:ea typeface="Times New Roman"/>
              <a:cs typeface="Times New Roman"/>
              <a:sym typeface="Times New Roman"/>
            </a:endParaRPr>
          </a:p>
          <a:p>
            <a:pPr indent="-300355" lvl="0" marL="312420" marR="5080" rtl="0" algn="just">
              <a:lnSpc>
                <a:spcPct val="101000"/>
              </a:lnSpc>
              <a:spcBef>
                <a:spcPts val="660"/>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wait()</a:t>
            </a:r>
            <a:r>
              <a:rPr lang="en-US" sz="3050">
                <a:solidFill>
                  <a:schemeClr val="dk1"/>
                </a:solidFill>
                <a:latin typeface="Times New Roman"/>
                <a:ea typeface="Times New Roman"/>
                <a:cs typeface="Times New Roman"/>
                <a:sym typeface="Times New Roman"/>
              </a:rPr>
              <a:t>: Blocks calling process until the child process  terminates. If child process has already teminated, the  wait() call returns immediately.</a:t>
            </a:r>
            <a:endParaRPr sz="3050">
              <a:solidFill>
                <a:schemeClr val="dk1"/>
              </a:solidFill>
              <a:latin typeface="Times New Roman"/>
              <a:ea typeface="Times New Roman"/>
              <a:cs typeface="Times New Roman"/>
              <a:sym typeface="Times New Roman"/>
            </a:endParaRPr>
          </a:p>
          <a:p>
            <a:pPr indent="-300355" lvl="0" marL="312420" marR="5080" rtl="0" algn="just">
              <a:lnSpc>
                <a:spcPct val="101000"/>
              </a:lnSpc>
              <a:spcBef>
                <a:spcPts val="660"/>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waitpid()</a:t>
            </a:r>
            <a:r>
              <a:rPr lang="en-US" sz="3050">
                <a:solidFill>
                  <a:schemeClr val="dk1"/>
                </a:solidFill>
                <a:latin typeface="Times New Roman"/>
                <a:ea typeface="Times New Roman"/>
                <a:cs typeface="Times New Roman"/>
                <a:sym typeface="Times New Roman"/>
              </a:rPr>
              <a:t>: Options available to block calling process  for a particular child process not the first one.</a:t>
            </a:r>
            <a:endParaRPr sz="3050">
              <a:solidFill>
                <a:schemeClr val="dk1"/>
              </a:solidFill>
              <a:latin typeface="Times New Roman"/>
              <a:ea typeface="Times New Roman"/>
              <a:cs typeface="Times New Roman"/>
              <a:sym typeface="Times New Roman"/>
            </a:endParaRPr>
          </a:p>
        </p:txBody>
      </p:sp>
      <p:sp>
        <p:nvSpPr>
          <p:cNvPr id="909" name="Google Shape;909;p5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0" name="Google Shape;910;p56"/>
          <p:cNvSpPr txBox="1"/>
          <p:nvPr>
            <p:ph type="title"/>
          </p:nvPr>
        </p:nvSpPr>
        <p:spPr>
          <a:xfrm>
            <a:off x="1093625" y="551249"/>
            <a:ext cx="519938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The wait() System Call</a:t>
            </a:r>
            <a:endParaRPr/>
          </a:p>
        </p:txBody>
      </p:sp>
      <p:sp>
        <p:nvSpPr>
          <p:cNvPr id="911" name="Google Shape;911;p5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12" name="Google Shape;912;p56"/>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57"/>
          <p:cNvSpPr txBox="1"/>
          <p:nvPr/>
        </p:nvSpPr>
        <p:spPr>
          <a:xfrm>
            <a:off x="650275" y="1668301"/>
            <a:ext cx="8296200" cy="4104600"/>
          </a:xfrm>
          <a:prstGeom prst="rect">
            <a:avLst/>
          </a:prstGeom>
          <a:noFill/>
          <a:ln>
            <a:noFill/>
          </a:ln>
        </p:spPr>
        <p:txBody>
          <a:bodyPr anchorCtr="0" anchor="t" bIns="0" lIns="0" spcFirstLastPara="1" rIns="0" wrap="square" tIns="12050">
            <a:spAutoFit/>
          </a:bodyPr>
          <a:lstStyle/>
          <a:p>
            <a:pPr indent="-300355" lvl="0" marL="312420" marR="262255" rtl="0" algn="l">
              <a:lnSpc>
                <a:spcPct val="100000"/>
              </a:lnSpc>
              <a:spcBef>
                <a:spcPts val="0"/>
              </a:spcBef>
              <a:spcAft>
                <a:spcPts val="0"/>
              </a:spcAft>
              <a:buClr>
                <a:srgbClr val="D34816"/>
              </a:buClr>
              <a:buSzPts val="1848"/>
              <a:buFont typeface="Arial"/>
              <a:buChar char="•"/>
            </a:pPr>
            <a:r>
              <a:rPr b="1" lang="en-US" sz="2200">
                <a:solidFill>
                  <a:schemeClr val="dk1"/>
                </a:solidFill>
                <a:latin typeface="Times New Roman"/>
                <a:ea typeface="Times New Roman"/>
                <a:cs typeface="Times New Roman"/>
                <a:sym typeface="Times New Roman"/>
              </a:rPr>
              <a:t>A child program returns a value to the parent, so the parent must  arrange to receive that value</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60"/>
              </a:spcBef>
              <a:spcAft>
                <a:spcPts val="0"/>
              </a:spcAft>
              <a:buClr>
                <a:srgbClr val="D34816"/>
              </a:buClr>
              <a:buSzPts val="1848"/>
              <a:buFont typeface="Arial"/>
              <a:buChar char="•"/>
            </a:pPr>
            <a:r>
              <a:rPr b="1" lang="en-US" sz="2200">
                <a:solidFill>
                  <a:schemeClr val="dk1"/>
                </a:solidFill>
                <a:latin typeface="Times New Roman"/>
                <a:ea typeface="Times New Roman"/>
                <a:cs typeface="Times New Roman"/>
                <a:sym typeface="Times New Roman"/>
              </a:rPr>
              <a:t>The wait() system call serves this purpose</a:t>
            </a:r>
            <a:endParaRPr sz="2200">
              <a:solidFill>
                <a:schemeClr val="dk1"/>
              </a:solidFill>
              <a:latin typeface="Times New Roman"/>
              <a:ea typeface="Times New Roman"/>
              <a:cs typeface="Times New Roman"/>
              <a:sym typeface="Times New Roman"/>
            </a:endParaRPr>
          </a:p>
          <a:p>
            <a:pPr indent="-314960" lvl="1" marL="829310" marR="0" rtl="0" algn="l">
              <a:lnSpc>
                <a:spcPct val="100000"/>
              </a:lnSpc>
              <a:spcBef>
                <a:spcPts val="345"/>
              </a:spcBef>
              <a:spcAft>
                <a:spcPts val="0"/>
              </a:spcAft>
              <a:buClr>
                <a:srgbClr val="9A2D1F"/>
              </a:buClr>
              <a:buSzPts val="1848"/>
              <a:buFont typeface="Arial"/>
              <a:buChar char="•"/>
            </a:pPr>
            <a:r>
              <a:rPr b="0" i="0" lang="en-US" sz="2200" u="none" cap="none" strike="noStrike">
                <a:solidFill>
                  <a:schemeClr val="dk1"/>
                </a:solidFill>
                <a:latin typeface="Times New Roman"/>
                <a:ea typeface="Times New Roman"/>
                <a:cs typeface="Times New Roman"/>
                <a:sym typeface="Times New Roman"/>
              </a:rPr>
              <a:t>pid</a:t>
            </a:r>
            <a:r>
              <a:rPr b="0" i="1" lang="en-US" sz="2300" u="none" cap="none" strike="noStrike">
                <a:solidFill>
                  <a:schemeClr val="dk1"/>
                </a:solidFill>
                <a:latin typeface="Times New Roman"/>
                <a:ea typeface="Times New Roman"/>
                <a:cs typeface="Times New Roman"/>
                <a:sym typeface="Times New Roman"/>
              </a:rPr>
              <a:t>_</a:t>
            </a:r>
            <a:r>
              <a:rPr b="0" i="0" lang="en-US" sz="2200" u="none" cap="none" strike="noStrike">
                <a:solidFill>
                  <a:schemeClr val="dk1"/>
                </a:solidFill>
                <a:latin typeface="Times New Roman"/>
                <a:ea typeface="Times New Roman"/>
                <a:cs typeface="Times New Roman"/>
                <a:sym typeface="Times New Roman"/>
              </a:rPr>
              <a:t>t wait(int *status)</a:t>
            </a:r>
            <a:endParaRPr b="0" i="0" sz="2200" u="none" cap="none" strike="noStrike">
              <a:solidFill>
                <a:schemeClr val="dk1"/>
              </a:solidFill>
              <a:latin typeface="Times New Roman"/>
              <a:ea typeface="Times New Roman"/>
              <a:cs typeface="Times New Roman"/>
              <a:sym typeface="Times New Roman"/>
            </a:endParaRPr>
          </a:p>
          <a:p>
            <a:pPr indent="-314960" lvl="1" marL="829310" marR="0" rtl="0" algn="l">
              <a:lnSpc>
                <a:spcPct val="100000"/>
              </a:lnSpc>
              <a:spcBef>
                <a:spcPts val="420"/>
              </a:spcBef>
              <a:spcAft>
                <a:spcPts val="0"/>
              </a:spcAft>
              <a:buClr>
                <a:srgbClr val="9A2D1F"/>
              </a:buClr>
              <a:buSzPts val="1848"/>
              <a:buFont typeface="Arial"/>
              <a:buChar char="•"/>
            </a:pPr>
            <a:r>
              <a:rPr b="0" i="0" lang="en-US" sz="2200" u="none" cap="none" strike="noStrike">
                <a:solidFill>
                  <a:schemeClr val="dk1"/>
                </a:solidFill>
                <a:latin typeface="Times New Roman"/>
                <a:ea typeface="Times New Roman"/>
                <a:cs typeface="Times New Roman"/>
                <a:sym typeface="Times New Roman"/>
              </a:rPr>
              <a:t>it puts the parent to sleep waiting for a child’s result</a:t>
            </a:r>
            <a:endParaRPr b="0" i="0" sz="2200" u="none" cap="none" strike="noStrike">
              <a:solidFill>
                <a:schemeClr val="dk1"/>
              </a:solidFill>
              <a:latin typeface="Times New Roman"/>
              <a:ea typeface="Times New Roman"/>
              <a:cs typeface="Times New Roman"/>
              <a:sym typeface="Times New Roman"/>
            </a:endParaRPr>
          </a:p>
          <a:p>
            <a:pPr indent="-314325" lvl="1" marL="829310" marR="5080" rtl="0" algn="l">
              <a:lnSpc>
                <a:spcPct val="100000"/>
              </a:lnSpc>
              <a:spcBef>
                <a:spcPts val="435"/>
              </a:spcBef>
              <a:spcAft>
                <a:spcPts val="0"/>
              </a:spcAft>
              <a:buClr>
                <a:srgbClr val="9A2D1F"/>
              </a:buClr>
              <a:buSzPts val="1848"/>
              <a:buFont typeface="Arial"/>
              <a:buChar char="•"/>
            </a:pPr>
            <a:r>
              <a:rPr b="0" i="0" lang="en-US" sz="2200" u="none" cap="none" strike="noStrike">
                <a:solidFill>
                  <a:schemeClr val="dk1"/>
                </a:solidFill>
                <a:latin typeface="Times New Roman"/>
                <a:ea typeface="Times New Roman"/>
                <a:cs typeface="Times New Roman"/>
                <a:sym typeface="Times New Roman"/>
              </a:rPr>
              <a:t>when a child calls exit(), the OS unblocks the parent and returns the value  passed by exit() as a result of the wait call (along with the pid of the child)</a:t>
            </a:r>
            <a:endParaRPr b="0" i="0" sz="2200" u="none" cap="none" strike="noStrike">
              <a:solidFill>
                <a:schemeClr val="dk1"/>
              </a:solidFill>
              <a:latin typeface="Times New Roman"/>
              <a:ea typeface="Times New Roman"/>
              <a:cs typeface="Times New Roman"/>
              <a:sym typeface="Times New Roman"/>
            </a:endParaRPr>
          </a:p>
          <a:p>
            <a:pPr indent="-314960" lvl="1" marL="829310" marR="0" rtl="0" algn="l">
              <a:lnSpc>
                <a:spcPct val="100000"/>
              </a:lnSpc>
              <a:spcBef>
                <a:spcPts val="445"/>
              </a:spcBef>
              <a:spcAft>
                <a:spcPts val="0"/>
              </a:spcAft>
              <a:buClr>
                <a:srgbClr val="9A2D1F"/>
              </a:buClr>
              <a:buSzPts val="1848"/>
              <a:buFont typeface="Arial"/>
              <a:buChar char="•"/>
            </a:pPr>
            <a:r>
              <a:rPr b="0" i="0" lang="en-US" sz="2200" u="none" cap="none" strike="noStrike">
                <a:solidFill>
                  <a:schemeClr val="dk1"/>
                </a:solidFill>
                <a:latin typeface="Times New Roman"/>
                <a:ea typeface="Times New Roman"/>
                <a:cs typeface="Times New Roman"/>
                <a:sym typeface="Times New Roman"/>
              </a:rPr>
              <a:t>if there are no children alive, wait() returns immediately</a:t>
            </a:r>
            <a:endParaRPr b="0" i="0" sz="2200" u="none" cap="none" strike="noStrike">
              <a:solidFill>
                <a:schemeClr val="dk1"/>
              </a:solidFill>
              <a:latin typeface="Times New Roman"/>
              <a:ea typeface="Times New Roman"/>
              <a:cs typeface="Times New Roman"/>
              <a:sym typeface="Times New Roman"/>
            </a:endParaRPr>
          </a:p>
          <a:p>
            <a:pPr indent="-314325" lvl="1" marL="829310" marR="377825" rtl="0" algn="l">
              <a:lnSpc>
                <a:spcPct val="100000"/>
              </a:lnSpc>
              <a:spcBef>
                <a:spcPts val="440"/>
              </a:spcBef>
              <a:spcAft>
                <a:spcPts val="0"/>
              </a:spcAft>
              <a:buClr>
                <a:srgbClr val="9A2D1F"/>
              </a:buClr>
              <a:buSzPts val="1848"/>
              <a:buFont typeface="Arial"/>
              <a:buChar char="•"/>
            </a:pPr>
            <a:r>
              <a:rPr b="0" i="0" lang="en-US" sz="2200" u="none" cap="none" strike="noStrike">
                <a:solidFill>
                  <a:schemeClr val="dk1"/>
                </a:solidFill>
                <a:latin typeface="Times New Roman"/>
                <a:ea typeface="Times New Roman"/>
                <a:cs typeface="Times New Roman"/>
                <a:sym typeface="Times New Roman"/>
              </a:rPr>
              <a:t>also, if there are zombies, wait() returns one of the values immediately  (and deallocates the zombie)</a:t>
            </a:r>
            <a:endParaRPr b="0" i="0" sz="2200" u="none" cap="none" strike="noStrike">
              <a:solidFill>
                <a:schemeClr val="dk1"/>
              </a:solidFill>
              <a:latin typeface="Times New Roman"/>
              <a:ea typeface="Times New Roman"/>
              <a:cs typeface="Times New Roman"/>
              <a:sym typeface="Times New Roman"/>
            </a:endParaRPr>
          </a:p>
        </p:txBody>
      </p:sp>
      <p:sp>
        <p:nvSpPr>
          <p:cNvPr id="918" name="Google Shape;918;p5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9" name="Google Shape;919;p57"/>
          <p:cNvSpPr txBox="1"/>
          <p:nvPr>
            <p:ph type="title"/>
          </p:nvPr>
        </p:nvSpPr>
        <p:spPr>
          <a:xfrm>
            <a:off x="1093823" y="619879"/>
            <a:ext cx="4682490"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The wait() System Call</a:t>
            </a:r>
            <a:endParaRPr sz="3950"/>
          </a:p>
        </p:txBody>
      </p:sp>
      <p:sp>
        <p:nvSpPr>
          <p:cNvPr id="920" name="Google Shape;920;p5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21" name="Google Shape;921;p57"/>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58"/>
          <p:cNvSpPr txBox="1"/>
          <p:nvPr>
            <p:ph type="title"/>
          </p:nvPr>
        </p:nvSpPr>
        <p:spPr>
          <a:xfrm>
            <a:off x="1431983" y="441461"/>
            <a:ext cx="7195820"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Demonstrate all possible outputs.</a:t>
            </a:r>
            <a:endParaRPr sz="3500">
              <a:latin typeface="Arial"/>
              <a:ea typeface="Arial"/>
              <a:cs typeface="Arial"/>
              <a:sym typeface="Arial"/>
            </a:endParaRPr>
          </a:p>
        </p:txBody>
      </p:sp>
      <p:sp>
        <p:nvSpPr>
          <p:cNvPr id="927" name="Google Shape;927;p58"/>
          <p:cNvSpPr txBox="1"/>
          <p:nvPr/>
        </p:nvSpPr>
        <p:spPr>
          <a:xfrm>
            <a:off x="590782" y="1134544"/>
            <a:ext cx="4464685" cy="4931410"/>
          </a:xfrm>
          <a:prstGeom prst="rect">
            <a:avLst/>
          </a:prstGeom>
          <a:noFill/>
          <a:ln>
            <a:noFill/>
          </a:ln>
        </p:spPr>
        <p:txBody>
          <a:bodyPr anchorCtr="0" anchor="t" bIns="0" lIns="0" spcFirstLastPara="1" rIns="0" wrap="square" tIns="12050">
            <a:spAutoFit/>
          </a:bodyPr>
          <a:lstStyle/>
          <a:p>
            <a:pPr indent="0" lvl="0" marL="12700" marR="792480" rtl="0" algn="l">
              <a:lnSpc>
                <a:spcPct val="121000"/>
              </a:lnSpc>
              <a:spcBef>
                <a:spcPts val="0"/>
              </a:spcBef>
              <a:spcAft>
                <a:spcPts val="0"/>
              </a:spcAft>
              <a:buNone/>
            </a:pPr>
            <a:r>
              <a:rPr lang="en-US" sz="1400">
                <a:solidFill>
                  <a:schemeClr val="dk1"/>
                </a:solidFill>
                <a:latin typeface="Arial"/>
                <a:ea typeface="Arial"/>
                <a:cs typeface="Arial"/>
                <a:sym typeface="Arial"/>
              </a:rPr>
              <a:t>// C program to demonstrate working of wait()  #include&lt;stdio.h&gt;</a:t>
            </a:r>
            <a:endParaRPr sz="1400">
              <a:solidFill>
                <a:schemeClr val="dk1"/>
              </a:solidFill>
              <a:latin typeface="Arial"/>
              <a:ea typeface="Arial"/>
              <a:cs typeface="Arial"/>
              <a:sym typeface="Arial"/>
            </a:endParaRPr>
          </a:p>
          <a:p>
            <a:pPr indent="0" lvl="0" marL="12700" marR="2761615" rtl="0" algn="l">
              <a:lnSpc>
                <a:spcPct val="121000"/>
              </a:lnSpc>
              <a:spcBef>
                <a:spcPts val="0"/>
              </a:spcBef>
              <a:spcAft>
                <a:spcPts val="0"/>
              </a:spcAft>
              <a:buNone/>
            </a:pPr>
            <a:r>
              <a:rPr lang="en-US" sz="1400">
                <a:solidFill>
                  <a:schemeClr val="dk1"/>
                </a:solidFill>
                <a:latin typeface="Arial"/>
                <a:ea typeface="Arial"/>
                <a:cs typeface="Arial"/>
                <a:sym typeface="Arial"/>
              </a:rPr>
              <a:t>#include&lt;sys/wait.h&gt;  #include&lt;unistd.h&gt;</a:t>
            </a:r>
            <a:endParaRPr sz="1400">
              <a:solidFill>
                <a:schemeClr val="dk1"/>
              </a:solidFill>
              <a:latin typeface="Arial"/>
              <a:ea typeface="Arial"/>
              <a:cs typeface="Arial"/>
              <a:sym typeface="Arial"/>
            </a:endParaRPr>
          </a:p>
          <a:p>
            <a:pPr indent="0" lvl="0" marL="0" marR="0" rtl="0" algn="l">
              <a:lnSpc>
                <a:spcPct val="100000"/>
              </a:lnSpc>
              <a:spcBef>
                <a:spcPts val="30"/>
              </a:spcBef>
              <a:spcAft>
                <a:spcPts val="0"/>
              </a:spcAft>
              <a:buNone/>
            </a:pPr>
            <a:r>
              <a:t/>
            </a:r>
            <a:endParaRPr sz="205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1400">
                <a:solidFill>
                  <a:schemeClr val="dk1"/>
                </a:solidFill>
                <a:latin typeface="Arial"/>
                <a:ea typeface="Arial"/>
                <a:cs typeface="Arial"/>
                <a:sym typeface="Arial"/>
              </a:rPr>
              <a:t>int main()</a:t>
            </a:r>
            <a:endParaRPr sz="1400">
              <a:solidFill>
                <a:schemeClr val="dk1"/>
              </a:solidFill>
              <a:latin typeface="Arial"/>
              <a:ea typeface="Arial"/>
              <a:cs typeface="Arial"/>
              <a:sym typeface="Arial"/>
            </a:endParaRPr>
          </a:p>
          <a:p>
            <a:pPr indent="0" lvl="0" marL="12700" marR="0" rtl="0" algn="l">
              <a:lnSpc>
                <a:spcPct val="100000"/>
              </a:lnSpc>
              <a:spcBef>
                <a:spcPts val="36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indent="0" lvl="0" marL="640080" marR="0" rtl="0" algn="l">
              <a:lnSpc>
                <a:spcPct val="100000"/>
              </a:lnSpc>
              <a:spcBef>
                <a:spcPts val="345"/>
              </a:spcBef>
              <a:spcAft>
                <a:spcPts val="0"/>
              </a:spcAft>
              <a:buNone/>
            </a:pPr>
            <a:r>
              <a:rPr lang="en-US" sz="1400">
                <a:solidFill>
                  <a:schemeClr val="dk1"/>
                </a:solidFill>
                <a:latin typeface="Arial"/>
                <a:ea typeface="Arial"/>
                <a:cs typeface="Arial"/>
                <a:sym typeface="Arial"/>
              </a:rPr>
              <a:t>if (fork()== 0)</a:t>
            </a:r>
            <a:endParaRPr sz="1400">
              <a:solidFill>
                <a:schemeClr val="dk1"/>
              </a:solidFill>
              <a:latin typeface="Arial"/>
              <a:ea typeface="Arial"/>
              <a:cs typeface="Arial"/>
              <a:sym typeface="Arial"/>
            </a:endParaRPr>
          </a:p>
          <a:p>
            <a:pPr indent="0" lvl="0" marL="1645920" marR="0" rtl="0" algn="l">
              <a:lnSpc>
                <a:spcPct val="100000"/>
              </a:lnSpc>
              <a:spcBef>
                <a:spcPts val="350"/>
              </a:spcBef>
              <a:spcAft>
                <a:spcPts val="0"/>
              </a:spcAft>
              <a:buNone/>
            </a:pPr>
            <a:r>
              <a:rPr lang="en-US" sz="1400">
                <a:solidFill>
                  <a:schemeClr val="dk1"/>
                </a:solidFill>
                <a:latin typeface="Arial"/>
                <a:ea typeface="Arial"/>
                <a:cs typeface="Arial"/>
                <a:sym typeface="Arial"/>
              </a:rPr>
              <a:t>printf("HC: hello from child\n");</a:t>
            </a:r>
            <a:endParaRPr sz="1400">
              <a:solidFill>
                <a:schemeClr val="dk1"/>
              </a:solidFill>
              <a:latin typeface="Arial"/>
              <a:ea typeface="Arial"/>
              <a:cs typeface="Arial"/>
              <a:sym typeface="Arial"/>
            </a:endParaRPr>
          </a:p>
          <a:p>
            <a:pPr indent="0" lvl="0" marL="640080" marR="0" rtl="0" algn="l">
              <a:lnSpc>
                <a:spcPct val="100000"/>
              </a:lnSpc>
              <a:spcBef>
                <a:spcPts val="360"/>
              </a:spcBef>
              <a:spcAft>
                <a:spcPts val="0"/>
              </a:spcAft>
              <a:buNone/>
            </a:pPr>
            <a:r>
              <a:rPr lang="en-US" sz="1400">
                <a:solidFill>
                  <a:schemeClr val="dk1"/>
                </a:solidFill>
                <a:latin typeface="Arial"/>
                <a:ea typeface="Arial"/>
                <a:cs typeface="Arial"/>
                <a:sym typeface="Arial"/>
              </a:rPr>
              <a:t>else</a:t>
            </a:r>
            <a:endParaRPr sz="1400">
              <a:solidFill>
                <a:schemeClr val="dk1"/>
              </a:solidFill>
              <a:latin typeface="Arial"/>
              <a:ea typeface="Arial"/>
              <a:cs typeface="Arial"/>
              <a:sym typeface="Arial"/>
            </a:endParaRPr>
          </a:p>
          <a:p>
            <a:pPr indent="0" lvl="0" marL="640080" marR="0" rtl="0" algn="l">
              <a:lnSpc>
                <a:spcPct val="100000"/>
              </a:lnSpc>
              <a:spcBef>
                <a:spcPts val="35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indent="0" lvl="0" marL="1645920" marR="234950" rtl="0" algn="l">
              <a:lnSpc>
                <a:spcPct val="121000"/>
              </a:lnSpc>
              <a:spcBef>
                <a:spcPts val="10"/>
              </a:spcBef>
              <a:spcAft>
                <a:spcPts val="0"/>
              </a:spcAft>
              <a:buNone/>
            </a:pPr>
            <a:r>
              <a:rPr lang="en-US" sz="1400">
                <a:solidFill>
                  <a:schemeClr val="dk1"/>
                </a:solidFill>
                <a:latin typeface="Arial"/>
                <a:ea typeface="Arial"/>
                <a:cs typeface="Arial"/>
                <a:sym typeface="Arial"/>
              </a:rPr>
              <a:t>printf("HP: hello from parent\n");  wait(NULL);</a:t>
            </a:r>
            <a:endParaRPr sz="1400">
              <a:solidFill>
                <a:schemeClr val="dk1"/>
              </a:solidFill>
              <a:latin typeface="Arial"/>
              <a:ea typeface="Arial"/>
              <a:cs typeface="Arial"/>
              <a:sym typeface="Arial"/>
            </a:endParaRPr>
          </a:p>
          <a:p>
            <a:pPr indent="0" lvl="0" marL="1645920" marR="0" rtl="0" algn="l">
              <a:lnSpc>
                <a:spcPct val="100000"/>
              </a:lnSpc>
              <a:spcBef>
                <a:spcPts val="345"/>
              </a:spcBef>
              <a:spcAft>
                <a:spcPts val="0"/>
              </a:spcAft>
              <a:buNone/>
            </a:pPr>
            <a:r>
              <a:rPr lang="en-US" sz="1400">
                <a:solidFill>
                  <a:schemeClr val="dk1"/>
                </a:solidFill>
                <a:latin typeface="Arial"/>
                <a:ea typeface="Arial"/>
                <a:cs typeface="Arial"/>
                <a:sym typeface="Arial"/>
              </a:rPr>
              <a:t>printf("CT: child has terminated\n");</a:t>
            </a:r>
            <a:endParaRPr sz="1400">
              <a:solidFill>
                <a:schemeClr val="dk1"/>
              </a:solidFill>
              <a:latin typeface="Arial"/>
              <a:ea typeface="Arial"/>
              <a:cs typeface="Arial"/>
              <a:sym typeface="Arial"/>
            </a:endParaRPr>
          </a:p>
          <a:p>
            <a:pPr indent="0" lvl="0" marL="640080" marR="0" rtl="0" algn="l">
              <a:lnSpc>
                <a:spcPct val="100000"/>
              </a:lnSpc>
              <a:spcBef>
                <a:spcPts val="36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indent="0" lvl="0" marL="0" marR="0" rtl="0" algn="l">
              <a:lnSpc>
                <a:spcPct val="100000"/>
              </a:lnSpc>
              <a:spcBef>
                <a:spcPts val="30"/>
              </a:spcBef>
              <a:spcAft>
                <a:spcPts val="0"/>
              </a:spcAft>
              <a:buNone/>
            </a:pPr>
            <a:r>
              <a:t/>
            </a:r>
            <a:endParaRPr sz="1750">
              <a:solidFill>
                <a:schemeClr val="dk1"/>
              </a:solidFill>
              <a:latin typeface="Arial"/>
              <a:ea typeface="Arial"/>
              <a:cs typeface="Arial"/>
              <a:sym typeface="Arial"/>
            </a:endParaRPr>
          </a:p>
          <a:p>
            <a:pPr indent="0" lvl="0" marL="640080" marR="2651760" rtl="0" algn="l">
              <a:lnSpc>
                <a:spcPct val="121000"/>
              </a:lnSpc>
              <a:spcBef>
                <a:spcPts val="0"/>
              </a:spcBef>
              <a:spcAft>
                <a:spcPts val="0"/>
              </a:spcAft>
              <a:buNone/>
            </a:pPr>
            <a:r>
              <a:rPr lang="en-US" sz="1400">
                <a:solidFill>
                  <a:schemeClr val="dk1"/>
                </a:solidFill>
                <a:latin typeface="Arial"/>
                <a:ea typeface="Arial"/>
                <a:cs typeface="Arial"/>
                <a:sym typeface="Arial"/>
              </a:rPr>
              <a:t>printf("Bye\n");  return 0;</a:t>
            </a:r>
            <a:endParaRPr sz="1400">
              <a:solidFill>
                <a:schemeClr val="dk1"/>
              </a:solidFill>
              <a:latin typeface="Arial"/>
              <a:ea typeface="Arial"/>
              <a:cs typeface="Arial"/>
              <a:sym typeface="Arial"/>
            </a:endParaRPr>
          </a:p>
          <a:p>
            <a:pPr indent="0" lvl="0" marL="12700" marR="0" rtl="0" algn="l">
              <a:lnSpc>
                <a:spcPct val="100000"/>
              </a:lnSpc>
              <a:spcBef>
                <a:spcPts val="350"/>
              </a:spcBef>
              <a:spcAft>
                <a:spcPts val="0"/>
              </a:spcAft>
              <a:buNone/>
            </a:pP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59"/>
          <p:cNvSpPr/>
          <p:nvPr/>
        </p:nvSpPr>
        <p:spPr>
          <a:xfrm>
            <a:off x="7996428" y="5675376"/>
            <a:ext cx="563880" cy="18415"/>
          </a:xfrm>
          <a:custGeom>
            <a:rect b="b" l="l" r="r" t="t"/>
            <a:pathLst>
              <a:path extrusionOk="0" h="18414" w="563879">
                <a:moveTo>
                  <a:pt x="563879" y="18287"/>
                </a:moveTo>
                <a:lnTo>
                  <a:pt x="0" y="18287"/>
                </a:lnTo>
                <a:lnTo>
                  <a:pt x="0" y="0"/>
                </a:lnTo>
                <a:lnTo>
                  <a:pt x="563879" y="0"/>
                </a:lnTo>
                <a:lnTo>
                  <a:pt x="563879" y="18287"/>
                </a:lnTo>
                <a:close/>
              </a:path>
            </a:pathLst>
          </a:custGeom>
          <a:solidFill>
            <a:srgbClr val="CC99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3" name="Google Shape;933;p59"/>
          <p:cNvSpPr txBox="1"/>
          <p:nvPr/>
        </p:nvSpPr>
        <p:spPr>
          <a:xfrm>
            <a:off x="839280" y="1352869"/>
            <a:ext cx="8788400" cy="5410200"/>
          </a:xfrm>
          <a:prstGeom prst="rect">
            <a:avLst/>
          </a:prstGeom>
          <a:noFill/>
          <a:ln>
            <a:noFill/>
          </a:ln>
        </p:spPr>
        <p:txBody>
          <a:bodyPr anchorCtr="0" anchor="t" bIns="0" lIns="0" spcFirstLastPara="1" rIns="0" wrap="square" tIns="99050">
            <a:spAutoFit/>
          </a:bodyPr>
          <a:lstStyle/>
          <a:p>
            <a:pPr indent="-300355" lvl="0" marL="312420" marR="5080" rtl="0" algn="just">
              <a:lnSpc>
                <a:spcPct val="80000"/>
              </a:lnSpc>
              <a:spcBef>
                <a:spcPts val="0"/>
              </a:spcBef>
              <a:spcAft>
                <a:spcPts val="0"/>
              </a:spcAft>
              <a:buClr>
                <a:srgbClr val="D34816"/>
              </a:buClr>
              <a:buSzPts val="2394"/>
              <a:buFont typeface="Arimo"/>
              <a:buChar char=""/>
            </a:pPr>
            <a:r>
              <a:rPr lang="en-US" sz="2850">
                <a:solidFill>
                  <a:schemeClr val="dk1"/>
                </a:solidFill>
                <a:latin typeface="Times New Roman"/>
                <a:ea typeface="Times New Roman"/>
                <a:cs typeface="Times New Roman"/>
                <a:sym typeface="Times New Roman"/>
              </a:rPr>
              <a:t>A zombie process is not the same as an</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orphan process</a:t>
            </a:r>
            <a:r>
              <a:rPr lang="en-US" sz="2850">
                <a:solidFill>
                  <a:schemeClr val="dk1"/>
                </a:solidFill>
                <a:latin typeface="Times New Roman"/>
                <a:ea typeface="Times New Roman"/>
                <a:cs typeface="Times New Roman"/>
                <a:sym typeface="Times New Roman"/>
              </a:rPr>
              <a:t>. An  orphan process is a process that is still executing, but whose  parent has died. They do not become zombie processes; instead,  they are adopted by</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init</a:t>
            </a:r>
            <a:r>
              <a:rPr lang="en-US" sz="285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(process ID 1), which waits on its  children.</a:t>
            </a:r>
            <a:endParaRPr sz="2850">
              <a:solidFill>
                <a:schemeClr val="dk1"/>
              </a:solidFill>
              <a:latin typeface="Times New Roman"/>
              <a:ea typeface="Times New Roman"/>
              <a:cs typeface="Times New Roman"/>
              <a:sym typeface="Times New Roman"/>
            </a:endParaRPr>
          </a:p>
          <a:p>
            <a:pPr indent="-300355" lvl="0" marL="312420" marR="17145" rtl="0" algn="just">
              <a:lnSpc>
                <a:spcPct val="80000"/>
              </a:lnSpc>
              <a:spcBef>
                <a:spcPts val="665"/>
              </a:spcBef>
              <a:spcAft>
                <a:spcPts val="0"/>
              </a:spcAft>
              <a:buClr>
                <a:srgbClr val="D34816"/>
              </a:buClr>
              <a:buSzPts val="2394"/>
              <a:buFont typeface="Arimo"/>
              <a:buChar char=""/>
            </a:pPr>
            <a:r>
              <a:rPr lang="en-US" sz="2850">
                <a:solidFill>
                  <a:schemeClr val="dk1"/>
                </a:solidFill>
                <a:latin typeface="Times New Roman"/>
                <a:ea typeface="Times New Roman"/>
                <a:cs typeface="Times New Roman"/>
                <a:sym typeface="Times New Roman"/>
              </a:rPr>
              <a:t>On</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Unix</a:t>
            </a:r>
            <a:r>
              <a:rPr lang="en-US" sz="285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and</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Unix-like</a:t>
            </a:r>
            <a:r>
              <a:rPr lang="en-US" sz="285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computer</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operating systems</a:t>
            </a:r>
            <a:r>
              <a:rPr lang="en-US" sz="2850">
                <a:solidFill>
                  <a:schemeClr val="dk1"/>
                </a:solidFill>
                <a:latin typeface="Times New Roman"/>
                <a:ea typeface="Times New Roman"/>
                <a:cs typeface="Times New Roman"/>
                <a:sym typeface="Times New Roman"/>
              </a:rPr>
              <a:t>, a </a:t>
            </a:r>
            <a:r>
              <a:rPr b="1" lang="en-US" sz="2850">
                <a:solidFill>
                  <a:schemeClr val="dk1"/>
                </a:solidFill>
                <a:latin typeface="Times New Roman"/>
                <a:ea typeface="Times New Roman"/>
                <a:cs typeface="Times New Roman"/>
                <a:sym typeface="Times New Roman"/>
              </a:rPr>
              <a:t>zombie  process </a:t>
            </a:r>
            <a:r>
              <a:rPr lang="en-US" sz="2850">
                <a:solidFill>
                  <a:schemeClr val="dk1"/>
                </a:solidFill>
                <a:latin typeface="Times New Roman"/>
                <a:ea typeface="Times New Roman"/>
                <a:cs typeface="Times New Roman"/>
                <a:sym typeface="Times New Roman"/>
              </a:rPr>
              <a:t>or </a:t>
            </a:r>
            <a:r>
              <a:rPr b="1" lang="en-US" sz="2850">
                <a:solidFill>
                  <a:schemeClr val="dk1"/>
                </a:solidFill>
                <a:latin typeface="Times New Roman"/>
                <a:ea typeface="Times New Roman"/>
                <a:cs typeface="Times New Roman"/>
                <a:sym typeface="Times New Roman"/>
              </a:rPr>
              <a:t>defunct process </a:t>
            </a:r>
            <a:r>
              <a:rPr lang="en-US" sz="2850">
                <a:solidFill>
                  <a:schemeClr val="dk1"/>
                </a:solidFill>
                <a:latin typeface="Times New Roman"/>
                <a:ea typeface="Times New Roman"/>
                <a:cs typeface="Times New Roman"/>
                <a:sym typeface="Times New Roman"/>
              </a:rPr>
              <a:t>is a</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process</a:t>
            </a:r>
            <a:r>
              <a:rPr lang="en-US" sz="285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that has</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completed  execution</a:t>
            </a:r>
            <a:r>
              <a:rPr lang="en-US" sz="285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but still has an entry in the</a:t>
            </a:r>
            <a:r>
              <a:rPr lang="en-US" sz="2850">
                <a:solidFill>
                  <a:srgbClr val="CC9900"/>
                </a:solidFill>
                <a:latin typeface="Times New Roman"/>
                <a:ea typeface="Times New Roman"/>
                <a:cs typeface="Times New Roman"/>
                <a:sym typeface="Times New Roman"/>
              </a:rPr>
              <a:t> </a:t>
            </a:r>
            <a:r>
              <a:rPr lang="en-US" sz="2850" u="sng">
                <a:solidFill>
                  <a:srgbClr val="CC9900"/>
                </a:solidFill>
                <a:latin typeface="Times New Roman"/>
                <a:ea typeface="Times New Roman"/>
                <a:cs typeface="Times New Roman"/>
                <a:sym typeface="Times New Roman"/>
              </a:rPr>
              <a:t>process table</a:t>
            </a:r>
            <a:r>
              <a:rPr lang="en-US" sz="2850">
                <a:solidFill>
                  <a:schemeClr val="dk1"/>
                </a:solidFill>
                <a:latin typeface="Times New Roman"/>
                <a:ea typeface="Times New Roman"/>
                <a:cs typeface="Times New Roman"/>
                <a:sym typeface="Times New Roman"/>
              </a:rPr>
              <a:t>. This entry is</a:t>
            </a:r>
            <a:endParaRPr sz="2850">
              <a:solidFill>
                <a:schemeClr val="dk1"/>
              </a:solidFill>
              <a:latin typeface="Times New Roman"/>
              <a:ea typeface="Times New Roman"/>
              <a:cs typeface="Times New Roman"/>
              <a:sym typeface="Times New Roman"/>
            </a:endParaRPr>
          </a:p>
          <a:p>
            <a:pPr indent="0" lvl="0" marL="312420" marR="19050" rtl="0" algn="just">
              <a:lnSpc>
                <a:spcPct val="77000"/>
              </a:lnSpc>
              <a:spcBef>
                <a:spcPts val="115"/>
              </a:spcBef>
              <a:spcAft>
                <a:spcPts val="0"/>
              </a:spcAft>
              <a:buNone/>
            </a:pPr>
            <a:r>
              <a:rPr lang="en-US" sz="2850">
                <a:solidFill>
                  <a:schemeClr val="dk1"/>
                </a:solidFill>
                <a:latin typeface="Times New Roman"/>
                <a:ea typeface="Times New Roman"/>
                <a:cs typeface="Times New Roman"/>
                <a:sym typeface="Times New Roman"/>
              </a:rPr>
              <a:t>still needed to allow the process that started the (now zombie)  process to read its </a:t>
            </a:r>
            <a:r>
              <a:rPr lang="en-US" sz="2850" u="sng">
                <a:solidFill>
                  <a:srgbClr val="CC9900"/>
                </a:solidFill>
                <a:latin typeface="Times New Roman"/>
                <a:ea typeface="Times New Roman"/>
                <a:cs typeface="Times New Roman"/>
                <a:sym typeface="Times New Roman"/>
              </a:rPr>
              <a:t>exit status</a:t>
            </a:r>
            <a:r>
              <a:rPr lang="en-US" sz="2850">
                <a:solidFill>
                  <a:schemeClr val="dk1"/>
                </a:solidFill>
                <a:latin typeface="Times New Roman"/>
                <a:ea typeface="Times New Roman"/>
                <a:cs typeface="Times New Roman"/>
                <a:sym typeface="Times New Roman"/>
              </a:rPr>
              <a:t>. The term zombie process derives</a:t>
            </a:r>
            <a:endParaRPr sz="2850">
              <a:solidFill>
                <a:schemeClr val="dk1"/>
              </a:solidFill>
              <a:latin typeface="Times New Roman"/>
              <a:ea typeface="Times New Roman"/>
              <a:cs typeface="Times New Roman"/>
              <a:sym typeface="Times New Roman"/>
            </a:endParaRPr>
          </a:p>
          <a:p>
            <a:pPr indent="0" lvl="0" marL="312420" marR="17145" rtl="0" algn="just">
              <a:lnSpc>
                <a:spcPct val="78000"/>
              </a:lnSpc>
              <a:spcBef>
                <a:spcPts val="65"/>
              </a:spcBef>
              <a:spcAft>
                <a:spcPts val="0"/>
              </a:spcAft>
              <a:buNone/>
            </a:pPr>
            <a:r>
              <a:rPr lang="en-US" sz="2850">
                <a:solidFill>
                  <a:schemeClr val="dk1"/>
                </a:solidFill>
                <a:latin typeface="Times New Roman"/>
                <a:ea typeface="Times New Roman"/>
                <a:cs typeface="Times New Roman"/>
                <a:sym typeface="Times New Roman"/>
              </a:rPr>
              <a:t>from the common definition of </a:t>
            </a:r>
            <a:r>
              <a:rPr lang="en-US" sz="2850" u="sng">
                <a:solidFill>
                  <a:srgbClr val="CC9900"/>
                </a:solidFill>
                <a:latin typeface="Times New Roman"/>
                <a:ea typeface="Times New Roman"/>
                <a:cs typeface="Times New Roman"/>
                <a:sym typeface="Times New Roman"/>
              </a:rPr>
              <a:t>zombie</a:t>
            </a:r>
            <a:r>
              <a:rPr lang="en-US" sz="2850">
                <a:solidFill>
                  <a:schemeClr val="dk1"/>
                </a:solidFill>
                <a:latin typeface="Times New Roman"/>
                <a:ea typeface="Times New Roman"/>
                <a:cs typeface="Times New Roman"/>
                <a:sym typeface="Times New Roman"/>
              </a:rPr>
              <a:t>—an </a:t>
            </a:r>
            <a:r>
              <a:rPr lang="en-US" sz="2850" u="sng">
                <a:solidFill>
                  <a:srgbClr val="CC9900"/>
                </a:solidFill>
                <a:latin typeface="Times New Roman"/>
                <a:ea typeface="Times New Roman"/>
                <a:cs typeface="Times New Roman"/>
                <a:sym typeface="Times New Roman"/>
              </a:rPr>
              <a:t>undead</a:t>
            </a:r>
            <a:r>
              <a:rPr lang="en-US" sz="285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person. In  the term's colorful metaphor, the child process has </a:t>
            </a:r>
            <a:r>
              <a:rPr lang="en-US" sz="2850" u="sng">
                <a:solidFill>
                  <a:srgbClr val="CC9900"/>
                </a:solidFill>
                <a:latin typeface="Times New Roman"/>
                <a:ea typeface="Times New Roman"/>
                <a:cs typeface="Times New Roman"/>
                <a:sym typeface="Times New Roman"/>
              </a:rPr>
              <a:t>died </a:t>
            </a:r>
            <a:r>
              <a:rPr lang="en-US" sz="2850">
                <a:solidFill>
                  <a:schemeClr val="dk1"/>
                </a:solidFill>
                <a:latin typeface="Times New Roman"/>
                <a:ea typeface="Times New Roman"/>
                <a:cs typeface="Times New Roman"/>
                <a:sym typeface="Times New Roman"/>
              </a:rPr>
              <a:t>but has  not yet been </a:t>
            </a:r>
            <a:r>
              <a:rPr lang="en-US" sz="2850" u="sng">
                <a:solidFill>
                  <a:srgbClr val="CC9900"/>
                </a:solidFill>
                <a:latin typeface="Times New Roman"/>
                <a:ea typeface="Times New Roman"/>
                <a:cs typeface="Times New Roman"/>
                <a:sym typeface="Times New Roman"/>
              </a:rPr>
              <a:t>repead</a:t>
            </a:r>
            <a:r>
              <a:rPr lang="en-US" sz="2850">
                <a:solidFill>
                  <a:schemeClr val="dk1"/>
                </a:solidFill>
                <a:latin typeface="Times New Roman"/>
                <a:ea typeface="Times New Roman"/>
                <a:cs typeface="Times New Roman"/>
                <a:sym typeface="Times New Roman"/>
              </a:rPr>
              <a:t>.</a:t>
            </a:r>
            <a:r>
              <a:rPr i="1" lang="en-US" sz="3000">
                <a:solidFill>
                  <a:srgbClr val="CC9900"/>
                </a:solidFill>
                <a:latin typeface="Times New Roman"/>
                <a:ea typeface="Times New Roman"/>
                <a:cs typeface="Times New Roman"/>
                <a:sym typeface="Times New Roman"/>
              </a:rPr>
              <a:t> </a:t>
            </a:r>
            <a:r>
              <a:rPr lang="en-US" sz="2850">
                <a:solidFill>
                  <a:schemeClr val="dk1"/>
                </a:solidFill>
                <a:latin typeface="Times New Roman"/>
                <a:ea typeface="Times New Roman"/>
                <a:cs typeface="Times New Roman"/>
                <a:sym typeface="Times New Roman"/>
              </a:rPr>
              <a:t>Also, unlike normal processes, </a:t>
            </a:r>
            <a:r>
              <a:rPr b="1" lang="en-US" sz="2850">
                <a:solidFill>
                  <a:schemeClr val="dk1"/>
                </a:solidFill>
                <a:latin typeface="Times New Roman"/>
                <a:ea typeface="Times New Roman"/>
                <a:cs typeface="Times New Roman"/>
                <a:sym typeface="Times New Roman"/>
              </a:rPr>
              <a:t>the </a:t>
            </a:r>
            <a:r>
              <a:rPr b="1" lang="en-US" sz="2850" u="sng">
                <a:solidFill>
                  <a:srgbClr val="CC9900"/>
                </a:solidFill>
                <a:latin typeface="Times New Roman"/>
                <a:ea typeface="Times New Roman"/>
                <a:cs typeface="Times New Roman"/>
                <a:sym typeface="Times New Roman"/>
              </a:rPr>
              <a:t>kill </a:t>
            </a:r>
            <a:r>
              <a:rPr b="1" lang="en-US" sz="2850">
                <a:solidFill>
                  <a:srgbClr val="CC9900"/>
                </a:solidFill>
                <a:latin typeface="Times New Roman"/>
                <a:ea typeface="Times New Roman"/>
                <a:cs typeface="Times New Roman"/>
                <a:sym typeface="Times New Roman"/>
              </a:rPr>
              <a:t> </a:t>
            </a:r>
            <a:r>
              <a:rPr b="1" lang="en-US" sz="2850">
                <a:solidFill>
                  <a:schemeClr val="dk1"/>
                </a:solidFill>
                <a:latin typeface="Times New Roman"/>
                <a:ea typeface="Times New Roman"/>
                <a:cs typeface="Times New Roman"/>
                <a:sym typeface="Times New Roman"/>
              </a:rPr>
              <a:t>command has no effect on a zombie process.</a:t>
            </a:r>
            <a:endParaRPr sz="2850">
              <a:solidFill>
                <a:schemeClr val="dk1"/>
              </a:solidFill>
              <a:latin typeface="Times New Roman"/>
              <a:ea typeface="Times New Roman"/>
              <a:cs typeface="Times New Roman"/>
              <a:sym typeface="Times New Roman"/>
            </a:endParaRPr>
          </a:p>
        </p:txBody>
      </p:sp>
      <p:sp>
        <p:nvSpPr>
          <p:cNvPr id="934" name="Google Shape;934;p5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5" name="Google Shape;935;p59"/>
          <p:cNvSpPr txBox="1"/>
          <p:nvPr>
            <p:ph type="title"/>
          </p:nvPr>
        </p:nvSpPr>
        <p:spPr>
          <a:xfrm>
            <a:off x="1093625" y="392579"/>
            <a:ext cx="644334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Zombie vs. Orphan Process</a:t>
            </a:r>
            <a:endParaRPr/>
          </a:p>
        </p:txBody>
      </p:sp>
      <p:sp>
        <p:nvSpPr>
          <p:cNvPr id="936" name="Google Shape;936;p5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37" name="Google Shape;937;p59"/>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60"/>
          <p:cNvSpPr txBox="1"/>
          <p:nvPr/>
        </p:nvSpPr>
        <p:spPr>
          <a:xfrm>
            <a:off x="1076988" y="1774895"/>
            <a:ext cx="8329930" cy="1701800"/>
          </a:xfrm>
          <a:prstGeom prst="rect">
            <a:avLst/>
          </a:prstGeom>
          <a:noFill/>
          <a:ln>
            <a:noFill/>
          </a:ln>
        </p:spPr>
        <p:txBody>
          <a:bodyPr anchorCtr="0" anchor="t" bIns="0" lIns="0" spcFirstLastPara="1" rIns="0" wrap="square" tIns="76825">
            <a:spAutoFit/>
          </a:bodyPr>
          <a:lstStyle/>
          <a:p>
            <a:pPr indent="0" lvl="0" marL="12700" marR="5080" rtl="0" algn="just">
              <a:lnSpc>
                <a:spcPct val="95909"/>
              </a:lnSpc>
              <a:spcBef>
                <a:spcPts val="0"/>
              </a:spcBef>
              <a:spcAft>
                <a:spcPts val="0"/>
              </a:spcAft>
              <a:buNone/>
            </a:pPr>
            <a:r>
              <a:rPr lang="en-US" sz="2200">
                <a:solidFill>
                  <a:schemeClr val="dk1"/>
                </a:solidFill>
                <a:latin typeface="Times New Roman"/>
                <a:ea typeface="Times New Roman"/>
                <a:cs typeface="Times New Roman"/>
                <a:sym typeface="Times New Roman"/>
              </a:rPr>
              <a:t>When a process ends, all of the memory and resources associated with it are  deallocated so they can be used by other processes. However, the process's entry  in the process table remains. The parent can read the child's exit status by  executing the </a:t>
            </a:r>
            <a:r>
              <a:rPr lang="en-US" sz="2200" u="sng">
                <a:solidFill>
                  <a:srgbClr val="CC9900"/>
                </a:solidFill>
                <a:latin typeface="Times New Roman"/>
                <a:ea typeface="Times New Roman"/>
                <a:cs typeface="Times New Roman"/>
                <a:sym typeface="Times New Roman"/>
              </a:rPr>
              <a:t>wait</a:t>
            </a:r>
            <a:r>
              <a:rPr lang="en-US" sz="2200">
                <a:solidFill>
                  <a:srgbClr val="CC9900"/>
                </a:solidFill>
                <a:latin typeface="Times New Roman"/>
                <a:ea typeface="Times New Roman"/>
                <a:cs typeface="Times New Roman"/>
                <a:sym typeface="Times New Roman"/>
              </a:rPr>
              <a:t> </a:t>
            </a:r>
            <a:r>
              <a:rPr lang="en-US" sz="2200" u="sng">
                <a:solidFill>
                  <a:srgbClr val="CC9900"/>
                </a:solidFill>
                <a:latin typeface="Times New Roman"/>
                <a:ea typeface="Times New Roman"/>
                <a:cs typeface="Times New Roman"/>
                <a:sym typeface="Times New Roman"/>
              </a:rPr>
              <a:t>system call</a:t>
            </a:r>
            <a:r>
              <a:rPr lang="en-US" sz="2200">
                <a:solidFill>
                  <a:schemeClr val="dk1"/>
                </a:solidFill>
                <a:latin typeface="Times New Roman"/>
                <a:ea typeface="Times New Roman"/>
                <a:cs typeface="Times New Roman"/>
                <a:sym typeface="Times New Roman"/>
              </a:rPr>
              <a:t>, at which stage the zombie is removed. The wait call  may be executed in sequential code, but it is commonly executed in a </a:t>
            </a:r>
            <a:r>
              <a:rPr lang="en-US" sz="2200" u="sng">
                <a:solidFill>
                  <a:srgbClr val="CC9900"/>
                </a:solidFill>
                <a:latin typeface="Times New Roman"/>
                <a:ea typeface="Times New Roman"/>
                <a:cs typeface="Times New Roman"/>
                <a:sym typeface="Times New Roman"/>
              </a:rPr>
              <a:t>handler</a:t>
            </a:r>
            <a:r>
              <a:rPr lang="en-US" sz="2200">
                <a:solidFill>
                  <a:srgbClr val="CC9900"/>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for  the </a:t>
            </a:r>
            <a:r>
              <a:rPr lang="en-US" sz="2200" u="sng">
                <a:solidFill>
                  <a:srgbClr val="CC9900"/>
                </a:solidFill>
                <a:latin typeface="Times New Roman"/>
                <a:ea typeface="Times New Roman"/>
                <a:cs typeface="Times New Roman"/>
                <a:sym typeface="Times New Roman"/>
              </a:rPr>
              <a:t>SIGCHLD</a:t>
            </a:r>
            <a:r>
              <a:rPr lang="en-US" sz="2200">
                <a:solidFill>
                  <a:srgbClr val="CC9900"/>
                </a:solidFill>
                <a:latin typeface="Times New Roman"/>
                <a:ea typeface="Times New Roman"/>
                <a:cs typeface="Times New Roman"/>
                <a:sym typeface="Times New Roman"/>
              </a:rPr>
              <a:t> </a:t>
            </a:r>
            <a:r>
              <a:rPr lang="en-US" sz="2200" u="sng">
                <a:solidFill>
                  <a:srgbClr val="CC9900"/>
                </a:solidFill>
                <a:latin typeface="Times New Roman"/>
                <a:ea typeface="Times New Roman"/>
                <a:cs typeface="Times New Roman"/>
                <a:sym typeface="Times New Roman"/>
              </a:rPr>
              <a:t>signal</a:t>
            </a:r>
            <a:r>
              <a:rPr lang="en-US" sz="2200">
                <a:solidFill>
                  <a:schemeClr val="dk1"/>
                </a:solidFill>
                <a:latin typeface="Times New Roman"/>
                <a:ea typeface="Times New Roman"/>
                <a:cs typeface="Times New Roman"/>
                <a:sym typeface="Times New Roman"/>
              </a:rPr>
              <a:t>, which the parent receives whenever a child has died.</a:t>
            </a:r>
            <a:endParaRPr sz="2200">
              <a:solidFill>
                <a:schemeClr val="dk1"/>
              </a:solidFill>
              <a:latin typeface="Times New Roman"/>
              <a:ea typeface="Times New Roman"/>
              <a:cs typeface="Times New Roman"/>
              <a:sym typeface="Times New Roman"/>
            </a:endParaRPr>
          </a:p>
        </p:txBody>
      </p:sp>
      <p:sp>
        <p:nvSpPr>
          <p:cNvPr id="943" name="Google Shape;943;p60"/>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4" name="Google Shape;944;p60"/>
          <p:cNvSpPr txBox="1"/>
          <p:nvPr>
            <p:ph type="title"/>
          </p:nvPr>
        </p:nvSpPr>
        <p:spPr>
          <a:xfrm>
            <a:off x="1093625" y="472051"/>
            <a:ext cx="434657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What is a zombie?</a:t>
            </a:r>
            <a:endParaRPr/>
          </a:p>
        </p:txBody>
      </p:sp>
      <p:sp>
        <p:nvSpPr>
          <p:cNvPr id="945" name="Google Shape;945;p60"/>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46" name="Google Shape;946;p60"/>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61"/>
          <p:cNvSpPr txBox="1"/>
          <p:nvPr/>
        </p:nvSpPr>
        <p:spPr>
          <a:xfrm>
            <a:off x="1046469" y="1616517"/>
            <a:ext cx="8408670" cy="2774315"/>
          </a:xfrm>
          <a:prstGeom prst="rect">
            <a:avLst/>
          </a:prstGeom>
          <a:noFill/>
          <a:ln>
            <a:noFill/>
          </a:ln>
        </p:spPr>
        <p:txBody>
          <a:bodyPr anchorCtr="0" anchor="t" bIns="0" lIns="0" spcFirstLastPara="1" rIns="0" wrap="square" tIns="80625">
            <a:spAutoFit/>
          </a:bodyPr>
          <a:lstStyle/>
          <a:p>
            <a:pPr indent="-238125" lvl="0" marL="250190" marR="5080" rtl="0" algn="just">
              <a:lnSpc>
                <a:spcPct val="80000"/>
              </a:lnSpc>
              <a:spcBef>
                <a:spcPts val="0"/>
              </a:spcBef>
              <a:spcAft>
                <a:spcPts val="0"/>
              </a:spcAft>
              <a:buNone/>
            </a:pPr>
            <a:r>
              <a:rPr lang="en-US" sz="1850">
                <a:solidFill>
                  <a:srgbClr val="D34816"/>
                </a:solidFill>
                <a:latin typeface="Arimo"/>
                <a:ea typeface="Arimo"/>
                <a:cs typeface="Arimo"/>
                <a:sym typeface="Arimo"/>
              </a:rPr>
              <a:t></a:t>
            </a:r>
            <a:r>
              <a:rPr lang="en-US" sz="1850">
                <a:solidFill>
                  <a:srgbClr val="D34816"/>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After the zombie is removed, its</a:t>
            </a:r>
            <a:r>
              <a:rPr lang="en-US" sz="2200">
                <a:solidFill>
                  <a:srgbClr val="CC9900"/>
                </a:solidFill>
                <a:latin typeface="Times New Roman"/>
                <a:ea typeface="Times New Roman"/>
                <a:cs typeface="Times New Roman"/>
                <a:sym typeface="Times New Roman"/>
              </a:rPr>
              <a:t> </a:t>
            </a:r>
            <a:r>
              <a:rPr lang="en-US" sz="2200" u="sng">
                <a:solidFill>
                  <a:srgbClr val="CC9900"/>
                </a:solidFill>
                <a:latin typeface="Times New Roman"/>
                <a:ea typeface="Times New Roman"/>
                <a:cs typeface="Times New Roman"/>
                <a:sym typeface="Times New Roman"/>
              </a:rPr>
              <a:t>process ID</a:t>
            </a:r>
            <a:r>
              <a:rPr lang="en-US" sz="2200">
                <a:solidFill>
                  <a:srgbClr val="CC9900"/>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and entry in the process table can  then be reused. However, if a parent fails to call wait, the zombie will be left in  the process table. In some situations this may be desirable, for example if the  parent creates another child process it ensures that it will not be allocated the  same process ID. On modern UNIX-like systems (that comply with</a:t>
            </a:r>
            <a:r>
              <a:rPr lang="en-US" sz="2200">
                <a:solidFill>
                  <a:srgbClr val="CC9900"/>
                </a:solidFill>
                <a:latin typeface="Times New Roman"/>
                <a:ea typeface="Times New Roman"/>
                <a:cs typeface="Times New Roman"/>
                <a:sym typeface="Times New Roman"/>
              </a:rPr>
              <a:t> </a:t>
            </a:r>
            <a:r>
              <a:rPr lang="en-US" sz="2200" u="sng">
                <a:solidFill>
                  <a:srgbClr val="CC9900"/>
                </a:solidFill>
                <a:latin typeface="Times New Roman"/>
                <a:ea typeface="Times New Roman"/>
                <a:cs typeface="Times New Roman"/>
                <a:sym typeface="Times New Roman"/>
              </a:rPr>
              <a:t>Single Unix  Specification v3</a:t>
            </a:r>
            <a:r>
              <a:rPr lang="en-US" sz="2200">
                <a:solidFill>
                  <a:srgbClr val="CC9900"/>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in this respect), the following special case applies: if the parent  </a:t>
            </a:r>
            <a:r>
              <a:rPr i="1" lang="en-US" sz="2300">
                <a:solidFill>
                  <a:schemeClr val="dk1"/>
                </a:solidFill>
                <a:latin typeface="Times New Roman"/>
                <a:ea typeface="Times New Roman"/>
                <a:cs typeface="Times New Roman"/>
                <a:sym typeface="Times New Roman"/>
              </a:rPr>
              <a:t>explicitly </a:t>
            </a:r>
            <a:r>
              <a:rPr lang="en-US" sz="2200">
                <a:solidFill>
                  <a:schemeClr val="dk1"/>
                </a:solidFill>
                <a:latin typeface="Times New Roman"/>
                <a:ea typeface="Times New Roman"/>
                <a:cs typeface="Times New Roman"/>
                <a:sym typeface="Times New Roman"/>
              </a:rPr>
              <a:t>ignores SIGCHLD by setting its handler to SIG_IGN (rather than  simply ignoring the signal by default) or has the SA_NOCLDWAIT flag set, all  child exit status information will be discarded and no zombie processes will be  left.</a:t>
            </a:r>
            <a:endParaRPr sz="2200">
              <a:solidFill>
                <a:schemeClr val="dk1"/>
              </a:solidFill>
              <a:latin typeface="Times New Roman"/>
              <a:ea typeface="Times New Roman"/>
              <a:cs typeface="Times New Roman"/>
              <a:sym typeface="Times New Roman"/>
            </a:endParaRPr>
          </a:p>
        </p:txBody>
      </p:sp>
      <p:sp>
        <p:nvSpPr>
          <p:cNvPr id="952" name="Google Shape;952;p6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3" name="Google Shape;953;p61"/>
          <p:cNvSpPr txBox="1"/>
          <p:nvPr>
            <p:ph type="title"/>
          </p:nvPr>
        </p:nvSpPr>
        <p:spPr>
          <a:xfrm>
            <a:off x="1093625" y="392579"/>
            <a:ext cx="434657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What is a zombie?</a:t>
            </a:r>
            <a:endParaRPr/>
          </a:p>
        </p:txBody>
      </p:sp>
      <p:sp>
        <p:nvSpPr>
          <p:cNvPr id="954" name="Google Shape;954;p6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55" name="Google Shape;955;p61"/>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62"/>
          <p:cNvSpPr txBox="1"/>
          <p:nvPr/>
        </p:nvSpPr>
        <p:spPr>
          <a:xfrm>
            <a:off x="1046469" y="1901392"/>
            <a:ext cx="7981950" cy="2941955"/>
          </a:xfrm>
          <a:prstGeom prst="rect">
            <a:avLst/>
          </a:prstGeom>
          <a:noFill/>
          <a:ln>
            <a:noFill/>
          </a:ln>
        </p:spPr>
        <p:txBody>
          <a:bodyPr anchorCtr="0" anchor="t" bIns="0" lIns="0" spcFirstLastPara="1" rIns="0" wrap="square" tIns="76825">
            <a:spAutoFit/>
          </a:bodyPr>
          <a:lstStyle/>
          <a:p>
            <a:pPr indent="-300355" lvl="0" marL="312420" marR="13334" rtl="0" algn="just">
              <a:lnSpc>
                <a:spcPct val="95909"/>
              </a:lnSpc>
              <a:spcBef>
                <a:spcPts val="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Since there is no memory allocated to zombie processes except for the  process table entry itself, the primary concern with many zombies is not  running out of memory, but rather running out of process ID numbers.</a:t>
            </a:r>
            <a:endParaRPr sz="2200">
              <a:solidFill>
                <a:schemeClr val="dk1"/>
              </a:solidFill>
              <a:latin typeface="Times New Roman"/>
              <a:ea typeface="Times New Roman"/>
              <a:cs typeface="Times New Roman"/>
              <a:sym typeface="Times New Roman"/>
            </a:endParaRPr>
          </a:p>
          <a:p>
            <a:pPr indent="0" lvl="0" marL="0" marR="0" rtl="0" algn="l">
              <a:lnSpc>
                <a:spcPct val="100000"/>
              </a:lnSpc>
              <a:spcBef>
                <a:spcPts val="5"/>
              </a:spcBef>
              <a:spcAft>
                <a:spcPts val="0"/>
              </a:spcAft>
              <a:buClr>
                <a:srgbClr val="D34816"/>
              </a:buClr>
              <a:buSzPts val="3000"/>
              <a:buFont typeface="Arimo"/>
              <a:buNone/>
            </a:pPr>
            <a:r>
              <a:t/>
            </a:r>
            <a:endParaRPr sz="3000">
              <a:solidFill>
                <a:schemeClr val="dk1"/>
              </a:solidFill>
              <a:latin typeface="Times New Roman"/>
              <a:ea typeface="Times New Roman"/>
              <a:cs typeface="Times New Roman"/>
              <a:sym typeface="Times New Roman"/>
            </a:endParaRPr>
          </a:p>
          <a:p>
            <a:pPr indent="-300355" lvl="0" marL="312420" marR="5080" rtl="0" algn="just">
              <a:lnSpc>
                <a:spcPct val="80000"/>
              </a:lnSpc>
              <a:spcBef>
                <a:spcPts val="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To remove zombies from a system, the SIGCHLD</a:t>
            </a:r>
            <a:r>
              <a:rPr lang="en-US" sz="2200">
                <a:solidFill>
                  <a:srgbClr val="CC9900"/>
                </a:solidFill>
                <a:latin typeface="Times New Roman"/>
                <a:ea typeface="Times New Roman"/>
                <a:cs typeface="Times New Roman"/>
                <a:sym typeface="Times New Roman"/>
              </a:rPr>
              <a:t> </a:t>
            </a:r>
            <a:r>
              <a:rPr lang="en-US" sz="2200" u="sng">
                <a:solidFill>
                  <a:srgbClr val="CC9900"/>
                </a:solidFill>
                <a:latin typeface="Times New Roman"/>
                <a:ea typeface="Times New Roman"/>
                <a:cs typeface="Times New Roman"/>
                <a:sym typeface="Times New Roman"/>
              </a:rPr>
              <a:t>signal</a:t>
            </a:r>
            <a:r>
              <a:rPr lang="en-US" sz="2200">
                <a:solidFill>
                  <a:srgbClr val="CC9900"/>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can be sent to the  parent manually, using the</a:t>
            </a:r>
            <a:r>
              <a:rPr lang="en-US" sz="2200">
                <a:solidFill>
                  <a:srgbClr val="CC9900"/>
                </a:solidFill>
                <a:latin typeface="Times New Roman"/>
                <a:ea typeface="Times New Roman"/>
                <a:cs typeface="Times New Roman"/>
                <a:sym typeface="Times New Roman"/>
              </a:rPr>
              <a:t> </a:t>
            </a:r>
            <a:r>
              <a:rPr lang="en-US" sz="2200" u="sng">
                <a:solidFill>
                  <a:srgbClr val="CC9900"/>
                </a:solidFill>
                <a:latin typeface="Times New Roman"/>
                <a:ea typeface="Times New Roman"/>
                <a:cs typeface="Times New Roman"/>
                <a:sym typeface="Times New Roman"/>
              </a:rPr>
              <a:t>kill</a:t>
            </a:r>
            <a:r>
              <a:rPr lang="en-US" sz="2200">
                <a:solidFill>
                  <a:srgbClr val="CC9900"/>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command. If the parent process still refuses  to reap the zombie, the next step would be to remove the parent process.  When a process loses its parent, init becomes its new parent. Init  periodically executes the wait system call to reap any zombies with init as  parent.</a:t>
            </a:r>
            <a:endParaRPr sz="2200">
              <a:solidFill>
                <a:schemeClr val="dk1"/>
              </a:solidFill>
              <a:latin typeface="Times New Roman"/>
              <a:ea typeface="Times New Roman"/>
              <a:cs typeface="Times New Roman"/>
              <a:sym typeface="Times New Roman"/>
            </a:endParaRPr>
          </a:p>
        </p:txBody>
      </p:sp>
      <p:sp>
        <p:nvSpPr>
          <p:cNvPr id="961" name="Google Shape;961;p6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 name="Google Shape;962;p62"/>
          <p:cNvSpPr txBox="1"/>
          <p:nvPr>
            <p:ph type="title"/>
          </p:nvPr>
        </p:nvSpPr>
        <p:spPr>
          <a:xfrm>
            <a:off x="1093625" y="872687"/>
            <a:ext cx="434657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What is a zombie?</a:t>
            </a:r>
            <a:endParaRPr/>
          </a:p>
        </p:txBody>
      </p:sp>
      <p:sp>
        <p:nvSpPr>
          <p:cNvPr id="963" name="Google Shape;963;p6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64" name="Google Shape;964;p62"/>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63"/>
          <p:cNvSpPr txBox="1"/>
          <p:nvPr/>
        </p:nvSpPr>
        <p:spPr>
          <a:xfrm>
            <a:off x="1093720" y="1700275"/>
            <a:ext cx="8105775" cy="1669414"/>
          </a:xfrm>
          <a:prstGeom prst="rect">
            <a:avLst/>
          </a:prstGeom>
          <a:noFill/>
          <a:ln>
            <a:noFill/>
          </a:ln>
        </p:spPr>
        <p:txBody>
          <a:bodyPr anchorCtr="0" anchor="t" bIns="0" lIns="0" spcFirstLastPara="1" rIns="0" wrap="square" tIns="12700">
            <a:spAutoFit/>
          </a:bodyPr>
          <a:lstStyle/>
          <a:p>
            <a:pPr indent="-300355" lvl="0" marL="312420" marR="366395" rtl="0" algn="l">
              <a:lnSpc>
                <a:spcPct val="101000"/>
              </a:lnSpc>
              <a:spcBef>
                <a:spcPts val="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In the interval between the child terminating and the parent calling  wait(), the child is said to be a ‘zombie’.</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85"/>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Even though its not running its taking up an entry in the process table.</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8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The process table has a limited number of entries.</a:t>
            </a:r>
            <a:endParaRPr sz="2400">
              <a:solidFill>
                <a:schemeClr val="dk1"/>
              </a:solidFill>
              <a:latin typeface="Times New Roman"/>
              <a:ea typeface="Times New Roman"/>
              <a:cs typeface="Times New Roman"/>
              <a:sym typeface="Times New Roman"/>
            </a:endParaRPr>
          </a:p>
        </p:txBody>
      </p:sp>
      <p:sp>
        <p:nvSpPr>
          <p:cNvPr id="970" name="Google Shape;970;p6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1" name="Google Shape;971;p63"/>
          <p:cNvSpPr txBox="1"/>
          <p:nvPr>
            <p:ph type="title"/>
          </p:nvPr>
        </p:nvSpPr>
        <p:spPr>
          <a:xfrm>
            <a:off x="1093823" y="941326"/>
            <a:ext cx="391604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What is a zombie?</a:t>
            </a:r>
            <a:endParaRPr sz="3950"/>
          </a:p>
        </p:txBody>
      </p:sp>
      <p:sp>
        <p:nvSpPr>
          <p:cNvPr id="972" name="Google Shape;972;p6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73" name="Google Shape;973;p63"/>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64"/>
          <p:cNvSpPr txBox="1"/>
          <p:nvPr/>
        </p:nvSpPr>
        <p:spPr>
          <a:xfrm>
            <a:off x="1093720" y="1700275"/>
            <a:ext cx="8375015" cy="2037714"/>
          </a:xfrm>
          <a:prstGeom prst="rect">
            <a:avLst/>
          </a:prstGeom>
          <a:noFill/>
          <a:ln>
            <a:noFill/>
          </a:ln>
        </p:spPr>
        <p:txBody>
          <a:bodyPr anchorCtr="0" anchor="t" bIns="0" lIns="0" spcFirstLastPara="1" rIns="0" wrap="square" tIns="12700">
            <a:spAutoFit/>
          </a:bodyPr>
          <a:lstStyle/>
          <a:p>
            <a:pPr indent="-300355" lvl="0" marL="312420" marR="7620" rtl="0" algn="l">
              <a:lnSpc>
                <a:spcPct val="101000"/>
              </a:lnSpc>
              <a:spcBef>
                <a:spcPts val="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If the parent terminates without calling wait(), the child is adopted by  init.</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85"/>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The solution is:</a:t>
            </a:r>
            <a:endParaRPr sz="2400">
              <a:solidFill>
                <a:schemeClr val="dk1"/>
              </a:solidFill>
              <a:latin typeface="Times New Roman"/>
              <a:ea typeface="Times New Roman"/>
              <a:cs typeface="Times New Roman"/>
              <a:sym typeface="Times New Roman"/>
            </a:endParaRPr>
          </a:p>
          <a:p>
            <a:pPr indent="-300355" lvl="0" marL="312420" marR="5080" rtl="0" algn="l">
              <a:lnSpc>
                <a:spcPct val="101000"/>
              </a:lnSpc>
              <a:spcBef>
                <a:spcPts val="660"/>
              </a:spcBef>
              <a:spcAft>
                <a:spcPts val="0"/>
              </a:spcAft>
              <a:buClr>
                <a:srgbClr val="D34816"/>
              </a:buClr>
              <a:buSzPts val="2040"/>
              <a:buFont typeface="Arial"/>
              <a:buChar char="•"/>
            </a:pPr>
            <a:r>
              <a:rPr lang="en-US" sz="2400">
                <a:solidFill>
                  <a:schemeClr val="dk1"/>
                </a:solidFill>
                <a:latin typeface="Times New Roman"/>
                <a:ea typeface="Times New Roman"/>
                <a:cs typeface="Times New Roman"/>
                <a:sym typeface="Times New Roman"/>
              </a:rPr>
              <a:t>Ensure that your parent process calls wait() or waitpid or etc, for every  child process that terminates.</a:t>
            </a:r>
            <a:endParaRPr sz="2400">
              <a:solidFill>
                <a:schemeClr val="dk1"/>
              </a:solidFill>
              <a:latin typeface="Times New Roman"/>
              <a:ea typeface="Times New Roman"/>
              <a:cs typeface="Times New Roman"/>
              <a:sym typeface="Times New Roman"/>
            </a:endParaRPr>
          </a:p>
        </p:txBody>
      </p:sp>
      <p:sp>
        <p:nvSpPr>
          <p:cNvPr id="979" name="Google Shape;979;p6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 name="Google Shape;980;p64"/>
          <p:cNvSpPr txBox="1"/>
          <p:nvPr>
            <p:ph type="title"/>
          </p:nvPr>
        </p:nvSpPr>
        <p:spPr>
          <a:xfrm>
            <a:off x="1093823" y="778270"/>
            <a:ext cx="391604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What is a zombie?</a:t>
            </a:r>
            <a:endParaRPr sz="3950"/>
          </a:p>
        </p:txBody>
      </p:sp>
      <p:sp>
        <p:nvSpPr>
          <p:cNvPr id="981" name="Google Shape;981;p6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82" name="Google Shape;982;p64"/>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65"/>
          <p:cNvSpPr txBox="1"/>
          <p:nvPr/>
        </p:nvSpPr>
        <p:spPr>
          <a:xfrm>
            <a:off x="1093720" y="1622492"/>
            <a:ext cx="8091805" cy="3899535"/>
          </a:xfrm>
          <a:prstGeom prst="rect">
            <a:avLst/>
          </a:prstGeom>
          <a:noFill/>
          <a:ln>
            <a:noFill/>
          </a:ln>
        </p:spPr>
        <p:txBody>
          <a:bodyPr anchorCtr="0" anchor="t" bIns="0" lIns="0" spcFirstLastPara="1" rIns="0" wrap="square" tIns="55225">
            <a:spAutoFit/>
          </a:bodyPr>
          <a:lstStyle/>
          <a:p>
            <a:pPr indent="-300355" lvl="0" marL="312420" marR="0" rtl="0" algn="l">
              <a:lnSpc>
                <a:spcPct val="100000"/>
              </a:lnSpc>
              <a:spcBef>
                <a:spcPts val="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Batch job issues Halt instruction</a:t>
            </a:r>
            <a:endParaRPr sz="2650">
              <a:solidFill>
                <a:schemeClr val="dk1"/>
              </a:solidFill>
              <a:latin typeface="Times New Roman"/>
              <a:ea typeface="Times New Roman"/>
              <a:cs typeface="Times New Roman"/>
              <a:sym typeface="Times New Roman"/>
            </a:endParaRPr>
          </a:p>
          <a:p>
            <a:pPr indent="-300355" lvl="0" marL="312420" marR="0" rtl="0" algn="l">
              <a:lnSpc>
                <a:spcPct val="100000"/>
              </a:lnSpc>
              <a:spcBef>
                <a:spcPts val="34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User logs off</a:t>
            </a:r>
            <a:endParaRPr sz="2650">
              <a:solidFill>
                <a:schemeClr val="dk1"/>
              </a:solidFill>
              <a:latin typeface="Times New Roman"/>
              <a:ea typeface="Times New Roman"/>
              <a:cs typeface="Times New Roman"/>
              <a:sym typeface="Times New Roman"/>
            </a:endParaRPr>
          </a:p>
          <a:p>
            <a:pPr indent="-300355" lvl="0" marL="312420" marR="0" rtl="0" algn="l">
              <a:lnSpc>
                <a:spcPct val="100000"/>
              </a:lnSpc>
              <a:spcBef>
                <a:spcPts val="32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Process executes a service request to terminate</a:t>
            </a:r>
            <a:endParaRPr sz="2650">
              <a:solidFill>
                <a:schemeClr val="dk1"/>
              </a:solidFill>
              <a:latin typeface="Times New Roman"/>
              <a:ea typeface="Times New Roman"/>
              <a:cs typeface="Times New Roman"/>
              <a:sym typeface="Times New Roman"/>
            </a:endParaRPr>
          </a:p>
          <a:p>
            <a:pPr indent="-300355" lvl="0" marL="312420" marR="0" rtl="0" algn="l">
              <a:lnSpc>
                <a:spcPct val="100000"/>
              </a:lnSpc>
              <a:spcBef>
                <a:spcPts val="34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Parent terminates so child processes terminate</a:t>
            </a:r>
            <a:endParaRPr sz="2650">
              <a:solidFill>
                <a:schemeClr val="dk1"/>
              </a:solidFill>
              <a:latin typeface="Times New Roman"/>
              <a:ea typeface="Times New Roman"/>
              <a:cs typeface="Times New Roman"/>
              <a:sym typeface="Times New Roman"/>
            </a:endParaRPr>
          </a:p>
          <a:p>
            <a:pPr indent="-300355" lvl="0" marL="312420" marR="0" rtl="0" algn="l">
              <a:lnSpc>
                <a:spcPct val="100000"/>
              </a:lnSpc>
              <a:spcBef>
                <a:spcPts val="32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Operating system intervention</a:t>
            </a:r>
            <a:endParaRPr sz="2650">
              <a:solidFill>
                <a:schemeClr val="dk1"/>
              </a:solidFill>
              <a:latin typeface="Times New Roman"/>
              <a:ea typeface="Times New Roman"/>
              <a:cs typeface="Times New Roman"/>
              <a:sym typeface="Times New Roman"/>
            </a:endParaRPr>
          </a:p>
          <a:p>
            <a:pPr indent="-314960" lvl="1" marL="829310" marR="0" rtl="0" algn="l">
              <a:lnSpc>
                <a:spcPct val="100000"/>
              </a:lnSpc>
              <a:spcBef>
                <a:spcPts val="120"/>
              </a:spcBef>
              <a:spcAft>
                <a:spcPts val="0"/>
              </a:spcAft>
              <a:buClr>
                <a:srgbClr val="9A2D1F"/>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such as when deadlock occurs</a:t>
            </a:r>
            <a:endParaRPr b="0" i="0" sz="2650" u="none" cap="none" strike="noStrike">
              <a:solidFill>
                <a:schemeClr val="dk1"/>
              </a:solidFill>
              <a:latin typeface="Times New Roman"/>
              <a:ea typeface="Times New Roman"/>
              <a:cs typeface="Times New Roman"/>
              <a:sym typeface="Times New Roman"/>
            </a:endParaRPr>
          </a:p>
          <a:p>
            <a:pPr indent="-300355" lvl="0" marL="312420" marR="0" rtl="0" algn="l">
              <a:lnSpc>
                <a:spcPct val="100000"/>
              </a:lnSpc>
              <a:spcBef>
                <a:spcPts val="325"/>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Error and fault conditions</a:t>
            </a:r>
            <a:endParaRPr sz="2650">
              <a:solidFill>
                <a:schemeClr val="dk1"/>
              </a:solidFill>
              <a:latin typeface="Times New Roman"/>
              <a:ea typeface="Times New Roman"/>
              <a:cs typeface="Times New Roman"/>
              <a:sym typeface="Times New Roman"/>
            </a:endParaRPr>
          </a:p>
          <a:p>
            <a:pPr indent="-314325" lvl="1" marL="829310" marR="5080" rtl="0" algn="l">
              <a:lnSpc>
                <a:spcPct val="107169"/>
              </a:lnSpc>
              <a:spcBef>
                <a:spcPts val="500"/>
              </a:spcBef>
              <a:spcAft>
                <a:spcPts val="0"/>
              </a:spcAft>
              <a:buClr>
                <a:srgbClr val="9A2D1F"/>
              </a:buClr>
              <a:buSzPts val="2253"/>
              <a:buFont typeface="Arial"/>
              <a:buChar char="•"/>
            </a:pPr>
            <a:r>
              <a:rPr b="0" i="0" lang="en-US" sz="2650" u="none" cap="none" strike="noStrike">
                <a:solidFill>
                  <a:schemeClr val="dk1"/>
                </a:solidFill>
                <a:latin typeface="Times New Roman"/>
                <a:ea typeface="Times New Roman"/>
                <a:cs typeface="Times New Roman"/>
                <a:sym typeface="Times New Roman"/>
              </a:rPr>
              <a:t>E.g. memory unavailable, protection error, arithmetic error,  I/O failure, invalid instruction</a:t>
            </a:r>
            <a:endParaRPr b="0" i="0" sz="2650" u="none" cap="none" strike="noStrike">
              <a:solidFill>
                <a:schemeClr val="dk1"/>
              </a:solidFill>
              <a:latin typeface="Times New Roman"/>
              <a:ea typeface="Times New Roman"/>
              <a:cs typeface="Times New Roman"/>
              <a:sym typeface="Times New Roman"/>
            </a:endParaRPr>
          </a:p>
        </p:txBody>
      </p:sp>
      <p:sp>
        <p:nvSpPr>
          <p:cNvPr id="988" name="Google Shape;988;p6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65"/>
          <p:cNvSpPr txBox="1"/>
          <p:nvPr>
            <p:ph type="title"/>
          </p:nvPr>
        </p:nvSpPr>
        <p:spPr>
          <a:xfrm>
            <a:off x="1093823" y="540561"/>
            <a:ext cx="4326890"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Process Termination</a:t>
            </a:r>
            <a:endParaRPr sz="3950"/>
          </a:p>
        </p:txBody>
      </p:sp>
      <p:sp>
        <p:nvSpPr>
          <p:cNvPr id="990" name="Google Shape;990;p6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991" name="Google Shape;991;p65"/>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66"/>
          <p:cNvSpPr txBox="1"/>
          <p:nvPr>
            <p:ph type="title"/>
          </p:nvPr>
        </p:nvSpPr>
        <p:spPr>
          <a:xfrm>
            <a:off x="1093625" y="313380"/>
            <a:ext cx="480885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Process Termination</a:t>
            </a:r>
            <a:endParaRPr/>
          </a:p>
        </p:txBody>
      </p:sp>
      <p:sp>
        <p:nvSpPr>
          <p:cNvPr id="997" name="Google Shape;997;p66"/>
          <p:cNvSpPr txBox="1"/>
          <p:nvPr/>
        </p:nvSpPr>
        <p:spPr>
          <a:xfrm>
            <a:off x="1076946" y="1174541"/>
            <a:ext cx="8373745" cy="5076825"/>
          </a:xfrm>
          <a:prstGeom prst="rect">
            <a:avLst/>
          </a:prstGeom>
          <a:noFill/>
          <a:ln>
            <a:noFill/>
          </a:ln>
        </p:spPr>
        <p:txBody>
          <a:bodyPr anchorCtr="0" anchor="t" bIns="0" lIns="0" spcFirstLastPara="1" rIns="0" wrap="square" tIns="12050">
            <a:spAutoFit/>
          </a:bodyPr>
          <a:lstStyle/>
          <a:p>
            <a:pPr indent="-300355" lvl="0" marL="312420" marR="5080" rtl="0" algn="l">
              <a:lnSpc>
                <a:spcPct val="101000"/>
              </a:lnSpc>
              <a:spcBef>
                <a:spcPts val="0"/>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Process	executes	last	statement	and	asks	the	operating  system to delete it (</a:t>
            </a:r>
            <a:r>
              <a:rPr b="1" lang="en-US" sz="3050">
                <a:solidFill>
                  <a:schemeClr val="dk1"/>
                </a:solidFill>
                <a:latin typeface="Times New Roman"/>
                <a:ea typeface="Times New Roman"/>
                <a:cs typeface="Times New Roman"/>
                <a:sym typeface="Times New Roman"/>
              </a:rPr>
              <a:t>exit</a:t>
            </a:r>
            <a:r>
              <a:rPr lang="en-US" sz="3050">
                <a:solidFill>
                  <a:schemeClr val="dk1"/>
                </a:solidFill>
                <a:latin typeface="Times New Roman"/>
                <a:ea typeface="Times New Roman"/>
                <a:cs typeface="Times New Roman"/>
                <a:sym typeface="Times New Roman"/>
              </a:rPr>
              <a:t>).</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51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Output data from child to parent (via </a:t>
            </a:r>
            <a:r>
              <a:rPr b="1" i="0" lang="en-US" sz="2650" u="none" cap="none" strike="noStrike">
                <a:solidFill>
                  <a:schemeClr val="dk1"/>
                </a:solidFill>
                <a:latin typeface="Times New Roman"/>
                <a:ea typeface="Times New Roman"/>
                <a:cs typeface="Times New Roman"/>
                <a:sym typeface="Times New Roman"/>
              </a:rPr>
              <a:t>wait</a:t>
            </a:r>
            <a:r>
              <a:rPr b="0" i="0" lang="en-US" sz="2650" u="none" cap="none" strike="noStrike">
                <a:solidFill>
                  <a:schemeClr val="dk1"/>
                </a:solidFill>
                <a:latin typeface="Times New Roman"/>
                <a:ea typeface="Times New Roman"/>
                <a:cs typeface="Times New Roman"/>
                <a:sym typeface="Times New Roman"/>
              </a:rPr>
              <a:t>).</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Process resources are deallocated by operating system.</a:t>
            </a:r>
            <a:endParaRPr b="0" i="0" sz="2650" u="none" cap="none" strike="noStrike">
              <a:solidFill>
                <a:schemeClr val="dk1"/>
              </a:solidFill>
              <a:latin typeface="Times New Roman"/>
              <a:ea typeface="Times New Roman"/>
              <a:cs typeface="Times New Roman"/>
              <a:sym typeface="Times New Roman"/>
            </a:endParaRPr>
          </a:p>
          <a:p>
            <a:pPr indent="-300355" lvl="0" marL="312420" marR="6350" rtl="0" algn="l">
              <a:lnSpc>
                <a:spcPct val="101000"/>
              </a:lnSpc>
              <a:spcBef>
                <a:spcPts val="595"/>
              </a:spcBef>
              <a:spcAft>
                <a:spcPts val="0"/>
              </a:spcAft>
              <a:buClr>
                <a:srgbClr val="D34816"/>
              </a:buClr>
              <a:buSzPts val="2593"/>
              <a:buFont typeface="Arimo"/>
              <a:buChar char=""/>
            </a:pPr>
            <a:r>
              <a:rPr lang="en-US" sz="3050">
                <a:solidFill>
                  <a:schemeClr val="dk1"/>
                </a:solidFill>
                <a:latin typeface="Times New Roman"/>
                <a:ea typeface="Times New Roman"/>
                <a:cs typeface="Times New Roman"/>
                <a:sym typeface="Times New Roman"/>
              </a:rPr>
              <a:t>Parent	may	terminate	execution	of	children	processes  (</a:t>
            </a:r>
            <a:r>
              <a:rPr b="1" lang="en-US" sz="3050">
                <a:solidFill>
                  <a:schemeClr val="dk1"/>
                </a:solidFill>
                <a:latin typeface="Times New Roman"/>
                <a:ea typeface="Times New Roman"/>
                <a:cs typeface="Times New Roman"/>
                <a:sym typeface="Times New Roman"/>
              </a:rPr>
              <a:t>abort</a:t>
            </a:r>
            <a:r>
              <a:rPr lang="en-US" sz="3050">
                <a:solidFill>
                  <a:schemeClr val="dk1"/>
                </a:solidFill>
                <a:latin typeface="Times New Roman"/>
                <a:ea typeface="Times New Roman"/>
                <a:cs typeface="Times New Roman"/>
                <a:sym typeface="Times New Roman"/>
              </a:rPr>
              <a:t>).</a:t>
            </a:r>
            <a:endParaRPr sz="3050">
              <a:solidFill>
                <a:schemeClr val="dk1"/>
              </a:solidFill>
              <a:latin typeface="Times New Roman"/>
              <a:ea typeface="Times New Roman"/>
              <a:cs typeface="Times New Roman"/>
              <a:sym typeface="Times New Roman"/>
            </a:endParaRPr>
          </a:p>
          <a:p>
            <a:pPr indent="-252095" lvl="1" marL="615950" marR="0" rtl="0" algn="l">
              <a:lnSpc>
                <a:spcPct val="100000"/>
              </a:lnSpc>
              <a:spcBef>
                <a:spcPts val="495"/>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Child has exceeded allocated resources.</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3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Task assigned to child is no longer required.</a:t>
            </a:r>
            <a:endParaRPr b="0" i="0" sz="2650" u="none" cap="none" strike="noStrike">
              <a:solidFill>
                <a:schemeClr val="dk1"/>
              </a:solidFill>
              <a:latin typeface="Times New Roman"/>
              <a:ea typeface="Times New Roman"/>
              <a:cs typeface="Times New Roman"/>
              <a:sym typeface="Times New Roman"/>
            </a:endParaRPr>
          </a:p>
          <a:p>
            <a:pPr indent="-252095" lvl="1" marL="615950" marR="0" rtl="0" algn="l">
              <a:lnSpc>
                <a:spcPct val="100000"/>
              </a:lnSpc>
              <a:spcBef>
                <a:spcPts val="420"/>
              </a:spcBef>
              <a:spcAft>
                <a:spcPts val="0"/>
              </a:spcAft>
              <a:buClr>
                <a:srgbClr val="9A2D1F"/>
              </a:buClr>
              <a:buSzPts val="2253"/>
              <a:buFont typeface="Arimo"/>
              <a:buChar char=""/>
            </a:pPr>
            <a:r>
              <a:rPr b="0" i="0" lang="en-US" sz="2650" u="none" cap="none" strike="noStrike">
                <a:solidFill>
                  <a:schemeClr val="dk1"/>
                </a:solidFill>
                <a:latin typeface="Times New Roman"/>
                <a:ea typeface="Times New Roman"/>
                <a:cs typeface="Times New Roman"/>
                <a:sym typeface="Times New Roman"/>
              </a:rPr>
              <a:t>Parent is exiting.</a:t>
            </a:r>
            <a:endParaRPr b="0" i="0" sz="2650" u="none" cap="none" strike="noStrike">
              <a:solidFill>
                <a:schemeClr val="dk1"/>
              </a:solidFill>
              <a:latin typeface="Times New Roman"/>
              <a:ea typeface="Times New Roman"/>
              <a:cs typeface="Times New Roman"/>
              <a:sym typeface="Times New Roman"/>
            </a:endParaRPr>
          </a:p>
          <a:p>
            <a:pPr indent="-252094" lvl="2" marL="917575" marR="0" rtl="0" algn="l">
              <a:lnSpc>
                <a:spcPct val="100000"/>
              </a:lnSpc>
              <a:spcBef>
                <a:spcPts val="500"/>
              </a:spcBef>
              <a:spcAft>
                <a:spcPts val="0"/>
              </a:spcAft>
              <a:buClr>
                <a:srgbClr val="E6B1AA"/>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Operating system does not allow child to continue if its parent terminates</a:t>
            </a:r>
            <a:endParaRPr b="0" i="0" sz="2200" u="none" cap="none" strike="noStrike">
              <a:solidFill>
                <a:schemeClr val="dk1"/>
              </a:solidFill>
              <a:latin typeface="Times New Roman"/>
              <a:ea typeface="Times New Roman"/>
              <a:cs typeface="Times New Roman"/>
              <a:sym typeface="Times New Roman"/>
            </a:endParaRPr>
          </a:p>
          <a:p>
            <a:pPr indent="-252094" lvl="2" marL="917575" marR="0" rtl="0" algn="l">
              <a:lnSpc>
                <a:spcPct val="100000"/>
              </a:lnSpc>
              <a:spcBef>
                <a:spcPts val="445"/>
              </a:spcBef>
              <a:spcAft>
                <a:spcPts val="0"/>
              </a:spcAft>
              <a:buClr>
                <a:srgbClr val="E6B1AA"/>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Cascading termination</a:t>
            </a:r>
            <a:endParaRPr b="0" i="0" sz="2200" u="none" cap="none" strike="noStrike">
              <a:solidFill>
                <a:schemeClr val="dk1"/>
              </a:solidFill>
              <a:latin typeface="Times New Roman"/>
              <a:ea typeface="Times New Roman"/>
              <a:cs typeface="Times New Roman"/>
              <a:sym typeface="Times New Roman"/>
            </a:endParaRPr>
          </a:p>
        </p:txBody>
      </p:sp>
      <p:sp>
        <p:nvSpPr>
          <p:cNvPr id="998" name="Google Shape;998;p6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6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00" name="Google Shape;1000;p66"/>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67"/>
          <p:cNvSpPr txBox="1"/>
          <p:nvPr/>
        </p:nvSpPr>
        <p:spPr>
          <a:xfrm>
            <a:off x="1093716" y="1607311"/>
            <a:ext cx="8239125" cy="4032250"/>
          </a:xfrm>
          <a:prstGeom prst="rect">
            <a:avLst/>
          </a:prstGeom>
          <a:noFill/>
          <a:ln>
            <a:noFill/>
          </a:ln>
        </p:spPr>
        <p:txBody>
          <a:bodyPr anchorCtr="0" anchor="t" bIns="0" lIns="0" spcFirstLastPara="1" rIns="0" wrap="square" tIns="89525">
            <a:spAutoFit/>
          </a:bodyPr>
          <a:lstStyle/>
          <a:p>
            <a:pPr indent="0" lvl="0" marL="12700" marR="0" rtl="0" algn="l">
              <a:lnSpc>
                <a:spcPct val="100000"/>
              </a:lnSpc>
              <a:spcBef>
                <a:spcPts val="0"/>
              </a:spcBef>
              <a:spcAft>
                <a:spcPts val="0"/>
              </a:spcAft>
              <a:buNone/>
            </a:pPr>
            <a:r>
              <a:rPr b="1" lang="en-US" sz="2400">
                <a:solidFill>
                  <a:schemeClr val="dk1"/>
                </a:solidFill>
                <a:latin typeface="Times New Roman"/>
                <a:ea typeface="Times New Roman"/>
                <a:cs typeface="Times New Roman"/>
                <a:sym typeface="Times New Roman"/>
              </a:rPr>
              <a:t>void exit(int status);</a:t>
            </a:r>
            <a:endParaRPr sz="2400">
              <a:solidFill>
                <a:schemeClr val="dk1"/>
              </a:solidFill>
              <a:latin typeface="Times New Roman"/>
              <a:ea typeface="Times New Roman"/>
              <a:cs typeface="Times New Roman"/>
              <a:sym typeface="Times New Roman"/>
            </a:endParaRPr>
          </a:p>
          <a:p>
            <a:pPr indent="-300355" lvl="0" marL="312420" marR="0" rtl="0" algn="l">
              <a:lnSpc>
                <a:spcPct val="100000"/>
              </a:lnSpc>
              <a:spcBef>
                <a:spcPts val="56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After the program finishes execution, it calls exit()</a:t>
            </a:r>
            <a:endParaRPr sz="2200">
              <a:solidFill>
                <a:schemeClr val="dk1"/>
              </a:solidFill>
              <a:latin typeface="Times New Roman"/>
              <a:ea typeface="Times New Roman"/>
              <a:cs typeface="Times New Roman"/>
              <a:sym typeface="Times New Roman"/>
            </a:endParaRPr>
          </a:p>
          <a:p>
            <a:pPr indent="-300355" lvl="0" marL="312420" marR="0" rtl="0" algn="l">
              <a:lnSpc>
                <a:spcPct val="100000"/>
              </a:lnSpc>
              <a:spcBef>
                <a:spcPts val="640"/>
              </a:spcBef>
              <a:spcAft>
                <a:spcPts val="0"/>
              </a:spcAft>
              <a:buClr>
                <a:srgbClr val="D34816"/>
              </a:buClr>
              <a:buSzPts val="1848"/>
              <a:buFont typeface="Arial"/>
              <a:buChar char="•"/>
            </a:pPr>
            <a:r>
              <a:rPr lang="en-US" sz="2200">
                <a:solidFill>
                  <a:schemeClr val="dk1"/>
                </a:solidFill>
                <a:latin typeface="Times New Roman"/>
                <a:ea typeface="Times New Roman"/>
                <a:cs typeface="Times New Roman"/>
                <a:sym typeface="Times New Roman"/>
              </a:rPr>
              <a:t>This system call:</a:t>
            </a:r>
            <a:endParaRPr sz="2200">
              <a:solidFill>
                <a:schemeClr val="dk1"/>
              </a:solidFill>
              <a:latin typeface="Times New Roman"/>
              <a:ea typeface="Times New Roman"/>
              <a:cs typeface="Times New Roman"/>
              <a:sym typeface="Times New Roman"/>
            </a:endParaRPr>
          </a:p>
          <a:p>
            <a:pPr indent="-314325" lvl="1" marL="829310" marR="0" rtl="0" algn="l">
              <a:lnSpc>
                <a:spcPct val="100000"/>
              </a:lnSpc>
              <a:spcBef>
                <a:spcPts val="505"/>
              </a:spcBef>
              <a:spcAft>
                <a:spcPts val="0"/>
              </a:spcAft>
              <a:buClr>
                <a:srgbClr val="9A2D1F"/>
              </a:buClr>
              <a:buSzPts val="1658"/>
              <a:buFont typeface="Arial"/>
              <a:buChar char="•"/>
            </a:pPr>
            <a:r>
              <a:rPr b="0" i="0" lang="en-US" sz="1950" u="none" cap="none" strike="noStrike">
                <a:solidFill>
                  <a:schemeClr val="dk1"/>
                </a:solidFill>
                <a:latin typeface="Times New Roman"/>
                <a:ea typeface="Times New Roman"/>
                <a:cs typeface="Times New Roman"/>
                <a:sym typeface="Times New Roman"/>
              </a:rPr>
              <a:t>takes the “result” of the program as an argument</a:t>
            </a:r>
            <a:endParaRPr b="0" i="0" sz="19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1658"/>
              <a:buFont typeface="Arial"/>
              <a:buChar char="•"/>
            </a:pPr>
            <a:r>
              <a:rPr b="0" i="0" lang="en-US" sz="1950" u="none" cap="none" strike="noStrike">
                <a:solidFill>
                  <a:schemeClr val="dk1"/>
                </a:solidFill>
                <a:latin typeface="Times New Roman"/>
                <a:ea typeface="Times New Roman"/>
                <a:cs typeface="Times New Roman"/>
                <a:sym typeface="Times New Roman"/>
              </a:rPr>
              <a:t>closes all open files, connections, etc.</a:t>
            </a:r>
            <a:endParaRPr b="0" i="0" sz="19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1658"/>
              <a:buFont typeface="Arial"/>
              <a:buChar char="•"/>
            </a:pPr>
            <a:r>
              <a:rPr b="0" i="0" lang="en-US" sz="1950" u="none" cap="none" strike="noStrike">
                <a:solidFill>
                  <a:schemeClr val="dk1"/>
                </a:solidFill>
                <a:latin typeface="Times New Roman"/>
                <a:ea typeface="Times New Roman"/>
                <a:cs typeface="Times New Roman"/>
                <a:sym typeface="Times New Roman"/>
              </a:rPr>
              <a:t>deallocates memory</a:t>
            </a:r>
            <a:endParaRPr b="0" i="0" sz="19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65"/>
              </a:spcBef>
              <a:spcAft>
                <a:spcPts val="0"/>
              </a:spcAft>
              <a:buClr>
                <a:srgbClr val="9A2D1F"/>
              </a:buClr>
              <a:buSzPts val="1658"/>
              <a:buFont typeface="Arial"/>
              <a:buChar char="•"/>
            </a:pPr>
            <a:r>
              <a:rPr b="0" i="0" lang="en-US" sz="1950" u="none" cap="none" strike="noStrike">
                <a:solidFill>
                  <a:schemeClr val="dk1"/>
                </a:solidFill>
                <a:latin typeface="Times New Roman"/>
                <a:ea typeface="Times New Roman"/>
                <a:cs typeface="Times New Roman"/>
                <a:sym typeface="Times New Roman"/>
              </a:rPr>
              <a:t>deallocates most of the OS structures supporting the process</a:t>
            </a:r>
            <a:endParaRPr b="0" i="0" sz="1950" u="none" cap="none" strike="noStrike">
              <a:solidFill>
                <a:schemeClr val="dk1"/>
              </a:solidFill>
              <a:latin typeface="Times New Roman"/>
              <a:ea typeface="Times New Roman"/>
              <a:cs typeface="Times New Roman"/>
              <a:sym typeface="Times New Roman"/>
            </a:endParaRPr>
          </a:p>
          <a:p>
            <a:pPr indent="-314325" lvl="1" marL="829310" marR="0" rtl="0" algn="l">
              <a:lnSpc>
                <a:spcPct val="100000"/>
              </a:lnSpc>
              <a:spcBef>
                <a:spcPts val="480"/>
              </a:spcBef>
              <a:spcAft>
                <a:spcPts val="0"/>
              </a:spcAft>
              <a:buClr>
                <a:srgbClr val="9A2D1F"/>
              </a:buClr>
              <a:buSzPts val="1658"/>
              <a:buFont typeface="Arial"/>
              <a:buChar char="•"/>
            </a:pPr>
            <a:r>
              <a:rPr b="0" i="0" lang="en-US" sz="1950" u="none" cap="none" strike="noStrike">
                <a:solidFill>
                  <a:schemeClr val="dk1"/>
                </a:solidFill>
                <a:latin typeface="Times New Roman"/>
                <a:ea typeface="Times New Roman"/>
                <a:cs typeface="Times New Roman"/>
                <a:sym typeface="Times New Roman"/>
              </a:rPr>
              <a:t>checks if parent is alive:</a:t>
            </a:r>
            <a:endParaRPr b="0" i="0" sz="1950" u="none" cap="none" strike="noStrike">
              <a:solidFill>
                <a:schemeClr val="dk1"/>
              </a:solidFill>
              <a:latin typeface="Times New Roman"/>
              <a:ea typeface="Times New Roman"/>
              <a:cs typeface="Times New Roman"/>
              <a:sym typeface="Times New Roman"/>
            </a:endParaRPr>
          </a:p>
          <a:p>
            <a:pPr indent="-251459" lvl="2" marL="1269365" marR="5080" rtl="0" algn="l">
              <a:lnSpc>
                <a:spcPct val="101000"/>
              </a:lnSpc>
              <a:spcBef>
                <a:spcPts val="475"/>
              </a:spcBef>
              <a:spcAft>
                <a:spcPts val="0"/>
              </a:spcAft>
              <a:buClr>
                <a:srgbClr val="E6B1AA"/>
              </a:buClr>
              <a:buSzPts val="1505"/>
              <a:buFont typeface="Arial"/>
              <a:buChar char="•"/>
            </a:pPr>
            <a:r>
              <a:rPr b="0" i="0" lang="en-US" sz="1750" u="none" cap="none" strike="noStrike">
                <a:solidFill>
                  <a:schemeClr val="dk1"/>
                </a:solidFill>
                <a:latin typeface="Times New Roman"/>
                <a:ea typeface="Times New Roman"/>
                <a:cs typeface="Times New Roman"/>
                <a:sym typeface="Times New Roman"/>
              </a:rPr>
              <a:t>If so, it holds the result value until parent requests it, process does not really die, but it  enters the zombie/defunct state</a:t>
            </a:r>
            <a:endParaRPr b="0" i="0" sz="1750" u="none" cap="none" strike="noStrike">
              <a:solidFill>
                <a:schemeClr val="dk1"/>
              </a:solidFill>
              <a:latin typeface="Times New Roman"/>
              <a:ea typeface="Times New Roman"/>
              <a:cs typeface="Times New Roman"/>
              <a:sym typeface="Times New Roman"/>
            </a:endParaRPr>
          </a:p>
          <a:p>
            <a:pPr indent="-252094" lvl="2" marL="1269365" marR="0" rtl="0" algn="l">
              <a:lnSpc>
                <a:spcPct val="100000"/>
              </a:lnSpc>
              <a:spcBef>
                <a:spcPts val="460"/>
              </a:spcBef>
              <a:spcAft>
                <a:spcPts val="0"/>
              </a:spcAft>
              <a:buClr>
                <a:srgbClr val="E6B1AA"/>
              </a:buClr>
              <a:buSzPts val="1505"/>
              <a:buFont typeface="Arial"/>
              <a:buChar char="•"/>
            </a:pPr>
            <a:r>
              <a:rPr b="0" i="0" lang="en-US" sz="1750" u="none" cap="none" strike="noStrike">
                <a:solidFill>
                  <a:schemeClr val="dk1"/>
                </a:solidFill>
                <a:latin typeface="Times New Roman"/>
                <a:ea typeface="Times New Roman"/>
                <a:cs typeface="Times New Roman"/>
                <a:sym typeface="Times New Roman"/>
              </a:rPr>
              <a:t>If not, it deallocates all data structures, the process is dead</a:t>
            </a:r>
            <a:endParaRPr b="0" i="0" sz="1750" u="none" cap="none" strike="noStrike">
              <a:solidFill>
                <a:schemeClr val="dk1"/>
              </a:solidFill>
              <a:latin typeface="Times New Roman"/>
              <a:ea typeface="Times New Roman"/>
              <a:cs typeface="Times New Roman"/>
              <a:sym typeface="Times New Roman"/>
            </a:endParaRPr>
          </a:p>
        </p:txBody>
      </p:sp>
      <p:sp>
        <p:nvSpPr>
          <p:cNvPr id="1006" name="Google Shape;1006;p6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 name="Google Shape;1007;p67"/>
          <p:cNvSpPr txBox="1"/>
          <p:nvPr>
            <p:ph type="title"/>
          </p:nvPr>
        </p:nvSpPr>
        <p:spPr>
          <a:xfrm>
            <a:off x="1093823" y="698952"/>
            <a:ext cx="106362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exit()</a:t>
            </a:r>
            <a:endParaRPr sz="3950"/>
          </a:p>
        </p:txBody>
      </p:sp>
      <p:sp>
        <p:nvSpPr>
          <p:cNvPr id="1008" name="Google Shape;1008;p67"/>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09" name="Google Shape;1009;p67"/>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68"/>
          <p:cNvSpPr txBox="1"/>
          <p:nvPr/>
        </p:nvSpPr>
        <p:spPr>
          <a:xfrm>
            <a:off x="1046469" y="1811541"/>
            <a:ext cx="7984490" cy="3963670"/>
          </a:xfrm>
          <a:prstGeom prst="rect">
            <a:avLst/>
          </a:prstGeom>
          <a:noFill/>
          <a:ln>
            <a:noFill/>
          </a:ln>
        </p:spPr>
        <p:txBody>
          <a:bodyPr anchorCtr="0" anchor="t" bIns="0" lIns="0" spcFirstLastPara="1" rIns="0" wrap="square" tIns="76825">
            <a:spAutoFit/>
          </a:bodyPr>
          <a:lstStyle/>
          <a:p>
            <a:pPr indent="-300355" lvl="0" marL="312420" marR="5080" rtl="0" algn="just">
              <a:lnSpc>
                <a:spcPct val="95909"/>
              </a:lnSpc>
              <a:spcBef>
                <a:spcPts val="0"/>
              </a:spcBef>
              <a:spcAft>
                <a:spcPts val="0"/>
              </a:spcAft>
              <a:buClr>
                <a:srgbClr val="D34816"/>
              </a:buClr>
              <a:buSzPts val="1848"/>
              <a:buFont typeface="Arimo"/>
              <a:buChar char=""/>
            </a:pPr>
            <a:r>
              <a:rPr b="1" lang="en-US" sz="2200">
                <a:solidFill>
                  <a:schemeClr val="dk1"/>
                </a:solidFill>
                <a:latin typeface="Times New Roman"/>
                <a:ea typeface="Times New Roman"/>
                <a:cs typeface="Times New Roman"/>
                <a:sym typeface="Times New Roman"/>
              </a:rPr>
              <a:t>exec </a:t>
            </a:r>
            <a:r>
              <a:rPr lang="en-US" sz="2200">
                <a:solidFill>
                  <a:schemeClr val="dk1"/>
                </a:solidFill>
                <a:latin typeface="Times New Roman"/>
                <a:ea typeface="Times New Roman"/>
                <a:cs typeface="Times New Roman"/>
                <a:sym typeface="Times New Roman"/>
              </a:rPr>
              <a:t>is the name of a family of functions that includes </a:t>
            </a:r>
            <a:r>
              <a:rPr b="1" lang="en-US" sz="2200">
                <a:solidFill>
                  <a:schemeClr val="dk1"/>
                </a:solidFill>
                <a:latin typeface="Times New Roman"/>
                <a:ea typeface="Times New Roman"/>
                <a:cs typeface="Times New Roman"/>
                <a:sym typeface="Times New Roman"/>
              </a:rPr>
              <a:t>execl</a:t>
            </a:r>
            <a:r>
              <a:rPr lang="en-US" sz="2200">
                <a:solidFill>
                  <a:schemeClr val="dk1"/>
                </a:solidFill>
                <a:latin typeface="Times New Roman"/>
                <a:ea typeface="Times New Roman"/>
                <a:cs typeface="Times New Roman"/>
                <a:sym typeface="Times New Roman"/>
              </a:rPr>
              <a:t>, </a:t>
            </a:r>
            <a:r>
              <a:rPr b="1" lang="en-US" sz="2200">
                <a:solidFill>
                  <a:schemeClr val="dk1"/>
                </a:solidFill>
                <a:latin typeface="Times New Roman"/>
                <a:ea typeface="Times New Roman"/>
                <a:cs typeface="Times New Roman"/>
                <a:sym typeface="Times New Roman"/>
              </a:rPr>
              <a:t>execv</a:t>
            </a:r>
            <a:r>
              <a:rPr lang="en-US" sz="2200">
                <a:solidFill>
                  <a:schemeClr val="dk1"/>
                </a:solidFill>
                <a:latin typeface="Times New Roman"/>
                <a:ea typeface="Times New Roman"/>
                <a:cs typeface="Times New Roman"/>
                <a:sym typeface="Times New Roman"/>
              </a:rPr>
              <a:t>,  </a:t>
            </a:r>
            <a:r>
              <a:rPr b="1" lang="en-US" sz="2200">
                <a:solidFill>
                  <a:schemeClr val="dk1"/>
                </a:solidFill>
                <a:latin typeface="Times New Roman"/>
                <a:ea typeface="Times New Roman"/>
                <a:cs typeface="Times New Roman"/>
                <a:sym typeface="Times New Roman"/>
              </a:rPr>
              <a:t>execle</a:t>
            </a:r>
            <a:r>
              <a:rPr lang="en-US" sz="2200">
                <a:solidFill>
                  <a:schemeClr val="dk1"/>
                </a:solidFill>
                <a:latin typeface="Times New Roman"/>
                <a:ea typeface="Times New Roman"/>
                <a:cs typeface="Times New Roman"/>
                <a:sym typeface="Times New Roman"/>
              </a:rPr>
              <a:t>, </a:t>
            </a:r>
            <a:r>
              <a:rPr b="1" lang="en-US" sz="2200">
                <a:solidFill>
                  <a:schemeClr val="dk1"/>
                </a:solidFill>
                <a:latin typeface="Times New Roman"/>
                <a:ea typeface="Times New Roman"/>
                <a:cs typeface="Times New Roman"/>
                <a:sym typeface="Times New Roman"/>
              </a:rPr>
              <a:t>execve</a:t>
            </a:r>
            <a:r>
              <a:rPr lang="en-US" sz="2200">
                <a:solidFill>
                  <a:schemeClr val="dk1"/>
                </a:solidFill>
                <a:latin typeface="Times New Roman"/>
                <a:ea typeface="Times New Roman"/>
                <a:cs typeface="Times New Roman"/>
                <a:sym typeface="Times New Roman"/>
              </a:rPr>
              <a:t>, </a:t>
            </a:r>
            <a:r>
              <a:rPr b="1" lang="en-US" sz="2200">
                <a:solidFill>
                  <a:schemeClr val="dk1"/>
                </a:solidFill>
                <a:latin typeface="Times New Roman"/>
                <a:ea typeface="Times New Roman"/>
                <a:cs typeface="Times New Roman"/>
                <a:sym typeface="Times New Roman"/>
              </a:rPr>
              <a:t>execlp</a:t>
            </a:r>
            <a:r>
              <a:rPr lang="en-US" sz="2200">
                <a:solidFill>
                  <a:schemeClr val="dk1"/>
                </a:solidFill>
                <a:latin typeface="Times New Roman"/>
                <a:ea typeface="Times New Roman"/>
                <a:cs typeface="Times New Roman"/>
                <a:sym typeface="Times New Roman"/>
              </a:rPr>
              <a:t>, and </a:t>
            </a:r>
            <a:r>
              <a:rPr b="1" lang="en-US" sz="2200">
                <a:solidFill>
                  <a:schemeClr val="dk1"/>
                </a:solidFill>
                <a:latin typeface="Times New Roman"/>
                <a:ea typeface="Times New Roman"/>
                <a:cs typeface="Times New Roman"/>
                <a:sym typeface="Times New Roman"/>
              </a:rPr>
              <a:t>execvp</a:t>
            </a:r>
            <a:r>
              <a:rPr lang="en-US" sz="2200">
                <a:solidFill>
                  <a:schemeClr val="dk1"/>
                </a:solidFill>
                <a:latin typeface="Times New Roman"/>
                <a:ea typeface="Times New Roman"/>
                <a:cs typeface="Times New Roman"/>
                <a:sym typeface="Times New Roman"/>
              </a:rPr>
              <a:t>. They all have the function of  transforming the calling process into a new process. The reason for the  variety is to provide different ways of pulling together and presenting the  arguments of the function.</a:t>
            </a:r>
            <a:endParaRPr sz="2200">
              <a:solidFill>
                <a:schemeClr val="dk1"/>
              </a:solidFill>
              <a:latin typeface="Times New Roman"/>
              <a:ea typeface="Times New Roman"/>
              <a:cs typeface="Times New Roman"/>
              <a:sym typeface="Times New Roman"/>
            </a:endParaRPr>
          </a:p>
          <a:p>
            <a:pPr indent="0" lvl="0" marL="0" marR="0" rtl="0" algn="l">
              <a:lnSpc>
                <a:spcPct val="100000"/>
              </a:lnSpc>
              <a:spcBef>
                <a:spcPts val="5"/>
              </a:spcBef>
              <a:spcAft>
                <a:spcPts val="0"/>
              </a:spcAft>
              <a:buClr>
                <a:srgbClr val="D34816"/>
              </a:buClr>
              <a:buSzPts val="2950"/>
              <a:buFont typeface="Arimo"/>
              <a:buNone/>
            </a:pPr>
            <a:r>
              <a:t/>
            </a:r>
            <a:endParaRPr sz="2950">
              <a:solidFill>
                <a:schemeClr val="dk1"/>
              </a:solidFill>
              <a:latin typeface="Times New Roman"/>
              <a:ea typeface="Times New Roman"/>
              <a:cs typeface="Times New Roman"/>
              <a:sym typeface="Times New Roman"/>
            </a:endParaRPr>
          </a:p>
          <a:p>
            <a:pPr indent="-300355" lvl="0" marL="312420" marR="17780" rtl="0" algn="just">
              <a:lnSpc>
                <a:spcPct val="79000"/>
              </a:lnSpc>
              <a:spcBef>
                <a:spcPts val="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There shall be no return from a successful</a:t>
            </a:r>
            <a:r>
              <a:rPr i="1" lang="en-US" sz="2300">
                <a:solidFill>
                  <a:schemeClr val="dk1"/>
                </a:solidFill>
                <a:latin typeface="Times New Roman"/>
                <a:ea typeface="Times New Roman"/>
                <a:cs typeface="Times New Roman"/>
                <a:sym typeface="Times New Roman"/>
              </a:rPr>
              <a:t>exec</a:t>
            </a:r>
            <a:r>
              <a:rPr lang="en-US" sz="2200">
                <a:solidFill>
                  <a:schemeClr val="dk1"/>
                </a:solidFill>
                <a:latin typeface="Times New Roman"/>
                <a:ea typeface="Times New Roman"/>
                <a:cs typeface="Times New Roman"/>
                <a:sym typeface="Times New Roman"/>
              </a:rPr>
              <a:t>, because the calling process  image is overlaid by the new process image.</a:t>
            </a:r>
            <a:endParaRPr sz="2200">
              <a:solidFill>
                <a:schemeClr val="dk1"/>
              </a:solidFill>
              <a:latin typeface="Times New Roman"/>
              <a:ea typeface="Times New Roman"/>
              <a:cs typeface="Times New Roman"/>
              <a:sym typeface="Times New Roman"/>
            </a:endParaRPr>
          </a:p>
          <a:p>
            <a:pPr indent="0" lvl="0" marL="0" marR="0" rtl="0" algn="l">
              <a:lnSpc>
                <a:spcPct val="100000"/>
              </a:lnSpc>
              <a:spcBef>
                <a:spcPts val="30"/>
              </a:spcBef>
              <a:spcAft>
                <a:spcPts val="0"/>
              </a:spcAft>
              <a:buClr>
                <a:srgbClr val="D34816"/>
              </a:buClr>
              <a:buSzPts val="2900"/>
              <a:buFont typeface="Arimo"/>
              <a:buNone/>
            </a:pPr>
            <a:r>
              <a:t/>
            </a:r>
            <a:endParaRPr sz="2900">
              <a:solidFill>
                <a:schemeClr val="dk1"/>
              </a:solidFill>
              <a:latin typeface="Times New Roman"/>
              <a:ea typeface="Times New Roman"/>
              <a:cs typeface="Times New Roman"/>
              <a:sym typeface="Times New Roman"/>
            </a:endParaRPr>
          </a:p>
          <a:p>
            <a:pPr indent="-300355" lvl="0" marL="312420" marR="13970" rtl="0" algn="just">
              <a:lnSpc>
                <a:spcPct val="80000"/>
              </a:lnSpc>
              <a:spcBef>
                <a:spcPts val="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A call to any exec function from a process with more than one thread shall  result in all threads being terminated and the new executable image being  loaded and executed. No destructor functions or cleanup handlers shall be  called.</a:t>
            </a:r>
            <a:endParaRPr sz="2200">
              <a:solidFill>
                <a:schemeClr val="dk1"/>
              </a:solidFill>
              <a:latin typeface="Times New Roman"/>
              <a:ea typeface="Times New Roman"/>
              <a:cs typeface="Times New Roman"/>
              <a:sym typeface="Times New Roman"/>
            </a:endParaRPr>
          </a:p>
        </p:txBody>
      </p:sp>
      <p:sp>
        <p:nvSpPr>
          <p:cNvPr id="1015" name="Google Shape;1015;p6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68"/>
          <p:cNvSpPr txBox="1"/>
          <p:nvPr>
            <p:ph type="title"/>
          </p:nvPr>
        </p:nvSpPr>
        <p:spPr>
          <a:xfrm>
            <a:off x="1093823" y="698952"/>
            <a:ext cx="127952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exec()</a:t>
            </a:r>
            <a:endParaRPr sz="3950"/>
          </a:p>
        </p:txBody>
      </p:sp>
      <p:sp>
        <p:nvSpPr>
          <p:cNvPr id="1017" name="Google Shape;1017;p68"/>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18" name="Google Shape;1018;p68"/>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69"/>
          <p:cNvSpPr txBox="1"/>
          <p:nvPr/>
        </p:nvSpPr>
        <p:spPr>
          <a:xfrm>
            <a:off x="1046469" y="1521369"/>
            <a:ext cx="7974965" cy="5157470"/>
          </a:xfrm>
          <a:prstGeom prst="rect">
            <a:avLst/>
          </a:prstGeom>
          <a:noFill/>
          <a:ln>
            <a:noFill/>
          </a:ln>
        </p:spPr>
        <p:txBody>
          <a:bodyPr anchorCtr="0" anchor="t" bIns="0" lIns="0" spcFirstLastPara="1" rIns="0" wrap="square" tIns="92700">
            <a:spAutoFit/>
          </a:bodyPr>
          <a:lstStyle/>
          <a:p>
            <a:pPr indent="-300355" lvl="0" marL="312420" marR="6985" rtl="0" algn="just">
              <a:lnSpc>
                <a:spcPct val="78000"/>
              </a:lnSpc>
              <a:spcBef>
                <a:spcPts val="0"/>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If one of the exec functions returns to the calling process image, an error  has occurred; the return value shall be -1, and errno shall be set to indicate  the error.</a:t>
            </a:r>
            <a:endParaRPr sz="22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Clr>
                <a:srgbClr val="D34816"/>
              </a:buClr>
              <a:buSzPts val="2950"/>
              <a:buFont typeface="Arimo"/>
              <a:buNone/>
            </a:pPr>
            <a:r>
              <a:t/>
            </a:r>
            <a:endParaRPr sz="2950">
              <a:solidFill>
                <a:schemeClr val="dk1"/>
              </a:solidFill>
              <a:latin typeface="Times New Roman"/>
              <a:ea typeface="Times New Roman"/>
              <a:cs typeface="Times New Roman"/>
              <a:sym typeface="Times New Roman"/>
            </a:endParaRPr>
          </a:p>
          <a:p>
            <a:pPr indent="-300355" lvl="0" marL="312420" marR="5080" rtl="0" algn="l">
              <a:lnSpc>
                <a:spcPct val="95909"/>
              </a:lnSpc>
              <a:spcBef>
                <a:spcPts val="5"/>
              </a:spcBef>
              <a:spcAft>
                <a:spcPts val="0"/>
              </a:spcAft>
              <a:buClr>
                <a:srgbClr val="D34816"/>
              </a:buClr>
              <a:buSzPts val="1848"/>
              <a:buFont typeface="Arimo"/>
              <a:buChar char=""/>
            </a:pPr>
            <a:r>
              <a:rPr lang="en-US" sz="2200">
                <a:solidFill>
                  <a:schemeClr val="dk1"/>
                </a:solidFill>
                <a:latin typeface="Times New Roman"/>
                <a:ea typeface="Times New Roman"/>
                <a:cs typeface="Times New Roman"/>
                <a:sym typeface="Times New Roman"/>
              </a:rPr>
              <a:t>The new process shall inherit at least the following attributes from the  calling process image:</a:t>
            </a:r>
            <a:endParaRPr sz="2200">
              <a:solidFill>
                <a:schemeClr val="dk1"/>
              </a:solidFill>
              <a:latin typeface="Times New Roman"/>
              <a:ea typeface="Times New Roman"/>
              <a:cs typeface="Times New Roman"/>
              <a:sym typeface="Times New Roman"/>
            </a:endParaRPr>
          </a:p>
          <a:p>
            <a:pPr indent="-252095" lvl="1" marL="615950" marR="0" rtl="0" algn="l">
              <a:lnSpc>
                <a:spcPct val="115227"/>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Process ID</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5909"/>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Parent process ID</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5909"/>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Process group ID</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6136"/>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Session membership</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5909"/>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Real user ID</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5909"/>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Real group ID</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6136"/>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Supplementary group IDs</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5909"/>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Time left until an alarm clock signal (see alarm())</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5909"/>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Current working directory</a:t>
            </a:r>
            <a:endParaRPr b="0" i="0" sz="2200" u="none" cap="none" strike="noStrike">
              <a:solidFill>
                <a:schemeClr val="dk1"/>
              </a:solidFill>
              <a:latin typeface="Times New Roman"/>
              <a:ea typeface="Times New Roman"/>
              <a:cs typeface="Times New Roman"/>
              <a:sym typeface="Times New Roman"/>
            </a:endParaRPr>
          </a:p>
          <a:p>
            <a:pPr indent="-252095" lvl="1" marL="615950" marR="0" rtl="0" algn="l">
              <a:lnSpc>
                <a:spcPct val="118181"/>
              </a:lnSpc>
              <a:spcBef>
                <a:spcPts val="0"/>
              </a:spcBef>
              <a:spcAft>
                <a:spcPts val="0"/>
              </a:spcAft>
              <a:buClr>
                <a:srgbClr val="9A2D1F"/>
              </a:buClr>
              <a:buSzPts val="1848"/>
              <a:buFont typeface="Arimo"/>
              <a:buChar char=""/>
            </a:pPr>
            <a:r>
              <a:rPr b="0" i="0" lang="en-US" sz="2200" u="none" cap="none" strike="noStrike">
                <a:solidFill>
                  <a:schemeClr val="dk1"/>
                </a:solidFill>
                <a:latin typeface="Times New Roman"/>
                <a:ea typeface="Times New Roman"/>
                <a:cs typeface="Times New Roman"/>
                <a:sym typeface="Times New Roman"/>
              </a:rPr>
              <a:t>Root directory</a:t>
            </a:r>
            <a:endParaRPr b="0" i="0" sz="2200" u="none" cap="none" strike="noStrike">
              <a:solidFill>
                <a:schemeClr val="dk1"/>
              </a:solidFill>
              <a:latin typeface="Times New Roman"/>
              <a:ea typeface="Times New Roman"/>
              <a:cs typeface="Times New Roman"/>
              <a:sym typeface="Times New Roman"/>
            </a:endParaRPr>
          </a:p>
        </p:txBody>
      </p:sp>
      <p:sp>
        <p:nvSpPr>
          <p:cNvPr id="1024" name="Google Shape;1024;p6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69"/>
          <p:cNvSpPr txBox="1"/>
          <p:nvPr>
            <p:ph type="title"/>
          </p:nvPr>
        </p:nvSpPr>
        <p:spPr>
          <a:xfrm>
            <a:off x="1093823" y="698952"/>
            <a:ext cx="127952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exec()</a:t>
            </a:r>
            <a:endParaRPr sz="3950"/>
          </a:p>
        </p:txBody>
      </p:sp>
      <p:sp>
        <p:nvSpPr>
          <p:cNvPr id="1026" name="Google Shape;1026;p69"/>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27" name="Google Shape;1027;p69"/>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70"/>
          <p:cNvSpPr txBox="1"/>
          <p:nvPr/>
        </p:nvSpPr>
        <p:spPr>
          <a:xfrm>
            <a:off x="1093720" y="1635863"/>
            <a:ext cx="8371840" cy="2289175"/>
          </a:xfrm>
          <a:prstGeom prst="rect">
            <a:avLst/>
          </a:prstGeom>
          <a:noFill/>
          <a:ln>
            <a:noFill/>
          </a:ln>
        </p:spPr>
        <p:txBody>
          <a:bodyPr anchorCtr="0" anchor="t" bIns="0" lIns="0" spcFirstLastPara="1" rIns="0" wrap="square" tIns="72375">
            <a:spAutoFit/>
          </a:bodyPr>
          <a:lstStyle/>
          <a:p>
            <a:pPr indent="-300355" lvl="0" marL="312420" marR="0" rtl="0" algn="l">
              <a:lnSpc>
                <a:spcPct val="100000"/>
              </a:lnSpc>
              <a:spcBef>
                <a:spcPts val="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We usually want the child process to run some other executable file</a:t>
            </a:r>
            <a:endParaRPr sz="2650">
              <a:solidFill>
                <a:schemeClr val="dk1"/>
              </a:solidFill>
              <a:latin typeface="Times New Roman"/>
              <a:ea typeface="Times New Roman"/>
              <a:cs typeface="Times New Roman"/>
              <a:sym typeface="Times New Roman"/>
            </a:endParaRPr>
          </a:p>
          <a:p>
            <a:pPr indent="-300355" lvl="0" marL="312420" marR="0" rtl="0" algn="l">
              <a:lnSpc>
                <a:spcPct val="100000"/>
              </a:lnSpc>
              <a:spcBef>
                <a:spcPts val="50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For Example,</a:t>
            </a:r>
            <a:r>
              <a:rPr i="1" lang="en-US" sz="2800">
                <a:solidFill>
                  <a:schemeClr val="dk1"/>
                </a:solidFill>
                <a:latin typeface="Times New Roman"/>
                <a:ea typeface="Times New Roman"/>
                <a:cs typeface="Times New Roman"/>
                <a:sym typeface="Times New Roman"/>
              </a:rPr>
              <a:t>l</a:t>
            </a:r>
            <a:r>
              <a:rPr lang="en-US" sz="2650">
                <a:solidFill>
                  <a:schemeClr val="dk1"/>
                </a:solidFill>
                <a:latin typeface="Times New Roman"/>
                <a:ea typeface="Times New Roman"/>
                <a:cs typeface="Times New Roman"/>
                <a:sym typeface="Times New Roman"/>
              </a:rPr>
              <a:t> s  list directory contents</a:t>
            </a:r>
            <a:endParaRPr sz="2650">
              <a:solidFill>
                <a:schemeClr val="dk1"/>
              </a:solidFill>
              <a:latin typeface="Times New Roman"/>
              <a:ea typeface="Times New Roman"/>
              <a:cs typeface="Times New Roman"/>
              <a:sym typeface="Times New Roman"/>
            </a:endParaRPr>
          </a:p>
          <a:p>
            <a:pPr indent="-300355" lvl="0" marL="312420" marR="5080" rtl="0" algn="l">
              <a:lnSpc>
                <a:spcPct val="119622"/>
              </a:lnSpc>
              <a:spcBef>
                <a:spcPts val="730"/>
              </a:spcBef>
              <a:spcAft>
                <a:spcPts val="0"/>
              </a:spcAft>
              <a:buClr>
                <a:srgbClr val="D34816"/>
              </a:buClr>
              <a:buSzPts val="2253"/>
              <a:buFont typeface="Arial"/>
              <a:buChar char="•"/>
            </a:pPr>
            <a:r>
              <a:rPr lang="en-US" sz="2650">
                <a:solidFill>
                  <a:schemeClr val="dk1"/>
                </a:solidFill>
                <a:latin typeface="Times New Roman"/>
                <a:ea typeface="Times New Roman"/>
                <a:cs typeface="Times New Roman"/>
                <a:sym typeface="Times New Roman"/>
              </a:rPr>
              <a:t>Overlays,	performed	by	the	family	of	exec	system	calls,	can  change the executing program, but can not create new processes.</a:t>
            </a:r>
            <a:endParaRPr sz="2650">
              <a:solidFill>
                <a:schemeClr val="dk1"/>
              </a:solidFill>
              <a:latin typeface="Times New Roman"/>
              <a:ea typeface="Times New Roman"/>
              <a:cs typeface="Times New Roman"/>
              <a:sym typeface="Times New Roman"/>
            </a:endParaRPr>
          </a:p>
        </p:txBody>
      </p:sp>
      <p:sp>
        <p:nvSpPr>
          <p:cNvPr id="1033" name="Google Shape;1033;p70"/>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4" name="Google Shape;1034;p70"/>
          <p:cNvSpPr txBox="1"/>
          <p:nvPr>
            <p:ph type="title"/>
          </p:nvPr>
        </p:nvSpPr>
        <p:spPr>
          <a:xfrm>
            <a:off x="1093823" y="857588"/>
            <a:ext cx="1279525" cy="6292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950"/>
              <a:t>exec()</a:t>
            </a:r>
            <a:endParaRPr sz="3950"/>
          </a:p>
        </p:txBody>
      </p:sp>
      <p:sp>
        <p:nvSpPr>
          <p:cNvPr id="1035" name="Google Shape;1035;p70"/>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36" name="Google Shape;1036;p70"/>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7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2" name="Google Shape;1042;p71"/>
          <p:cNvSpPr txBox="1"/>
          <p:nvPr>
            <p:ph type="title"/>
          </p:nvPr>
        </p:nvSpPr>
        <p:spPr>
          <a:xfrm>
            <a:off x="758379" y="706939"/>
            <a:ext cx="3543300" cy="66357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US" sz="3950"/>
              <a:t>The </a:t>
            </a:r>
            <a:r>
              <a:rPr b="0" i="1" lang="en-US" sz="4150">
                <a:latin typeface="Times New Roman"/>
                <a:ea typeface="Times New Roman"/>
                <a:cs typeface="Times New Roman"/>
                <a:sym typeface="Times New Roman"/>
              </a:rPr>
              <a:t>ls</a:t>
            </a:r>
            <a:r>
              <a:rPr lang="en-US" sz="3950"/>
              <a:t>Command</a:t>
            </a:r>
            <a:endParaRPr sz="3950">
              <a:latin typeface="Times New Roman"/>
              <a:ea typeface="Times New Roman"/>
              <a:cs typeface="Times New Roman"/>
              <a:sym typeface="Times New Roman"/>
            </a:endParaRPr>
          </a:p>
        </p:txBody>
      </p:sp>
      <p:sp>
        <p:nvSpPr>
          <p:cNvPr id="1043" name="Google Shape;1043;p71"/>
          <p:cNvSpPr/>
          <p:nvPr/>
        </p:nvSpPr>
        <p:spPr>
          <a:xfrm>
            <a:off x="838200" y="2070226"/>
            <a:ext cx="8481834" cy="340855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4" name="Google Shape;1044;p71"/>
          <p:cNvSpPr txBox="1"/>
          <p:nvPr/>
        </p:nvSpPr>
        <p:spPr>
          <a:xfrm>
            <a:off x="1581355" y="6260055"/>
            <a:ext cx="7667625" cy="42799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2650">
                <a:solidFill>
                  <a:srgbClr val="0000FF"/>
                </a:solidFill>
                <a:latin typeface="Arial"/>
                <a:ea typeface="Arial"/>
                <a:cs typeface="Arial"/>
                <a:sym typeface="Arial"/>
              </a:rPr>
              <a:t>Steps in executing the command </a:t>
            </a:r>
            <a:r>
              <a:rPr i="1" lang="en-US" sz="2650">
                <a:solidFill>
                  <a:srgbClr val="0000FF"/>
                </a:solidFill>
                <a:latin typeface="Arial"/>
                <a:ea typeface="Arial"/>
                <a:cs typeface="Arial"/>
                <a:sym typeface="Arial"/>
              </a:rPr>
              <a:t>ls </a:t>
            </a:r>
            <a:r>
              <a:rPr lang="en-US" sz="2650">
                <a:solidFill>
                  <a:srgbClr val="0000FF"/>
                </a:solidFill>
                <a:latin typeface="Arial"/>
                <a:ea typeface="Arial"/>
                <a:cs typeface="Arial"/>
                <a:sym typeface="Arial"/>
              </a:rPr>
              <a:t>type to the shell</a:t>
            </a:r>
            <a:endParaRPr sz="2650">
              <a:solidFill>
                <a:schemeClr val="dk1"/>
              </a:solidFill>
              <a:latin typeface="Arial"/>
              <a:ea typeface="Arial"/>
              <a:cs typeface="Arial"/>
              <a:sym typeface="Arial"/>
            </a:endParaRPr>
          </a:p>
        </p:txBody>
      </p:sp>
      <p:sp>
        <p:nvSpPr>
          <p:cNvPr id="1045" name="Google Shape;1045;p7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46" name="Google Shape;1046;p71"/>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72"/>
          <p:cNvSpPr txBox="1"/>
          <p:nvPr>
            <p:ph type="title"/>
          </p:nvPr>
        </p:nvSpPr>
        <p:spPr>
          <a:xfrm>
            <a:off x="714290" y="578559"/>
            <a:ext cx="403796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exec()- Variations</a:t>
            </a:r>
            <a:endParaRPr/>
          </a:p>
        </p:txBody>
      </p:sp>
      <p:sp>
        <p:nvSpPr>
          <p:cNvPr id="1052" name="Google Shape;1052;p72"/>
          <p:cNvSpPr txBox="1"/>
          <p:nvPr/>
        </p:nvSpPr>
        <p:spPr>
          <a:xfrm>
            <a:off x="622886" y="1398570"/>
            <a:ext cx="9197975" cy="4032885"/>
          </a:xfrm>
          <a:prstGeom prst="rect">
            <a:avLst/>
          </a:prstGeom>
          <a:noFill/>
          <a:ln>
            <a:noFill/>
          </a:ln>
        </p:spPr>
        <p:txBody>
          <a:bodyPr anchorCtr="0" anchor="t" bIns="0" lIns="0" spcFirstLastPara="1" rIns="0" wrap="square" tIns="12050">
            <a:spAutoFit/>
          </a:bodyPr>
          <a:lstStyle/>
          <a:p>
            <a:pPr indent="-300355" lvl="0" marL="312420" marR="5080" rtl="0" algn="l">
              <a:lnSpc>
                <a:spcPct val="101000"/>
              </a:lnSpc>
              <a:spcBef>
                <a:spcPts val="0"/>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e: </a:t>
            </a:r>
            <a:r>
              <a:rPr lang="en-US" sz="3050">
                <a:solidFill>
                  <a:schemeClr val="dk1"/>
                </a:solidFill>
                <a:latin typeface="Times New Roman"/>
                <a:ea typeface="Times New Roman"/>
                <a:cs typeface="Times New Roman"/>
                <a:sym typeface="Times New Roman"/>
              </a:rPr>
              <a:t>It is an array of pointers that points to environment variables  and is passed explicitly to the newly loaded process.</a:t>
            </a:r>
            <a:endParaRPr sz="3050">
              <a:solidFill>
                <a:schemeClr val="dk1"/>
              </a:solidFill>
              <a:latin typeface="Times New Roman"/>
              <a:ea typeface="Times New Roman"/>
              <a:cs typeface="Times New Roman"/>
              <a:sym typeface="Times New Roman"/>
            </a:endParaRPr>
          </a:p>
          <a:p>
            <a:pPr indent="-300355" lvl="0" marL="312420" marR="848995" rtl="0" algn="l">
              <a:lnSpc>
                <a:spcPct val="101000"/>
              </a:lnSpc>
              <a:spcBef>
                <a:spcPts val="660"/>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l: </a:t>
            </a:r>
            <a:r>
              <a:rPr lang="en-US" sz="3050">
                <a:solidFill>
                  <a:schemeClr val="dk1"/>
                </a:solidFill>
                <a:latin typeface="Times New Roman"/>
                <a:ea typeface="Times New Roman"/>
                <a:cs typeface="Times New Roman"/>
                <a:sym typeface="Times New Roman"/>
              </a:rPr>
              <a:t>l is for the command line arguments passed a list to the  function</a:t>
            </a:r>
            <a:endParaRPr sz="3050">
              <a:solidFill>
                <a:schemeClr val="dk1"/>
              </a:solidFill>
              <a:latin typeface="Times New Roman"/>
              <a:ea typeface="Times New Roman"/>
              <a:cs typeface="Times New Roman"/>
              <a:sym typeface="Times New Roman"/>
            </a:endParaRPr>
          </a:p>
          <a:p>
            <a:pPr indent="-300355" lvl="0" marL="312420" marR="387350" rtl="0" algn="l">
              <a:lnSpc>
                <a:spcPct val="101000"/>
              </a:lnSpc>
              <a:spcBef>
                <a:spcPts val="660"/>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p: </a:t>
            </a:r>
            <a:r>
              <a:rPr lang="en-US" sz="3050">
                <a:solidFill>
                  <a:schemeClr val="dk1"/>
                </a:solidFill>
                <a:latin typeface="Times New Roman"/>
                <a:ea typeface="Times New Roman"/>
                <a:cs typeface="Times New Roman"/>
                <a:sym typeface="Times New Roman"/>
              </a:rPr>
              <a:t>p is the path environment variable which helps to find the  file passed as an argument to be loaded into process.</a:t>
            </a:r>
            <a:endParaRPr sz="3050">
              <a:solidFill>
                <a:schemeClr val="dk1"/>
              </a:solidFill>
              <a:latin typeface="Times New Roman"/>
              <a:ea typeface="Times New Roman"/>
              <a:cs typeface="Times New Roman"/>
              <a:sym typeface="Times New Roman"/>
            </a:endParaRPr>
          </a:p>
          <a:p>
            <a:pPr indent="-300355" lvl="0" marL="312420" marR="104140" rtl="0" algn="l">
              <a:lnSpc>
                <a:spcPct val="101000"/>
              </a:lnSpc>
              <a:spcBef>
                <a:spcPts val="655"/>
              </a:spcBef>
              <a:spcAft>
                <a:spcPts val="0"/>
              </a:spcAft>
              <a:buClr>
                <a:srgbClr val="D34816"/>
              </a:buClr>
              <a:buSzPts val="2593"/>
              <a:buFont typeface="Arimo"/>
              <a:buChar char=""/>
            </a:pPr>
            <a:r>
              <a:rPr b="1" lang="en-US" sz="3050">
                <a:solidFill>
                  <a:schemeClr val="dk1"/>
                </a:solidFill>
                <a:latin typeface="Times New Roman"/>
                <a:ea typeface="Times New Roman"/>
                <a:cs typeface="Times New Roman"/>
                <a:sym typeface="Times New Roman"/>
              </a:rPr>
              <a:t>v: </a:t>
            </a:r>
            <a:r>
              <a:rPr lang="en-US" sz="3050">
                <a:solidFill>
                  <a:schemeClr val="dk1"/>
                </a:solidFill>
                <a:latin typeface="Times New Roman"/>
                <a:ea typeface="Times New Roman"/>
                <a:cs typeface="Times New Roman"/>
                <a:sym typeface="Times New Roman"/>
              </a:rPr>
              <a:t>v is for the command line arguments.These are passed as an  array of pointers to the function.</a:t>
            </a:r>
            <a:endParaRPr sz="3050">
              <a:solidFill>
                <a:schemeClr val="dk1"/>
              </a:solidFill>
              <a:latin typeface="Times New Roman"/>
              <a:ea typeface="Times New Roman"/>
              <a:cs typeface="Times New Roman"/>
              <a:sym typeface="Times New Roman"/>
            </a:endParaRPr>
          </a:p>
        </p:txBody>
      </p:sp>
      <p:sp>
        <p:nvSpPr>
          <p:cNvPr id="1053" name="Google Shape;1053;p7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4" name="Google Shape;1054;p72"/>
          <p:cNvSpPr/>
          <p:nvPr/>
        </p:nvSpPr>
        <p:spPr>
          <a:xfrm>
            <a:off x="1005839" y="5471159"/>
            <a:ext cx="8063483" cy="193547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5" name="Google Shape;1055;p7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56" name="Google Shape;1056;p72"/>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73"/>
          <p:cNvSpPr txBox="1"/>
          <p:nvPr>
            <p:ph type="title"/>
          </p:nvPr>
        </p:nvSpPr>
        <p:spPr>
          <a:xfrm>
            <a:off x="1651542" y="315002"/>
            <a:ext cx="7940675" cy="56134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3500">
                <a:solidFill>
                  <a:srgbClr val="006699"/>
                </a:solidFill>
                <a:latin typeface="Arial"/>
                <a:ea typeface="Arial"/>
                <a:cs typeface="Arial"/>
                <a:sym typeface="Arial"/>
              </a:rPr>
              <a:t>C Program Forking Separate Process</a:t>
            </a:r>
            <a:endParaRPr sz="3500">
              <a:latin typeface="Arial"/>
              <a:ea typeface="Arial"/>
              <a:cs typeface="Arial"/>
              <a:sym typeface="Arial"/>
            </a:endParaRPr>
          </a:p>
        </p:txBody>
      </p:sp>
      <p:sp>
        <p:nvSpPr>
          <p:cNvPr id="1062" name="Google Shape;1062;p73"/>
          <p:cNvSpPr/>
          <p:nvPr/>
        </p:nvSpPr>
        <p:spPr>
          <a:xfrm>
            <a:off x="2933230" y="1182624"/>
            <a:ext cx="5470174" cy="604315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74"/>
          <p:cNvSpPr txBox="1"/>
          <p:nvPr>
            <p:ph type="title"/>
          </p:nvPr>
        </p:nvSpPr>
        <p:spPr>
          <a:xfrm>
            <a:off x="1093625" y="551249"/>
            <a:ext cx="399796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a:solidFill>
                  <a:srgbClr val="696464"/>
                </a:solidFill>
                <a:latin typeface="Trebuchet MS"/>
                <a:ea typeface="Trebuchet MS"/>
                <a:cs typeface="Trebuchet MS"/>
                <a:sym typeface="Trebuchet MS"/>
              </a:rPr>
              <a:t>Process Creation</a:t>
            </a:r>
            <a:endParaRPr b="0">
              <a:solidFill>
                <a:srgbClr val="696464"/>
              </a:solidFill>
              <a:latin typeface="Trebuchet MS"/>
              <a:ea typeface="Trebuchet MS"/>
              <a:cs typeface="Trebuchet MS"/>
              <a:sym typeface="Trebuchet MS"/>
            </a:endParaRPr>
          </a:p>
        </p:txBody>
      </p:sp>
      <p:sp>
        <p:nvSpPr>
          <p:cNvPr id="1068" name="Google Shape;1068;p74"/>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9" name="Google Shape;1069;p74"/>
          <p:cNvSpPr/>
          <p:nvPr/>
        </p:nvSpPr>
        <p:spPr>
          <a:xfrm>
            <a:off x="383736" y="2311025"/>
            <a:ext cx="9466465" cy="285572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0" name="Google Shape;1070;p74"/>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71" name="Google Shape;1071;p74"/>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75"/>
          <p:cNvSpPr txBox="1"/>
          <p:nvPr/>
        </p:nvSpPr>
        <p:spPr>
          <a:xfrm>
            <a:off x="1046511" y="1622577"/>
            <a:ext cx="3016885" cy="5164455"/>
          </a:xfrm>
          <a:prstGeom prst="rect">
            <a:avLst/>
          </a:prstGeom>
          <a:noFill/>
          <a:ln>
            <a:noFill/>
          </a:ln>
        </p:spPr>
        <p:txBody>
          <a:bodyPr anchorCtr="0" anchor="t" bIns="0" lIns="0" spcFirstLastPara="1" rIns="0" wrap="square" tIns="10775">
            <a:spAutoFit/>
          </a:bodyPr>
          <a:lstStyle/>
          <a:p>
            <a:pPr indent="0" lvl="0" marL="12700" marR="706755" rtl="0" algn="l">
              <a:lnSpc>
                <a:spcPct val="124000"/>
              </a:lnSpc>
              <a:spcBef>
                <a:spcPts val="0"/>
              </a:spcBef>
              <a:spcAft>
                <a:spcPts val="0"/>
              </a:spcAft>
              <a:buNone/>
            </a:pPr>
            <a:r>
              <a:rPr b="1" lang="en-US" sz="1300">
                <a:solidFill>
                  <a:schemeClr val="dk1"/>
                </a:solidFill>
                <a:latin typeface="Verdana"/>
                <a:ea typeface="Verdana"/>
                <a:cs typeface="Verdana"/>
                <a:sym typeface="Verdana"/>
              </a:rPr>
              <a:t>#include &lt;stdio.h&gt;  #include &lt;stdlib.h&gt;  #include &lt;sys/types.h&gt;  #include &lt;unistd.h&gt;</a:t>
            </a:r>
            <a:endParaRPr sz="1300">
              <a:solidFill>
                <a:schemeClr val="dk1"/>
              </a:solidFill>
              <a:latin typeface="Verdana"/>
              <a:ea typeface="Verdana"/>
              <a:cs typeface="Verdana"/>
              <a:sym typeface="Verdana"/>
            </a:endParaRPr>
          </a:p>
          <a:p>
            <a:pPr indent="0" lvl="0" marL="12700" marR="0" rtl="0" algn="l">
              <a:lnSpc>
                <a:spcPct val="100000"/>
              </a:lnSpc>
              <a:spcBef>
                <a:spcPts val="360"/>
              </a:spcBef>
              <a:spcAft>
                <a:spcPts val="0"/>
              </a:spcAft>
              <a:buNone/>
            </a:pPr>
            <a:r>
              <a:rPr b="1" lang="en-US" sz="1300">
                <a:solidFill>
                  <a:schemeClr val="dk1"/>
                </a:solidFill>
                <a:latin typeface="Verdana"/>
                <a:ea typeface="Verdana"/>
                <a:cs typeface="Verdana"/>
                <a:sym typeface="Verdana"/>
              </a:rPr>
              <a:t>int main(int argc, char *argv[])</a:t>
            </a:r>
            <a:endParaRPr sz="1300">
              <a:solidFill>
                <a:schemeClr val="dk1"/>
              </a:solidFill>
              <a:latin typeface="Verdana"/>
              <a:ea typeface="Verdana"/>
              <a:cs typeface="Verdana"/>
              <a:sym typeface="Verdana"/>
            </a:endParaRPr>
          </a:p>
          <a:p>
            <a:pPr indent="0" lvl="0" marL="12700" marR="0" rtl="0" algn="l">
              <a:lnSpc>
                <a:spcPct val="100000"/>
              </a:lnSpc>
              <a:spcBef>
                <a:spcPts val="37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700" marR="1297305" rtl="0" algn="l">
              <a:lnSpc>
                <a:spcPct val="148461"/>
              </a:lnSpc>
              <a:spcBef>
                <a:spcPts val="115"/>
              </a:spcBef>
              <a:spcAft>
                <a:spcPts val="0"/>
              </a:spcAft>
              <a:buNone/>
            </a:pPr>
            <a:r>
              <a:rPr b="1" lang="en-US" sz="1300">
                <a:solidFill>
                  <a:schemeClr val="dk1"/>
                </a:solidFill>
                <a:latin typeface="Verdana"/>
                <a:ea typeface="Verdana"/>
                <a:cs typeface="Verdana"/>
                <a:sym typeface="Verdana"/>
              </a:rPr>
              <a:t>pid_t new_pid;  new_pid = fork();  switch(new_pid)</a:t>
            </a:r>
            <a:endParaRPr sz="1300">
              <a:solidFill>
                <a:schemeClr val="dk1"/>
              </a:solidFill>
              <a:latin typeface="Verdana"/>
              <a:ea typeface="Verdana"/>
              <a:cs typeface="Verdana"/>
              <a:sym typeface="Verdana"/>
            </a:endParaRPr>
          </a:p>
          <a:p>
            <a:pPr indent="0" lvl="0" marL="12700" marR="0" rtl="0" algn="l">
              <a:lnSpc>
                <a:spcPct val="100000"/>
              </a:lnSpc>
              <a:spcBef>
                <a:spcPts val="23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700" marR="1069975" rtl="0" algn="l">
              <a:lnSpc>
                <a:spcPct val="124000"/>
              </a:lnSpc>
              <a:spcBef>
                <a:spcPts val="5"/>
              </a:spcBef>
              <a:spcAft>
                <a:spcPts val="0"/>
              </a:spcAft>
              <a:buNone/>
            </a:pPr>
            <a:r>
              <a:rPr b="1" lang="en-US" sz="1300">
                <a:solidFill>
                  <a:schemeClr val="dk1"/>
                </a:solidFill>
                <a:latin typeface="Verdana"/>
                <a:ea typeface="Verdana"/>
                <a:cs typeface="Verdana"/>
                <a:sym typeface="Verdana"/>
              </a:rPr>
              <a:t>case -1 : /* Error */  printf("Error");  break;</a:t>
            </a:r>
            <a:endParaRPr sz="1300">
              <a:solidFill>
                <a:schemeClr val="dk1"/>
              </a:solidFill>
              <a:latin typeface="Verdana"/>
              <a:ea typeface="Verdana"/>
              <a:cs typeface="Verdana"/>
              <a:sym typeface="Verdana"/>
            </a:endParaRPr>
          </a:p>
          <a:p>
            <a:pPr indent="0" lvl="0" marL="12700" marR="687705" rtl="0" algn="l">
              <a:lnSpc>
                <a:spcPct val="123000"/>
              </a:lnSpc>
              <a:spcBef>
                <a:spcPts val="15"/>
              </a:spcBef>
              <a:spcAft>
                <a:spcPts val="0"/>
              </a:spcAft>
              <a:buNone/>
            </a:pPr>
            <a:r>
              <a:rPr b="1" lang="en-US" sz="1300">
                <a:solidFill>
                  <a:schemeClr val="dk1"/>
                </a:solidFill>
                <a:latin typeface="Verdana"/>
                <a:ea typeface="Verdana"/>
                <a:cs typeface="Verdana"/>
                <a:sym typeface="Verdana"/>
              </a:rPr>
              <a:t>case 0 : /* I am child */  printf("Child");</a:t>
            </a:r>
            <a:endParaRPr sz="1300">
              <a:solidFill>
                <a:schemeClr val="dk1"/>
              </a:solidFill>
              <a:latin typeface="Verdana"/>
              <a:ea typeface="Verdana"/>
              <a:cs typeface="Verdana"/>
              <a:sym typeface="Verdana"/>
            </a:endParaRPr>
          </a:p>
          <a:p>
            <a:pPr indent="0" lvl="0" marL="1270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break;</a:t>
            </a:r>
            <a:endParaRPr sz="1300">
              <a:solidFill>
                <a:schemeClr val="dk1"/>
              </a:solidFill>
              <a:latin typeface="Verdana"/>
              <a:ea typeface="Verdana"/>
              <a:cs typeface="Verdana"/>
              <a:sym typeface="Verdana"/>
            </a:endParaRPr>
          </a:p>
          <a:p>
            <a:pPr indent="0" lvl="0" marL="12700" marR="448310" rtl="0" algn="l">
              <a:lnSpc>
                <a:spcPct val="148461"/>
              </a:lnSpc>
              <a:spcBef>
                <a:spcPts val="115"/>
              </a:spcBef>
              <a:spcAft>
                <a:spcPts val="0"/>
              </a:spcAft>
              <a:buNone/>
            </a:pPr>
            <a:r>
              <a:rPr b="1" lang="en-US" sz="1300">
                <a:solidFill>
                  <a:schemeClr val="dk1"/>
                </a:solidFill>
                <a:latin typeface="Verdana"/>
                <a:ea typeface="Verdana"/>
                <a:cs typeface="Verdana"/>
                <a:sym typeface="Verdana"/>
              </a:rPr>
              <a:t>default : /* I am parent */  printf("Parent");</a:t>
            </a:r>
            <a:endParaRPr sz="1300">
              <a:solidFill>
                <a:schemeClr val="dk1"/>
              </a:solidFill>
              <a:latin typeface="Verdana"/>
              <a:ea typeface="Verdana"/>
              <a:cs typeface="Verdana"/>
              <a:sym typeface="Verdana"/>
            </a:endParaRPr>
          </a:p>
          <a:p>
            <a:pPr indent="0" lvl="0" marL="12700" marR="0" rtl="0" algn="l">
              <a:lnSpc>
                <a:spcPct val="100000"/>
              </a:lnSpc>
              <a:spcBef>
                <a:spcPts val="250"/>
              </a:spcBef>
              <a:spcAft>
                <a:spcPts val="0"/>
              </a:spcAft>
              <a:buNone/>
            </a:pPr>
            <a:r>
              <a:rPr b="1" lang="en-US" sz="1300">
                <a:solidFill>
                  <a:schemeClr val="dk1"/>
                </a:solidFill>
                <a:latin typeface="Verdana"/>
                <a:ea typeface="Verdana"/>
                <a:cs typeface="Verdana"/>
                <a:sym typeface="Verdana"/>
              </a:rPr>
              <a:t>break;</a:t>
            </a:r>
            <a:endParaRPr sz="1300">
              <a:solidFill>
                <a:schemeClr val="dk1"/>
              </a:solidFill>
              <a:latin typeface="Verdana"/>
              <a:ea typeface="Verdana"/>
              <a:cs typeface="Verdana"/>
              <a:sym typeface="Verdana"/>
            </a:endParaRPr>
          </a:p>
          <a:p>
            <a:pPr indent="0" lvl="0" marL="12700" marR="0" rtl="0" algn="l">
              <a:lnSpc>
                <a:spcPct val="100000"/>
              </a:lnSpc>
              <a:spcBef>
                <a:spcPts val="36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70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077" name="Google Shape;1077;p75"/>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8" name="Google Shape;1078;p75"/>
          <p:cNvSpPr txBox="1"/>
          <p:nvPr>
            <p:ph type="title"/>
          </p:nvPr>
        </p:nvSpPr>
        <p:spPr>
          <a:xfrm>
            <a:off x="1093625" y="551249"/>
            <a:ext cx="395414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Fork()</a:t>
            </a:r>
            <a:endParaRPr/>
          </a:p>
        </p:txBody>
      </p:sp>
      <p:sp>
        <p:nvSpPr>
          <p:cNvPr id="1079" name="Google Shape;1079;p75"/>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80" name="Google Shape;1080;p75"/>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76"/>
          <p:cNvSpPr txBox="1"/>
          <p:nvPr/>
        </p:nvSpPr>
        <p:spPr>
          <a:xfrm>
            <a:off x="1046511" y="1622577"/>
            <a:ext cx="2359660" cy="4919345"/>
          </a:xfrm>
          <a:prstGeom prst="rect">
            <a:avLst/>
          </a:prstGeom>
          <a:noFill/>
          <a:ln>
            <a:noFill/>
          </a:ln>
        </p:spPr>
        <p:txBody>
          <a:bodyPr anchorCtr="0" anchor="t" bIns="0" lIns="0" spcFirstLastPara="1" rIns="0" wrap="square" tIns="11425">
            <a:spAutoFit/>
          </a:bodyPr>
          <a:lstStyle/>
          <a:p>
            <a:pPr indent="0" lvl="0" marL="12700" marR="293370" rtl="0" algn="l">
              <a:lnSpc>
                <a:spcPct val="124000"/>
              </a:lnSpc>
              <a:spcBef>
                <a:spcPts val="0"/>
              </a:spcBef>
              <a:spcAft>
                <a:spcPts val="0"/>
              </a:spcAft>
              <a:buNone/>
            </a:pPr>
            <a:r>
              <a:rPr b="1" lang="en-US" sz="1300">
                <a:solidFill>
                  <a:schemeClr val="dk1"/>
                </a:solidFill>
                <a:latin typeface="Verdana"/>
                <a:ea typeface="Verdana"/>
                <a:cs typeface="Verdana"/>
                <a:sym typeface="Verdana"/>
              </a:rPr>
              <a:t>#include &lt;stdio.h&gt;  #include &lt;unistd.h&gt;  #include &lt;iostream&gt;  using namespace std;  int main()</a:t>
            </a:r>
            <a:endParaRPr sz="1300">
              <a:solidFill>
                <a:schemeClr val="dk1"/>
              </a:solidFill>
              <a:latin typeface="Verdana"/>
              <a:ea typeface="Verdana"/>
              <a:cs typeface="Verdana"/>
              <a:sym typeface="Verdana"/>
            </a:endParaRPr>
          </a:p>
          <a:p>
            <a:pPr indent="0" lvl="0" marL="1270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8270" marR="549275" rtl="0" algn="l">
              <a:lnSpc>
                <a:spcPct val="148461"/>
              </a:lnSpc>
              <a:spcBef>
                <a:spcPts val="115"/>
              </a:spcBef>
              <a:spcAft>
                <a:spcPts val="0"/>
              </a:spcAft>
              <a:buNone/>
            </a:pPr>
            <a:r>
              <a:rPr b="1" lang="en-US" sz="1300">
                <a:solidFill>
                  <a:schemeClr val="dk1"/>
                </a:solidFill>
                <a:latin typeface="Verdana"/>
                <a:ea typeface="Verdana"/>
                <a:cs typeface="Verdana"/>
                <a:sym typeface="Verdana"/>
              </a:rPr>
              <a:t>cout&lt;&lt;"A\n";  pid_t p1 = fork();  if( p1 == 0 )</a:t>
            </a:r>
            <a:endParaRPr sz="1300">
              <a:solidFill>
                <a:schemeClr val="dk1"/>
              </a:solidFill>
              <a:latin typeface="Verdana"/>
              <a:ea typeface="Verdana"/>
              <a:cs typeface="Verdana"/>
              <a:sym typeface="Verdana"/>
            </a:endParaRPr>
          </a:p>
          <a:p>
            <a:pPr indent="0" lvl="0" marL="128270" marR="0" rtl="0" algn="l">
              <a:lnSpc>
                <a:spcPct val="100000"/>
              </a:lnSpc>
              <a:spcBef>
                <a:spcPts val="24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018539" marR="5080" rtl="0" algn="l">
              <a:lnSpc>
                <a:spcPct val="123000"/>
              </a:lnSpc>
              <a:spcBef>
                <a:spcPts val="10"/>
              </a:spcBef>
              <a:spcAft>
                <a:spcPts val="0"/>
              </a:spcAft>
              <a:buNone/>
            </a:pPr>
            <a:r>
              <a:rPr b="1" lang="en-US" sz="1300">
                <a:solidFill>
                  <a:schemeClr val="dk1"/>
                </a:solidFill>
                <a:latin typeface="Verdana"/>
                <a:ea typeface="Verdana"/>
                <a:cs typeface="Verdana"/>
                <a:sym typeface="Verdana"/>
              </a:rPr>
              <a:t>cout&lt;&lt;"B\n";  fork();</a:t>
            </a:r>
            <a:endParaRPr sz="1300">
              <a:solidFill>
                <a:schemeClr val="dk1"/>
              </a:solidFill>
              <a:latin typeface="Verdana"/>
              <a:ea typeface="Verdana"/>
              <a:cs typeface="Verdana"/>
              <a:sym typeface="Verdana"/>
            </a:endParaRPr>
          </a:p>
          <a:p>
            <a:pPr indent="0" lvl="0" marL="128270" marR="0" rtl="0" algn="l">
              <a:lnSpc>
                <a:spcPct val="100000"/>
              </a:lnSpc>
              <a:spcBef>
                <a:spcPts val="37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827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else</a:t>
            </a:r>
            <a:endParaRPr sz="1300">
              <a:solidFill>
                <a:schemeClr val="dk1"/>
              </a:solidFill>
              <a:latin typeface="Verdana"/>
              <a:ea typeface="Verdana"/>
              <a:cs typeface="Verdana"/>
              <a:sym typeface="Verdana"/>
            </a:endParaRPr>
          </a:p>
          <a:p>
            <a:pPr indent="0" lvl="0" marL="128270" marR="0" rtl="0" algn="l">
              <a:lnSpc>
                <a:spcPct val="100000"/>
              </a:lnSpc>
              <a:spcBef>
                <a:spcPts val="36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018539"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cout&lt;&lt;"C\n";</a:t>
            </a:r>
            <a:endParaRPr sz="1300">
              <a:solidFill>
                <a:schemeClr val="dk1"/>
              </a:solidFill>
              <a:latin typeface="Verdana"/>
              <a:ea typeface="Verdana"/>
              <a:cs typeface="Verdana"/>
              <a:sym typeface="Verdana"/>
            </a:endParaRPr>
          </a:p>
          <a:p>
            <a:pPr indent="0" lvl="0" marL="128270" marR="0" rtl="0" algn="l">
              <a:lnSpc>
                <a:spcPct val="100000"/>
              </a:lnSpc>
              <a:spcBef>
                <a:spcPts val="36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57785" lvl="0" marL="70485" marR="884555" rtl="0" algn="l">
              <a:lnSpc>
                <a:spcPct val="148461"/>
              </a:lnSpc>
              <a:spcBef>
                <a:spcPts val="130"/>
              </a:spcBef>
              <a:spcAft>
                <a:spcPts val="0"/>
              </a:spcAft>
              <a:buNone/>
            </a:pPr>
            <a:r>
              <a:rPr b="1" lang="en-US" sz="1300">
                <a:solidFill>
                  <a:schemeClr val="dk1"/>
                </a:solidFill>
                <a:latin typeface="Verdana"/>
                <a:ea typeface="Verdana"/>
                <a:cs typeface="Verdana"/>
                <a:sym typeface="Verdana"/>
              </a:rPr>
              <a:t>cout&lt;&lt;"D\n";  return 0;</a:t>
            </a:r>
            <a:endParaRPr sz="1300">
              <a:solidFill>
                <a:schemeClr val="dk1"/>
              </a:solidFill>
              <a:latin typeface="Verdana"/>
              <a:ea typeface="Verdana"/>
              <a:cs typeface="Verdana"/>
              <a:sym typeface="Verdana"/>
            </a:endParaRPr>
          </a:p>
          <a:p>
            <a:pPr indent="0" lvl="0" marL="12700" marR="0" rtl="0" algn="l">
              <a:lnSpc>
                <a:spcPct val="100000"/>
              </a:lnSpc>
              <a:spcBef>
                <a:spcPts val="23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086" name="Google Shape;1086;p76"/>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7" name="Google Shape;1087;p76"/>
          <p:cNvSpPr txBox="1"/>
          <p:nvPr>
            <p:ph type="title"/>
          </p:nvPr>
        </p:nvSpPr>
        <p:spPr>
          <a:xfrm>
            <a:off x="1093625" y="551249"/>
            <a:ext cx="395414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Fork()</a:t>
            </a:r>
            <a:endParaRPr/>
          </a:p>
        </p:txBody>
      </p:sp>
      <p:sp>
        <p:nvSpPr>
          <p:cNvPr id="1088" name="Google Shape;1088;p76"/>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089" name="Google Shape;1089;p76"/>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77"/>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5" name="Google Shape;1095;p77"/>
          <p:cNvSpPr txBox="1"/>
          <p:nvPr/>
        </p:nvSpPr>
        <p:spPr>
          <a:xfrm>
            <a:off x="284479" y="7061707"/>
            <a:ext cx="2552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FFFFFF"/>
                </a:solidFill>
                <a:latin typeface="Trebuchet MS"/>
                <a:ea typeface="Trebuchet MS"/>
                <a:cs typeface="Trebuchet MS"/>
                <a:sym typeface="Trebuchet MS"/>
              </a:rPr>
              <a:t>75</a:t>
            </a:r>
            <a:endParaRPr sz="1500">
              <a:solidFill>
                <a:schemeClr val="dk1"/>
              </a:solidFill>
              <a:latin typeface="Trebuchet MS"/>
              <a:ea typeface="Trebuchet MS"/>
              <a:cs typeface="Trebuchet MS"/>
              <a:sym typeface="Trebuchet MS"/>
            </a:endParaRPr>
          </a:p>
        </p:txBody>
      </p:sp>
      <p:sp>
        <p:nvSpPr>
          <p:cNvPr id="1096" name="Google Shape;1096;p77"/>
          <p:cNvSpPr txBox="1"/>
          <p:nvPr>
            <p:ph type="title"/>
          </p:nvPr>
        </p:nvSpPr>
        <p:spPr>
          <a:xfrm>
            <a:off x="1093625" y="551249"/>
            <a:ext cx="365887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exec</a:t>
            </a:r>
            <a:endParaRPr/>
          </a:p>
        </p:txBody>
      </p:sp>
      <p:sp>
        <p:nvSpPr>
          <p:cNvPr id="1097" name="Google Shape;1097;p77"/>
          <p:cNvSpPr txBox="1"/>
          <p:nvPr/>
        </p:nvSpPr>
        <p:spPr>
          <a:xfrm>
            <a:off x="1046505" y="1621515"/>
            <a:ext cx="4994275" cy="5664835"/>
          </a:xfrm>
          <a:prstGeom prst="rect">
            <a:avLst/>
          </a:prstGeom>
          <a:noFill/>
          <a:ln>
            <a:noFill/>
          </a:ln>
        </p:spPr>
        <p:txBody>
          <a:bodyPr anchorCtr="0" anchor="t" bIns="0" lIns="0" spcFirstLastPara="1" rIns="0" wrap="square" tIns="12050">
            <a:spAutoFit/>
          </a:bodyPr>
          <a:lstStyle/>
          <a:p>
            <a:pPr indent="0" lvl="0" marL="12700" marR="2239645" rtl="0" algn="l">
              <a:lnSpc>
                <a:spcPct val="132000"/>
              </a:lnSpc>
              <a:spcBef>
                <a:spcPts val="0"/>
              </a:spcBef>
              <a:spcAft>
                <a:spcPts val="0"/>
              </a:spcAft>
              <a:buNone/>
            </a:pPr>
            <a:r>
              <a:rPr b="1" lang="en-US" sz="1750">
                <a:solidFill>
                  <a:schemeClr val="dk1"/>
                </a:solidFill>
                <a:latin typeface="Verdana"/>
                <a:ea typeface="Verdana"/>
                <a:cs typeface="Verdana"/>
                <a:sym typeface="Verdana"/>
              </a:rPr>
              <a:t>#include &lt;stdio.h&gt;  #include &lt;unistd.h&gt;  #include&lt;iostream&gt;  using namespace std;</a:t>
            </a:r>
            <a:endParaRPr sz="1750">
              <a:solidFill>
                <a:schemeClr val="dk1"/>
              </a:solidFill>
              <a:latin typeface="Verdana"/>
              <a:ea typeface="Verdana"/>
              <a:cs typeface="Verdana"/>
              <a:sym typeface="Verdana"/>
            </a:endParaRPr>
          </a:p>
          <a:p>
            <a:pPr indent="0" lvl="0" marL="12700" marR="0" rtl="0" algn="l">
              <a:lnSpc>
                <a:spcPct val="100000"/>
              </a:lnSpc>
              <a:spcBef>
                <a:spcPts val="675"/>
              </a:spcBef>
              <a:spcAft>
                <a:spcPts val="0"/>
              </a:spcAft>
              <a:buNone/>
            </a:pPr>
            <a:r>
              <a:rPr b="1" lang="en-US" sz="1750">
                <a:solidFill>
                  <a:schemeClr val="dk1"/>
                </a:solidFill>
                <a:latin typeface="Verdana"/>
                <a:ea typeface="Verdana"/>
                <a:cs typeface="Verdana"/>
                <a:sym typeface="Verdana"/>
              </a:rPr>
              <a:t>int main(int argc, char *argv[])</a:t>
            </a:r>
            <a:endParaRPr sz="1750">
              <a:solidFill>
                <a:schemeClr val="dk1"/>
              </a:solidFill>
              <a:latin typeface="Verdana"/>
              <a:ea typeface="Verdana"/>
              <a:cs typeface="Verdana"/>
              <a:sym typeface="Verdana"/>
            </a:endParaRPr>
          </a:p>
          <a:p>
            <a:pPr indent="0" lvl="0" marL="12700" marR="0" rtl="0" algn="l">
              <a:lnSpc>
                <a:spcPct val="100000"/>
              </a:lnSpc>
              <a:spcBef>
                <a:spcPts val="670"/>
              </a:spcBef>
              <a:spcAft>
                <a:spcPts val="0"/>
              </a:spcAft>
              <a:buNone/>
            </a:pPr>
            <a:r>
              <a:rPr b="1" lang="en-US" sz="1750">
                <a:solidFill>
                  <a:schemeClr val="dk1"/>
                </a:solidFill>
                <a:latin typeface="Verdana"/>
                <a:ea typeface="Verdana"/>
                <a:cs typeface="Verdana"/>
                <a:sym typeface="Verdana"/>
              </a:rPr>
              <a:t>{</a:t>
            </a:r>
            <a:endParaRPr sz="1750">
              <a:solidFill>
                <a:schemeClr val="dk1"/>
              </a:solidFill>
              <a:latin typeface="Verdana"/>
              <a:ea typeface="Verdana"/>
              <a:cs typeface="Verdana"/>
              <a:sym typeface="Verdana"/>
            </a:endParaRPr>
          </a:p>
          <a:p>
            <a:pPr indent="0" lvl="0" marL="12700" marR="0" rtl="0" algn="l">
              <a:lnSpc>
                <a:spcPct val="100000"/>
              </a:lnSpc>
              <a:spcBef>
                <a:spcPts val="670"/>
              </a:spcBef>
              <a:spcAft>
                <a:spcPts val="0"/>
              </a:spcAft>
              <a:buNone/>
            </a:pPr>
            <a:r>
              <a:rPr b="1" lang="en-US" sz="1750">
                <a:solidFill>
                  <a:schemeClr val="dk1"/>
                </a:solidFill>
                <a:latin typeface="Verdana"/>
                <a:ea typeface="Verdana"/>
                <a:cs typeface="Verdana"/>
                <a:sym typeface="Verdana"/>
              </a:rPr>
              <a:t>for(int i=1; i &lt; argc; i++)</a:t>
            </a:r>
            <a:endParaRPr sz="1750">
              <a:solidFill>
                <a:schemeClr val="dk1"/>
              </a:solidFill>
              <a:latin typeface="Verdana"/>
              <a:ea typeface="Verdana"/>
              <a:cs typeface="Verdana"/>
              <a:sym typeface="Verdana"/>
            </a:endParaRPr>
          </a:p>
          <a:p>
            <a:pPr indent="0" lvl="0" marL="1017905" marR="0" rtl="0" algn="l">
              <a:lnSpc>
                <a:spcPct val="100000"/>
              </a:lnSpc>
              <a:spcBef>
                <a:spcPts val="675"/>
              </a:spcBef>
              <a:spcAft>
                <a:spcPts val="0"/>
              </a:spcAft>
              <a:buNone/>
            </a:pPr>
            <a:r>
              <a:rPr b="1" lang="en-US" sz="1750">
                <a:solidFill>
                  <a:schemeClr val="dk1"/>
                </a:solidFill>
                <a:latin typeface="Verdana"/>
                <a:ea typeface="Verdana"/>
                <a:cs typeface="Verdana"/>
                <a:sym typeface="Verdana"/>
              </a:rPr>
              <a:t>{</a:t>
            </a:r>
            <a:endParaRPr sz="1750">
              <a:solidFill>
                <a:schemeClr val="dk1"/>
              </a:solidFill>
              <a:latin typeface="Verdana"/>
              <a:ea typeface="Verdana"/>
              <a:cs typeface="Verdana"/>
              <a:sym typeface="Verdana"/>
            </a:endParaRPr>
          </a:p>
          <a:p>
            <a:pPr indent="0" lvl="0" marL="1017905" marR="0" rtl="0" algn="l">
              <a:lnSpc>
                <a:spcPct val="100000"/>
              </a:lnSpc>
              <a:spcBef>
                <a:spcPts val="670"/>
              </a:spcBef>
              <a:spcAft>
                <a:spcPts val="0"/>
              </a:spcAft>
              <a:buNone/>
            </a:pPr>
            <a:r>
              <a:rPr b="1" lang="en-US" sz="1750">
                <a:solidFill>
                  <a:schemeClr val="dk1"/>
                </a:solidFill>
                <a:latin typeface="Verdana"/>
                <a:ea typeface="Verdana"/>
                <a:cs typeface="Verdana"/>
                <a:sym typeface="Verdana"/>
              </a:rPr>
              <a:t>if(fork()==0)</a:t>
            </a:r>
            <a:endParaRPr sz="1750">
              <a:solidFill>
                <a:schemeClr val="dk1"/>
              </a:solidFill>
              <a:latin typeface="Verdana"/>
              <a:ea typeface="Verdana"/>
              <a:cs typeface="Verdana"/>
              <a:sym typeface="Verdana"/>
            </a:endParaRPr>
          </a:p>
          <a:p>
            <a:pPr indent="0" lvl="0" marL="2023745" marR="0" rtl="0" algn="l">
              <a:lnSpc>
                <a:spcPct val="100000"/>
              </a:lnSpc>
              <a:spcBef>
                <a:spcPts val="675"/>
              </a:spcBef>
              <a:spcAft>
                <a:spcPts val="0"/>
              </a:spcAft>
              <a:buNone/>
            </a:pPr>
            <a:r>
              <a:rPr b="1" lang="en-US" sz="1750">
                <a:solidFill>
                  <a:schemeClr val="dk1"/>
                </a:solidFill>
                <a:latin typeface="Verdana"/>
                <a:ea typeface="Verdana"/>
                <a:cs typeface="Verdana"/>
                <a:sym typeface="Verdana"/>
              </a:rPr>
              <a:t>{</a:t>
            </a:r>
            <a:endParaRPr sz="1750">
              <a:solidFill>
                <a:schemeClr val="dk1"/>
              </a:solidFill>
              <a:latin typeface="Verdana"/>
              <a:ea typeface="Verdana"/>
              <a:cs typeface="Verdana"/>
              <a:sym typeface="Verdana"/>
            </a:endParaRPr>
          </a:p>
          <a:p>
            <a:pPr indent="389889" lvl="0" marL="857885" marR="5080" rtl="0" algn="l">
              <a:lnSpc>
                <a:spcPct val="132000"/>
              </a:lnSpc>
              <a:spcBef>
                <a:spcPts val="0"/>
              </a:spcBef>
              <a:spcAft>
                <a:spcPts val="0"/>
              </a:spcAft>
              <a:buNone/>
            </a:pPr>
            <a:r>
              <a:rPr b="1" lang="en-US" sz="1750">
                <a:solidFill>
                  <a:schemeClr val="dk1"/>
                </a:solidFill>
                <a:latin typeface="Verdana"/>
                <a:ea typeface="Verdana"/>
                <a:cs typeface="Verdana"/>
                <a:sym typeface="Verdana"/>
              </a:rPr>
              <a:t>execlp(argv[i],argv[i],NULL);  cout&lt;&lt;"exec complete&lt;&lt;endl";</a:t>
            </a:r>
            <a:endParaRPr sz="1750">
              <a:solidFill>
                <a:schemeClr val="dk1"/>
              </a:solidFill>
              <a:latin typeface="Verdana"/>
              <a:ea typeface="Verdana"/>
              <a:cs typeface="Verdana"/>
              <a:sym typeface="Verdana"/>
            </a:endParaRPr>
          </a:p>
          <a:p>
            <a:pPr indent="0" lvl="0" marL="2023745" marR="0" rtl="0" algn="l">
              <a:lnSpc>
                <a:spcPct val="100000"/>
              </a:lnSpc>
              <a:spcBef>
                <a:spcPts val="670"/>
              </a:spcBef>
              <a:spcAft>
                <a:spcPts val="0"/>
              </a:spcAft>
              <a:buNone/>
            </a:pPr>
            <a:r>
              <a:rPr b="1" lang="en-US" sz="1750">
                <a:solidFill>
                  <a:schemeClr val="dk1"/>
                </a:solidFill>
                <a:latin typeface="Verdana"/>
                <a:ea typeface="Verdana"/>
                <a:cs typeface="Verdana"/>
                <a:sym typeface="Verdana"/>
              </a:rPr>
              <a:t>}</a:t>
            </a:r>
            <a:endParaRPr sz="1750">
              <a:solidFill>
                <a:schemeClr val="dk1"/>
              </a:solidFill>
              <a:latin typeface="Verdana"/>
              <a:ea typeface="Verdana"/>
              <a:cs typeface="Verdana"/>
              <a:sym typeface="Verdana"/>
            </a:endParaRPr>
          </a:p>
          <a:p>
            <a:pPr indent="0" lvl="0" marL="0" marR="3808730" rtl="0" algn="r">
              <a:lnSpc>
                <a:spcPct val="100000"/>
              </a:lnSpc>
              <a:spcBef>
                <a:spcPts val="675"/>
              </a:spcBef>
              <a:spcAft>
                <a:spcPts val="0"/>
              </a:spcAft>
              <a:buNone/>
            </a:pPr>
            <a:r>
              <a:rPr b="1" lang="en-US" sz="1750">
                <a:solidFill>
                  <a:schemeClr val="dk1"/>
                </a:solidFill>
                <a:latin typeface="Verdana"/>
                <a:ea typeface="Verdana"/>
                <a:cs typeface="Verdana"/>
                <a:sym typeface="Verdana"/>
              </a:rPr>
              <a:t>}</a:t>
            </a:r>
            <a:endParaRPr sz="1750">
              <a:solidFill>
                <a:schemeClr val="dk1"/>
              </a:solidFill>
              <a:latin typeface="Verdana"/>
              <a:ea typeface="Verdana"/>
              <a:cs typeface="Verdana"/>
              <a:sym typeface="Verdana"/>
            </a:endParaRPr>
          </a:p>
          <a:p>
            <a:pPr indent="0" lvl="0" marL="0" marR="3857625" rtl="0" algn="r">
              <a:lnSpc>
                <a:spcPct val="100000"/>
              </a:lnSpc>
              <a:spcBef>
                <a:spcPts val="670"/>
              </a:spcBef>
              <a:spcAft>
                <a:spcPts val="0"/>
              </a:spcAft>
              <a:buNone/>
            </a:pPr>
            <a:r>
              <a:rPr b="1" lang="en-US" sz="1750">
                <a:solidFill>
                  <a:schemeClr val="dk1"/>
                </a:solidFill>
                <a:latin typeface="Verdana"/>
                <a:ea typeface="Verdana"/>
                <a:cs typeface="Verdana"/>
                <a:sym typeface="Verdana"/>
              </a:rPr>
              <a:t>return 0;</a:t>
            </a:r>
            <a:endParaRPr sz="1750">
              <a:solidFill>
                <a:schemeClr val="dk1"/>
              </a:solidFill>
              <a:latin typeface="Verdana"/>
              <a:ea typeface="Verdana"/>
              <a:cs typeface="Verdana"/>
              <a:sym typeface="Verdana"/>
            </a:endParaRPr>
          </a:p>
          <a:p>
            <a:pPr indent="0" lvl="0" marL="12700" marR="0" rtl="0" algn="l">
              <a:lnSpc>
                <a:spcPct val="100000"/>
              </a:lnSpc>
              <a:spcBef>
                <a:spcPts val="720"/>
              </a:spcBef>
              <a:spcAft>
                <a:spcPts val="0"/>
              </a:spcAft>
              <a:buNone/>
            </a:pPr>
            <a:r>
              <a:rPr b="1" baseline="30000" lang="en-US" sz="2625">
                <a:solidFill>
                  <a:schemeClr val="dk1"/>
                </a:solidFill>
                <a:latin typeface="Verdana"/>
                <a:ea typeface="Verdana"/>
                <a:cs typeface="Verdana"/>
                <a:sym typeface="Verdana"/>
              </a:rPr>
              <a:t>}</a:t>
            </a:r>
            <a:r>
              <a:rPr lang="en-US" sz="1500">
                <a:solidFill>
                  <a:srgbClr val="696464"/>
                </a:solidFill>
                <a:latin typeface="Arial"/>
                <a:ea typeface="Arial"/>
                <a:cs typeface="Arial"/>
                <a:sym typeface="Arial"/>
              </a:rPr>
              <a:t>CS-2006 Operating Systems</a:t>
            </a:r>
            <a:endParaRPr sz="1500">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78"/>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78"/>
          <p:cNvSpPr txBox="1"/>
          <p:nvPr/>
        </p:nvSpPr>
        <p:spPr>
          <a:xfrm>
            <a:off x="292100" y="7061707"/>
            <a:ext cx="24130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FFFFFF"/>
                </a:solidFill>
                <a:latin typeface="Trebuchet MS"/>
                <a:ea typeface="Trebuchet MS"/>
                <a:cs typeface="Trebuchet MS"/>
                <a:sym typeface="Trebuchet MS"/>
              </a:rPr>
              <a:t>76</a:t>
            </a:r>
            <a:endParaRPr sz="1500">
              <a:solidFill>
                <a:schemeClr val="dk1"/>
              </a:solidFill>
              <a:latin typeface="Trebuchet MS"/>
              <a:ea typeface="Trebuchet MS"/>
              <a:cs typeface="Trebuchet MS"/>
              <a:sym typeface="Trebuchet MS"/>
            </a:endParaRPr>
          </a:p>
        </p:txBody>
      </p:sp>
      <p:sp>
        <p:nvSpPr>
          <p:cNvPr id="1104" name="Google Shape;1104;p78"/>
          <p:cNvSpPr txBox="1"/>
          <p:nvPr>
            <p:ph type="title"/>
          </p:nvPr>
        </p:nvSpPr>
        <p:spPr>
          <a:xfrm>
            <a:off x="1076966" y="139689"/>
            <a:ext cx="6087109" cy="69659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fork, exec, wait</a:t>
            </a:r>
            <a:endParaRPr/>
          </a:p>
        </p:txBody>
      </p:sp>
      <p:sp>
        <p:nvSpPr>
          <p:cNvPr id="1105" name="Google Shape;1105;p78"/>
          <p:cNvSpPr txBox="1"/>
          <p:nvPr/>
        </p:nvSpPr>
        <p:spPr>
          <a:xfrm>
            <a:off x="985018" y="828809"/>
            <a:ext cx="7581265" cy="6647180"/>
          </a:xfrm>
          <a:prstGeom prst="rect">
            <a:avLst/>
          </a:prstGeom>
          <a:noFill/>
          <a:ln>
            <a:noFill/>
          </a:ln>
        </p:spPr>
        <p:txBody>
          <a:bodyPr anchorCtr="0" anchor="t" bIns="0" lIns="0" spcFirstLastPara="1" rIns="0" wrap="square" tIns="12050">
            <a:spAutoFit/>
          </a:bodyPr>
          <a:lstStyle/>
          <a:p>
            <a:pPr indent="0" lvl="0" marL="25400" marR="5669280" rtl="0" algn="l">
              <a:lnSpc>
                <a:spcPct val="147000"/>
              </a:lnSpc>
              <a:spcBef>
                <a:spcPts val="0"/>
              </a:spcBef>
              <a:spcAft>
                <a:spcPts val="0"/>
              </a:spcAft>
              <a:buNone/>
            </a:pPr>
            <a:r>
              <a:rPr b="1" lang="en-US" sz="1200">
                <a:solidFill>
                  <a:schemeClr val="dk1"/>
                </a:solidFill>
                <a:latin typeface="Verdana"/>
                <a:ea typeface="Verdana"/>
                <a:cs typeface="Verdana"/>
                <a:sym typeface="Verdana"/>
              </a:rPr>
              <a:t>using namespace std;  int main()</a:t>
            </a:r>
            <a:endParaRPr sz="1200">
              <a:solidFill>
                <a:schemeClr val="dk1"/>
              </a:solidFill>
              <a:latin typeface="Verdana"/>
              <a:ea typeface="Verdana"/>
              <a:cs typeface="Verdana"/>
              <a:sym typeface="Verdana"/>
            </a:endParaRPr>
          </a:p>
          <a:p>
            <a:pPr indent="0" lvl="0" marL="25400" marR="0" rtl="0" algn="l">
              <a:lnSpc>
                <a:spcPct val="100000"/>
              </a:lnSpc>
              <a:spcBef>
                <a:spcPts val="675"/>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a:p>
            <a:pPr indent="0" lvl="0" marL="25400" marR="5287645" rtl="0" algn="l">
              <a:lnSpc>
                <a:spcPct val="147000"/>
              </a:lnSpc>
              <a:spcBef>
                <a:spcPts val="0"/>
              </a:spcBef>
              <a:spcAft>
                <a:spcPts val="0"/>
              </a:spcAft>
              <a:buNone/>
            </a:pPr>
            <a:r>
              <a:rPr b="1" lang="en-US" sz="1200">
                <a:solidFill>
                  <a:schemeClr val="dk1"/>
                </a:solidFill>
                <a:latin typeface="Verdana"/>
                <a:ea typeface="Verdana"/>
                <a:cs typeface="Verdana"/>
                <a:sym typeface="Verdana"/>
              </a:rPr>
              <a:t>char *argv[10];  cout&lt;&lt;"Enter filename: ";  argv[0]="gedit";  cin&gt;&gt;argv[1];  argv[2]=NULL;</a:t>
            </a:r>
            <a:endParaRPr sz="1200">
              <a:solidFill>
                <a:schemeClr val="dk1"/>
              </a:solidFill>
              <a:latin typeface="Verdana"/>
              <a:ea typeface="Verdana"/>
              <a:cs typeface="Verdana"/>
              <a:sym typeface="Verdana"/>
            </a:endParaRPr>
          </a:p>
          <a:p>
            <a:pPr indent="0" lvl="0" marL="25400" marR="6529705" rtl="0" algn="l">
              <a:lnSpc>
                <a:spcPct val="147000"/>
              </a:lnSpc>
              <a:spcBef>
                <a:spcPts val="0"/>
              </a:spcBef>
              <a:spcAft>
                <a:spcPts val="0"/>
              </a:spcAft>
              <a:buNone/>
            </a:pPr>
            <a:r>
              <a:rPr b="1" lang="en-US" sz="1200">
                <a:solidFill>
                  <a:schemeClr val="dk1"/>
                </a:solidFill>
                <a:latin typeface="Verdana"/>
                <a:ea typeface="Verdana"/>
                <a:cs typeface="Verdana"/>
                <a:sym typeface="Verdana"/>
              </a:rPr>
              <a:t>pid_t = pid;  int status;</a:t>
            </a:r>
            <a:endParaRPr sz="1200">
              <a:solidFill>
                <a:schemeClr val="dk1"/>
              </a:solidFill>
              <a:latin typeface="Verdana"/>
              <a:ea typeface="Verdana"/>
              <a:cs typeface="Verdana"/>
              <a:sym typeface="Verdana"/>
            </a:endParaRPr>
          </a:p>
          <a:p>
            <a:pPr indent="0" lvl="0" marL="25400" marR="0" rtl="0" algn="l">
              <a:lnSpc>
                <a:spcPct val="100000"/>
              </a:lnSpc>
              <a:spcBef>
                <a:spcPts val="670"/>
              </a:spcBef>
              <a:spcAft>
                <a:spcPts val="0"/>
              </a:spcAft>
              <a:buNone/>
            </a:pPr>
            <a:r>
              <a:rPr b="1" lang="en-US" sz="1200">
                <a:solidFill>
                  <a:schemeClr val="dk1"/>
                </a:solidFill>
                <a:latin typeface="Verdana"/>
                <a:ea typeface="Verdana"/>
                <a:cs typeface="Verdana"/>
                <a:sym typeface="Verdana"/>
              </a:rPr>
              <a:t>if((pid = fork()&lt;0)// forking child process</a:t>
            </a:r>
            <a:endParaRPr sz="1200">
              <a:solidFill>
                <a:schemeClr val="dk1"/>
              </a:solidFill>
              <a:latin typeface="Verdana"/>
              <a:ea typeface="Verdana"/>
              <a:cs typeface="Verdana"/>
              <a:sym typeface="Verdana"/>
            </a:endParaRPr>
          </a:p>
          <a:p>
            <a:pPr indent="0" lvl="0" marL="130175" marR="0" rtl="0" algn="l">
              <a:lnSpc>
                <a:spcPct val="100000"/>
              </a:lnSpc>
              <a:spcBef>
                <a:spcPts val="675"/>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a:p>
            <a:pPr indent="0" lvl="0" marL="1030605" marR="3004185" rtl="0" algn="l">
              <a:lnSpc>
                <a:spcPct val="147000"/>
              </a:lnSpc>
              <a:spcBef>
                <a:spcPts val="0"/>
              </a:spcBef>
              <a:spcAft>
                <a:spcPts val="0"/>
              </a:spcAft>
              <a:buNone/>
            </a:pPr>
            <a:r>
              <a:rPr b="1" lang="en-US" sz="1200">
                <a:solidFill>
                  <a:schemeClr val="dk1"/>
                </a:solidFill>
                <a:latin typeface="Verdana"/>
                <a:ea typeface="Verdana"/>
                <a:cs typeface="Verdana"/>
                <a:sym typeface="Verdana"/>
              </a:rPr>
              <a:t>printf(""forking child process failed\n");  exit(1);</a:t>
            </a:r>
            <a:endParaRPr sz="1200">
              <a:solidFill>
                <a:schemeClr val="dk1"/>
              </a:solidFill>
              <a:latin typeface="Verdana"/>
              <a:ea typeface="Verdana"/>
              <a:cs typeface="Verdana"/>
              <a:sym typeface="Verdana"/>
            </a:endParaRPr>
          </a:p>
          <a:p>
            <a:pPr indent="0" lvl="0" marL="130175" marR="0" rtl="0" algn="l">
              <a:lnSpc>
                <a:spcPct val="100000"/>
              </a:lnSpc>
              <a:spcBef>
                <a:spcPts val="670"/>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a:p>
            <a:pPr indent="0" lvl="0" marL="76835" marR="0" rtl="0" algn="l">
              <a:lnSpc>
                <a:spcPct val="100000"/>
              </a:lnSpc>
              <a:spcBef>
                <a:spcPts val="670"/>
              </a:spcBef>
              <a:spcAft>
                <a:spcPts val="0"/>
              </a:spcAft>
              <a:buNone/>
            </a:pPr>
            <a:r>
              <a:rPr b="1" lang="en-US" sz="1200">
                <a:solidFill>
                  <a:schemeClr val="dk1"/>
                </a:solidFill>
                <a:latin typeface="Verdana"/>
                <a:ea typeface="Verdana"/>
                <a:cs typeface="Verdana"/>
                <a:sym typeface="Verdana"/>
              </a:rPr>
              <a:t>else if(pid == 0)</a:t>
            </a:r>
            <a:endParaRPr sz="1200">
              <a:solidFill>
                <a:schemeClr val="dk1"/>
              </a:solidFill>
              <a:latin typeface="Verdana"/>
              <a:ea typeface="Verdana"/>
              <a:cs typeface="Verdana"/>
              <a:sym typeface="Verdana"/>
            </a:endParaRPr>
          </a:p>
          <a:p>
            <a:pPr indent="0" lvl="0" marL="130175" marR="0" rtl="0" algn="l">
              <a:lnSpc>
                <a:spcPct val="100000"/>
              </a:lnSpc>
              <a:spcBef>
                <a:spcPts val="675"/>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a:p>
            <a:pPr indent="0" lvl="0" marL="1030605" marR="0" rtl="0" algn="l">
              <a:lnSpc>
                <a:spcPct val="100000"/>
              </a:lnSpc>
              <a:spcBef>
                <a:spcPts val="670"/>
              </a:spcBef>
              <a:spcAft>
                <a:spcPts val="0"/>
              </a:spcAft>
              <a:buNone/>
            </a:pPr>
            <a:r>
              <a:rPr b="1" lang="en-US" sz="1200">
                <a:solidFill>
                  <a:schemeClr val="dk1"/>
                </a:solidFill>
                <a:latin typeface="Verdana"/>
                <a:ea typeface="Verdana"/>
                <a:cs typeface="Verdana"/>
                <a:sym typeface="Verdana"/>
              </a:rPr>
              <a:t>execvp(*argv,argv);</a:t>
            </a:r>
            <a:endParaRPr sz="1200">
              <a:solidFill>
                <a:schemeClr val="dk1"/>
              </a:solidFill>
              <a:latin typeface="Verdana"/>
              <a:ea typeface="Verdana"/>
              <a:cs typeface="Verdana"/>
              <a:sym typeface="Verdana"/>
            </a:endParaRPr>
          </a:p>
          <a:p>
            <a:pPr indent="0" lvl="0" marL="0" marR="7202805" rtl="0" algn="ctr">
              <a:lnSpc>
                <a:spcPct val="100000"/>
              </a:lnSpc>
              <a:spcBef>
                <a:spcPts val="670"/>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a:p>
            <a:pPr indent="0" lvl="0" marL="0" marR="7173594" rtl="0" algn="ctr">
              <a:lnSpc>
                <a:spcPct val="100000"/>
              </a:lnSpc>
              <a:spcBef>
                <a:spcPts val="675"/>
              </a:spcBef>
              <a:spcAft>
                <a:spcPts val="0"/>
              </a:spcAft>
              <a:buNone/>
            </a:pPr>
            <a:r>
              <a:rPr b="1" lang="en-US" sz="1200">
                <a:solidFill>
                  <a:schemeClr val="dk1"/>
                </a:solidFill>
                <a:latin typeface="Verdana"/>
                <a:ea typeface="Verdana"/>
                <a:cs typeface="Verdana"/>
                <a:sym typeface="Verdana"/>
              </a:rPr>
              <a:t>else</a:t>
            </a:r>
            <a:endParaRPr sz="1200">
              <a:solidFill>
                <a:schemeClr val="dk1"/>
              </a:solidFill>
              <a:latin typeface="Verdana"/>
              <a:ea typeface="Verdana"/>
              <a:cs typeface="Verdana"/>
              <a:sym typeface="Verdana"/>
            </a:endParaRPr>
          </a:p>
          <a:p>
            <a:pPr indent="0" lvl="0" marL="0" marR="7202805" rtl="0" algn="ctr">
              <a:lnSpc>
                <a:spcPct val="100000"/>
              </a:lnSpc>
              <a:spcBef>
                <a:spcPts val="670"/>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a:p>
            <a:pPr indent="470535" lvl="0" marL="25400" marR="17780" rtl="0" algn="l">
              <a:lnSpc>
                <a:spcPct val="101000"/>
              </a:lnSpc>
              <a:spcBef>
                <a:spcPts val="660"/>
              </a:spcBef>
              <a:spcAft>
                <a:spcPts val="0"/>
              </a:spcAft>
              <a:buNone/>
            </a:pPr>
            <a:r>
              <a:rPr b="1" lang="en-US" sz="1200">
                <a:solidFill>
                  <a:schemeClr val="dk1"/>
                </a:solidFill>
                <a:latin typeface="Verdana"/>
                <a:ea typeface="Verdana"/>
                <a:cs typeface="Verdana"/>
                <a:sym typeface="Verdana"/>
              </a:rPr>
              <a:t>while(wait(&amp;status)!=pid);// parent process wait for completion of child process  completion</a:t>
            </a:r>
            <a:endParaRPr sz="1200">
              <a:solidFill>
                <a:schemeClr val="dk1"/>
              </a:solidFill>
              <a:latin typeface="Verdana"/>
              <a:ea typeface="Verdana"/>
              <a:cs typeface="Verdana"/>
              <a:sym typeface="Verdana"/>
            </a:endParaRPr>
          </a:p>
          <a:p>
            <a:pPr indent="0" lvl="0" marL="121285" marR="0" rtl="0" algn="l">
              <a:lnSpc>
                <a:spcPct val="100000"/>
              </a:lnSpc>
              <a:spcBef>
                <a:spcPts val="880"/>
              </a:spcBef>
              <a:spcAft>
                <a:spcPts val="0"/>
              </a:spcAft>
              <a:buNone/>
            </a:pPr>
            <a:r>
              <a:rPr lang="en-US" sz="1500">
                <a:solidFill>
                  <a:srgbClr val="696464"/>
                </a:solidFill>
                <a:latin typeface="Arial"/>
                <a:ea typeface="Arial"/>
                <a:cs typeface="Arial"/>
                <a:sym typeface="Arial"/>
              </a:rPr>
              <a:t>C</a:t>
            </a:r>
            <a:r>
              <a:rPr b="1" baseline="30000" lang="en-US" sz="1800">
                <a:solidFill>
                  <a:schemeClr val="dk1"/>
                </a:solidFill>
                <a:latin typeface="Verdana"/>
                <a:ea typeface="Verdana"/>
                <a:cs typeface="Verdana"/>
                <a:sym typeface="Verdana"/>
              </a:rPr>
              <a:t>} </a:t>
            </a:r>
            <a:r>
              <a:rPr lang="en-US" sz="1500">
                <a:solidFill>
                  <a:srgbClr val="696464"/>
                </a:solidFill>
                <a:latin typeface="Arial"/>
                <a:ea typeface="Arial"/>
                <a:cs typeface="Arial"/>
                <a:sym typeface="Arial"/>
              </a:rPr>
              <a:t>S-2006 Operating Systems</a:t>
            </a:r>
            <a:endParaRPr sz="1500">
              <a:solidFill>
                <a:schemeClr val="dk1"/>
              </a:solidFill>
              <a:latin typeface="Arial"/>
              <a:ea typeface="Arial"/>
              <a:cs typeface="Arial"/>
              <a:sym typeface="Arial"/>
            </a:endParaRPr>
          </a:p>
          <a:p>
            <a:pPr indent="0" lvl="0" marL="25400" marR="0" rtl="0" algn="l">
              <a:lnSpc>
                <a:spcPct val="100000"/>
              </a:lnSpc>
              <a:spcBef>
                <a:spcPts val="105"/>
              </a:spcBef>
              <a:spcAft>
                <a:spcPts val="0"/>
              </a:spcAft>
              <a:buNone/>
            </a:pPr>
            <a:r>
              <a:rPr b="1" lang="en-US" sz="1200">
                <a:solidFill>
                  <a:schemeClr val="dk1"/>
                </a:solidFill>
                <a:latin typeface="Verdana"/>
                <a:ea typeface="Verdana"/>
                <a:cs typeface="Verdana"/>
                <a:sym typeface="Verdana"/>
              </a:rPr>
              <a:t>}</a:t>
            </a:r>
            <a:endParaRPr sz="1200">
              <a:solidFill>
                <a:schemeClr val="dk1"/>
              </a:solidFill>
              <a:latin typeface="Verdana"/>
              <a:ea typeface="Verdana"/>
              <a:cs typeface="Verdana"/>
              <a:sym typeface="Verdana"/>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79"/>
          <p:cNvSpPr txBox="1"/>
          <p:nvPr/>
        </p:nvSpPr>
        <p:spPr>
          <a:xfrm>
            <a:off x="1046511" y="1189758"/>
            <a:ext cx="1844039"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#include &lt;stdio.h&gt;</a:t>
            </a:r>
            <a:endParaRPr sz="1300">
              <a:solidFill>
                <a:schemeClr val="dk1"/>
              </a:solidFill>
              <a:latin typeface="Verdana"/>
              <a:ea typeface="Verdana"/>
              <a:cs typeface="Verdana"/>
              <a:sym typeface="Verdana"/>
            </a:endParaRPr>
          </a:p>
        </p:txBody>
      </p:sp>
      <p:sp>
        <p:nvSpPr>
          <p:cNvPr id="1111" name="Google Shape;1111;p79"/>
          <p:cNvSpPr txBox="1"/>
          <p:nvPr/>
        </p:nvSpPr>
        <p:spPr>
          <a:xfrm>
            <a:off x="1046511" y="1389452"/>
            <a:ext cx="2315210" cy="516255"/>
          </a:xfrm>
          <a:prstGeom prst="rect">
            <a:avLst/>
          </a:prstGeom>
          <a:noFill/>
          <a:ln>
            <a:noFill/>
          </a:ln>
        </p:spPr>
        <p:txBody>
          <a:bodyPr anchorCtr="0" anchor="t" bIns="0" lIns="0" spcFirstLastPara="1" rIns="0" wrap="square" tIns="12050">
            <a:spAutoFit/>
          </a:bodyPr>
          <a:lstStyle/>
          <a:p>
            <a:pPr indent="0" lvl="0" marL="12700" marR="5080" rtl="0" algn="l">
              <a:lnSpc>
                <a:spcPct val="124000"/>
              </a:lnSpc>
              <a:spcBef>
                <a:spcPts val="0"/>
              </a:spcBef>
              <a:spcAft>
                <a:spcPts val="0"/>
              </a:spcAft>
              <a:buNone/>
            </a:pPr>
            <a:r>
              <a:rPr b="1" lang="en-US" sz="1300">
                <a:solidFill>
                  <a:schemeClr val="dk1"/>
                </a:solidFill>
                <a:latin typeface="Verdana"/>
                <a:ea typeface="Verdana"/>
                <a:cs typeface="Verdana"/>
                <a:sym typeface="Verdana"/>
              </a:rPr>
              <a:t>#include &lt;stdlib.h&gt;  #include &lt;sys/types.h&gt;</a:t>
            </a:r>
            <a:endParaRPr sz="1300">
              <a:solidFill>
                <a:schemeClr val="dk1"/>
              </a:solidFill>
              <a:latin typeface="Verdana"/>
              <a:ea typeface="Verdana"/>
              <a:cs typeface="Verdana"/>
              <a:sym typeface="Verdana"/>
            </a:endParaRPr>
          </a:p>
        </p:txBody>
      </p:sp>
      <p:sp>
        <p:nvSpPr>
          <p:cNvPr id="1112" name="Google Shape;1112;p79"/>
          <p:cNvSpPr txBox="1"/>
          <p:nvPr/>
        </p:nvSpPr>
        <p:spPr>
          <a:xfrm>
            <a:off x="1046511" y="2370819"/>
            <a:ext cx="1615440" cy="513715"/>
          </a:xfrm>
          <a:prstGeom prst="rect">
            <a:avLst/>
          </a:prstGeom>
          <a:noFill/>
          <a:ln>
            <a:noFill/>
          </a:ln>
        </p:spPr>
        <p:txBody>
          <a:bodyPr anchorCtr="0" anchor="t" bIns="0" lIns="0" spcFirstLastPara="1" rIns="0" wrap="square" tIns="5777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8270" marR="0" rtl="0" algn="l">
              <a:lnSpc>
                <a:spcPct val="100000"/>
              </a:lnSpc>
              <a:spcBef>
                <a:spcPts val="360"/>
              </a:spcBef>
              <a:spcAft>
                <a:spcPts val="0"/>
              </a:spcAft>
              <a:buNone/>
            </a:pPr>
            <a:r>
              <a:rPr b="1" lang="en-US" sz="1300">
                <a:solidFill>
                  <a:schemeClr val="dk1"/>
                </a:solidFill>
                <a:latin typeface="Verdana"/>
                <a:ea typeface="Verdana"/>
                <a:cs typeface="Verdana"/>
                <a:sym typeface="Verdana"/>
              </a:rPr>
              <a:t>pid_t child_pid;</a:t>
            </a:r>
            <a:endParaRPr sz="1300">
              <a:solidFill>
                <a:schemeClr val="dk1"/>
              </a:solidFill>
              <a:latin typeface="Verdana"/>
              <a:ea typeface="Verdana"/>
              <a:cs typeface="Verdana"/>
              <a:sym typeface="Verdana"/>
            </a:endParaRPr>
          </a:p>
        </p:txBody>
      </p:sp>
      <p:sp>
        <p:nvSpPr>
          <p:cNvPr id="1113" name="Google Shape;1113;p79"/>
          <p:cNvSpPr txBox="1"/>
          <p:nvPr/>
        </p:nvSpPr>
        <p:spPr>
          <a:xfrm>
            <a:off x="1162336" y="3105390"/>
            <a:ext cx="2809875" cy="758825"/>
          </a:xfrm>
          <a:prstGeom prst="rect">
            <a:avLst/>
          </a:prstGeom>
          <a:noFill/>
          <a:ln>
            <a:noFill/>
          </a:ln>
        </p:spPr>
        <p:txBody>
          <a:bodyPr anchorCtr="0" anchor="t" bIns="0" lIns="0" spcFirstLastPara="1" rIns="0" wrap="square" tIns="12050">
            <a:spAutoFit/>
          </a:bodyPr>
          <a:lstStyle/>
          <a:p>
            <a:pPr indent="0" lvl="0" marL="12700" marR="5080" rtl="0" algn="l">
              <a:lnSpc>
                <a:spcPct val="123000"/>
              </a:lnSpc>
              <a:spcBef>
                <a:spcPts val="0"/>
              </a:spcBef>
              <a:spcAft>
                <a:spcPts val="0"/>
              </a:spcAft>
              <a:buNone/>
            </a:pPr>
            <a:r>
              <a:rPr b="1" lang="en-US" sz="1300">
                <a:solidFill>
                  <a:schemeClr val="dk1"/>
                </a:solidFill>
                <a:latin typeface="Verdana"/>
                <a:ea typeface="Verdana"/>
                <a:cs typeface="Verdana"/>
                <a:sym typeface="Verdana"/>
              </a:rPr>
              <a:t>/* Duplicate this process. */  child_pid = fork ();</a:t>
            </a:r>
            <a:endParaRPr sz="1300">
              <a:solidFill>
                <a:schemeClr val="dk1"/>
              </a:solidFill>
              <a:latin typeface="Verdana"/>
              <a:ea typeface="Verdana"/>
              <a:cs typeface="Verdana"/>
              <a:sym typeface="Verdana"/>
            </a:endParaRPr>
          </a:p>
          <a:p>
            <a:pPr indent="0" lvl="0" marL="1270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if (child_pid != 0)</a:t>
            </a:r>
            <a:endParaRPr sz="1300">
              <a:solidFill>
                <a:schemeClr val="dk1"/>
              </a:solidFill>
              <a:latin typeface="Verdana"/>
              <a:ea typeface="Verdana"/>
              <a:cs typeface="Verdana"/>
              <a:sym typeface="Verdana"/>
            </a:endParaRPr>
          </a:p>
        </p:txBody>
      </p:sp>
      <p:sp>
        <p:nvSpPr>
          <p:cNvPr id="1114" name="Google Shape;1114;p79"/>
          <p:cNvSpPr txBox="1"/>
          <p:nvPr/>
        </p:nvSpPr>
        <p:spPr>
          <a:xfrm>
            <a:off x="1276606" y="3836853"/>
            <a:ext cx="3157220" cy="516255"/>
          </a:xfrm>
          <a:prstGeom prst="rect">
            <a:avLst/>
          </a:prstGeom>
          <a:noFill/>
          <a:ln>
            <a:noFill/>
          </a:ln>
        </p:spPr>
        <p:txBody>
          <a:bodyPr anchorCtr="0" anchor="t" bIns="0" lIns="0" spcFirstLastPara="1" rIns="0" wrap="square" tIns="12050">
            <a:spAutoFit/>
          </a:bodyPr>
          <a:lstStyle/>
          <a:p>
            <a:pPr indent="0" lvl="0" marL="12700" marR="5080" rtl="0" algn="l">
              <a:lnSpc>
                <a:spcPct val="124000"/>
              </a:lnSpc>
              <a:spcBef>
                <a:spcPts val="0"/>
              </a:spcBef>
              <a:spcAft>
                <a:spcPts val="0"/>
              </a:spcAft>
              <a:buNone/>
            </a:pPr>
            <a:r>
              <a:rPr b="1" lang="en-US" sz="1300">
                <a:solidFill>
                  <a:schemeClr val="dk1"/>
                </a:solidFill>
                <a:latin typeface="Verdana"/>
                <a:ea typeface="Verdana"/>
                <a:cs typeface="Verdana"/>
                <a:sym typeface="Verdana"/>
              </a:rPr>
              <a:t>/* This is the parent process. */  return child_pid;</a:t>
            </a:r>
            <a:endParaRPr sz="1300">
              <a:solidFill>
                <a:schemeClr val="dk1"/>
              </a:solidFill>
              <a:latin typeface="Verdana"/>
              <a:ea typeface="Verdana"/>
              <a:cs typeface="Verdana"/>
              <a:sym typeface="Verdana"/>
            </a:endParaRPr>
          </a:p>
        </p:txBody>
      </p:sp>
      <p:sp>
        <p:nvSpPr>
          <p:cNvPr id="1115" name="Google Shape;1115;p79"/>
          <p:cNvSpPr txBox="1"/>
          <p:nvPr/>
        </p:nvSpPr>
        <p:spPr>
          <a:xfrm>
            <a:off x="1046511" y="4976875"/>
            <a:ext cx="4123690" cy="1818005"/>
          </a:xfrm>
          <a:prstGeom prst="rect">
            <a:avLst/>
          </a:prstGeom>
          <a:noFill/>
          <a:ln>
            <a:noFill/>
          </a:ln>
        </p:spPr>
        <p:txBody>
          <a:bodyPr anchorCtr="0" anchor="t" bIns="0" lIns="0" spcFirstLastPara="1" rIns="0" wrap="square" tIns="59050">
            <a:spAutoFit/>
          </a:bodyPr>
          <a:lstStyle/>
          <a:p>
            <a:pPr indent="0" lvl="0" marL="24257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execvp (program, arg_list);</a:t>
            </a:r>
            <a:endParaRPr sz="1300">
              <a:solidFill>
                <a:schemeClr val="dk1"/>
              </a:solidFill>
              <a:latin typeface="Verdana"/>
              <a:ea typeface="Verdana"/>
              <a:cs typeface="Verdana"/>
              <a:sym typeface="Verdana"/>
            </a:endParaRPr>
          </a:p>
          <a:p>
            <a:pPr indent="229870" lvl="0" marL="12700" marR="5080" rtl="0" algn="l">
              <a:lnSpc>
                <a:spcPct val="97692"/>
              </a:lnSpc>
              <a:spcBef>
                <a:spcPts val="655"/>
              </a:spcBef>
              <a:spcAft>
                <a:spcPts val="0"/>
              </a:spcAft>
              <a:buNone/>
            </a:pPr>
            <a:r>
              <a:rPr b="1" lang="en-US" sz="1300">
                <a:solidFill>
                  <a:schemeClr val="dk1"/>
                </a:solidFill>
                <a:latin typeface="Verdana"/>
                <a:ea typeface="Verdana"/>
                <a:cs typeface="Verdana"/>
                <a:sym typeface="Verdana"/>
              </a:rPr>
              <a:t>/* The execvp function returns only if an  error occurs. */</a:t>
            </a:r>
            <a:endParaRPr sz="1300">
              <a:solidFill>
                <a:schemeClr val="dk1"/>
              </a:solidFill>
              <a:latin typeface="Verdana"/>
              <a:ea typeface="Verdana"/>
              <a:cs typeface="Verdana"/>
              <a:sym typeface="Verdana"/>
            </a:endParaRPr>
          </a:p>
          <a:p>
            <a:pPr indent="229870" lvl="0" marL="12700" marR="452119" rtl="0" algn="l">
              <a:lnSpc>
                <a:spcPct val="97692"/>
              </a:lnSpc>
              <a:spcBef>
                <a:spcPts val="655"/>
              </a:spcBef>
              <a:spcAft>
                <a:spcPts val="0"/>
              </a:spcAft>
              <a:buNone/>
            </a:pPr>
            <a:r>
              <a:rPr b="1" lang="en-US" sz="1300">
                <a:solidFill>
                  <a:schemeClr val="dk1"/>
                </a:solidFill>
                <a:latin typeface="Verdana"/>
                <a:ea typeface="Verdana"/>
                <a:cs typeface="Verdana"/>
                <a:sym typeface="Verdana"/>
              </a:rPr>
              <a:t>fprintf (stderr, "an error occurred in  execvp\n");</a:t>
            </a:r>
            <a:endParaRPr sz="1300">
              <a:solidFill>
                <a:schemeClr val="dk1"/>
              </a:solidFill>
              <a:latin typeface="Verdana"/>
              <a:ea typeface="Verdana"/>
              <a:cs typeface="Verdana"/>
              <a:sym typeface="Verdana"/>
            </a:endParaRPr>
          </a:p>
          <a:p>
            <a:pPr indent="0" lvl="0" marL="24257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abort ();</a:t>
            </a:r>
            <a:endParaRPr sz="1300">
              <a:solidFill>
                <a:schemeClr val="dk1"/>
              </a:solidFill>
              <a:latin typeface="Verdana"/>
              <a:ea typeface="Verdana"/>
              <a:cs typeface="Verdana"/>
              <a:sym typeface="Verdana"/>
            </a:endParaRPr>
          </a:p>
          <a:p>
            <a:pPr indent="0" lvl="0" marL="12827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a:p>
            <a:pPr indent="0" lvl="0" marL="12700" marR="0" rtl="0" algn="l">
              <a:lnSpc>
                <a:spcPct val="100000"/>
              </a:lnSpc>
              <a:spcBef>
                <a:spcPts val="37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116" name="Google Shape;1116;p79"/>
          <p:cNvSpPr txBox="1"/>
          <p:nvPr/>
        </p:nvSpPr>
        <p:spPr>
          <a:xfrm>
            <a:off x="5237515" y="1389452"/>
            <a:ext cx="1043940" cy="516255"/>
          </a:xfrm>
          <a:prstGeom prst="rect">
            <a:avLst/>
          </a:prstGeom>
          <a:noFill/>
          <a:ln>
            <a:noFill/>
          </a:ln>
        </p:spPr>
        <p:txBody>
          <a:bodyPr anchorCtr="0" anchor="t" bIns="0" lIns="0" spcFirstLastPara="1" rIns="0" wrap="square" tIns="59050">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int main ()</a:t>
            </a:r>
            <a:endParaRPr sz="1300">
              <a:solidFill>
                <a:schemeClr val="dk1"/>
              </a:solidFill>
              <a:latin typeface="Verdana"/>
              <a:ea typeface="Verdana"/>
              <a:cs typeface="Verdana"/>
              <a:sym typeface="Verdana"/>
            </a:endParaRPr>
          </a:p>
          <a:p>
            <a:pPr indent="0" lvl="0" marL="12700" marR="0" rtl="0" algn="l">
              <a:lnSpc>
                <a:spcPct val="100000"/>
              </a:lnSpc>
              <a:spcBef>
                <a:spcPts val="37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117" name="Google Shape;1117;p79"/>
          <p:cNvSpPr txBox="1"/>
          <p:nvPr/>
        </p:nvSpPr>
        <p:spPr>
          <a:xfrm>
            <a:off x="1046511" y="1924330"/>
            <a:ext cx="8053705"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#include &lt;unistd.h&gt;	/* The argument list to pass to the "ls"</a:t>
            </a:r>
            <a:endParaRPr sz="1300">
              <a:solidFill>
                <a:schemeClr val="dk1"/>
              </a:solidFill>
              <a:latin typeface="Verdana"/>
              <a:ea typeface="Verdana"/>
              <a:cs typeface="Verdana"/>
              <a:sym typeface="Verdana"/>
            </a:endParaRPr>
          </a:p>
        </p:txBody>
      </p:sp>
      <p:sp>
        <p:nvSpPr>
          <p:cNvPr id="1118" name="Google Shape;1118;p79"/>
          <p:cNvSpPr txBox="1"/>
          <p:nvPr/>
        </p:nvSpPr>
        <p:spPr>
          <a:xfrm>
            <a:off x="1021111" y="2168177"/>
            <a:ext cx="5243195" cy="226695"/>
          </a:xfrm>
          <a:prstGeom prst="rect">
            <a:avLst/>
          </a:prstGeom>
          <a:noFill/>
          <a:ln>
            <a:noFill/>
          </a:ln>
        </p:spPr>
        <p:txBody>
          <a:bodyPr anchorCtr="0" anchor="t" bIns="0" lIns="0" spcFirstLastPara="1" rIns="0" wrap="square" tIns="15225">
            <a:spAutoFit/>
          </a:bodyPr>
          <a:lstStyle/>
          <a:p>
            <a:pPr indent="0" lvl="0" marL="381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int spawn (char* program, char** arg_list) </a:t>
            </a:r>
            <a:r>
              <a:rPr b="1" baseline="30000" lang="en-US" sz="1950">
                <a:solidFill>
                  <a:schemeClr val="dk1"/>
                </a:solidFill>
                <a:latin typeface="Verdana"/>
                <a:ea typeface="Verdana"/>
                <a:cs typeface="Verdana"/>
                <a:sym typeface="Verdana"/>
              </a:rPr>
              <a:t>command.</a:t>
            </a:r>
            <a:endParaRPr baseline="30000" sz="1950">
              <a:solidFill>
                <a:schemeClr val="dk1"/>
              </a:solidFill>
              <a:latin typeface="Verdana"/>
              <a:ea typeface="Verdana"/>
              <a:cs typeface="Verdana"/>
              <a:sym typeface="Verdana"/>
            </a:endParaRPr>
          </a:p>
        </p:txBody>
      </p:sp>
      <p:sp>
        <p:nvSpPr>
          <p:cNvPr id="1119" name="Google Shape;1119;p79"/>
          <p:cNvSpPr txBox="1"/>
          <p:nvPr/>
        </p:nvSpPr>
        <p:spPr>
          <a:xfrm>
            <a:off x="6330529" y="2084357"/>
            <a:ext cx="260350"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120" name="Google Shape;1120;p79"/>
          <p:cNvSpPr txBox="1"/>
          <p:nvPr/>
        </p:nvSpPr>
        <p:spPr>
          <a:xfrm>
            <a:off x="5353341" y="2329678"/>
            <a:ext cx="1896745"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char* arg_list[] = {</a:t>
            </a:r>
            <a:endParaRPr sz="1300">
              <a:solidFill>
                <a:schemeClr val="dk1"/>
              </a:solidFill>
              <a:latin typeface="Verdana"/>
              <a:ea typeface="Verdana"/>
              <a:cs typeface="Verdana"/>
              <a:sym typeface="Verdana"/>
            </a:endParaRPr>
          </a:p>
        </p:txBody>
      </p:sp>
      <p:sp>
        <p:nvSpPr>
          <p:cNvPr id="1121" name="Google Shape;1121;p79"/>
          <p:cNvSpPr txBox="1"/>
          <p:nvPr/>
        </p:nvSpPr>
        <p:spPr>
          <a:xfrm>
            <a:off x="5237515" y="2573526"/>
            <a:ext cx="3583940" cy="877569"/>
          </a:xfrm>
          <a:prstGeom prst="rect">
            <a:avLst/>
          </a:prstGeom>
          <a:noFill/>
          <a:ln>
            <a:noFill/>
          </a:ln>
        </p:spPr>
        <p:txBody>
          <a:bodyPr anchorCtr="0" anchor="t" bIns="0" lIns="0" spcFirstLastPara="1" rIns="0" wrap="square" tIns="51425">
            <a:spAutoFit/>
          </a:bodyPr>
          <a:lstStyle/>
          <a:p>
            <a:pPr indent="229870" lvl="0" marL="12700" marR="5080" rtl="0" algn="l">
              <a:lnSpc>
                <a:spcPct val="97692"/>
              </a:lnSpc>
              <a:spcBef>
                <a:spcPts val="0"/>
              </a:spcBef>
              <a:spcAft>
                <a:spcPts val="0"/>
              </a:spcAft>
              <a:buNone/>
            </a:pPr>
            <a:r>
              <a:rPr b="1" lang="en-US" sz="1300">
                <a:solidFill>
                  <a:schemeClr val="dk1"/>
                </a:solidFill>
                <a:latin typeface="Verdana"/>
                <a:ea typeface="Verdana"/>
                <a:cs typeface="Verdana"/>
                <a:sym typeface="Verdana"/>
              </a:rPr>
              <a:t>"ls",	/* argv[0], the name of the  program. */</a:t>
            </a:r>
            <a:endParaRPr sz="1300">
              <a:solidFill>
                <a:schemeClr val="dk1"/>
              </a:solidFill>
              <a:latin typeface="Verdana"/>
              <a:ea typeface="Verdana"/>
              <a:cs typeface="Verdana"/>
              <a:sym typeface="Verdana"/>
            </a:endParaRPr>
          </a:p>
          <a:p>
            <a:pPr indent="0" lvl="0" marL="242570" marR="0" rtl="0" algn="l">
              <a:lnSpc>
                <a:spcPct val="100000"/>
              </a:lnSpc>
              <a:spcBef>
                <a:spcPts val="375"/>
              </a:spcBef>
              <a:spcAft>
                <a:spcPts val="0"/>
              </a:spcAft>
              <a:buNone/>
            </a:pPr>
            <a:r>
              <a:rPr b="1" lang="en-US" sz="1300">
                <a:solidFill>
                  <a:schemeClr val="dk1"/>
                </a:solidFill>
                <a:latin typeface="Verdana"/>
                <a:ea typeface="Verdana"/>
                <a:cs typeface="Verdana"/>
                <a:sym typeface="Verdana"/>
              </a:rPr>
              <a:t>"-l",</a:t>
            </a:r>
            <a:endParaRPr sz="1300">
              <a:solidFill>
                <a:schemeClr val="dk1"/>
              </a:solidFill>
              <a:latin typeface="Verdana"/>
              <a:ea typeface="Verdana"/>
              <a:cs typeface="Verdana"/>
              <a:sym typeface="Verdana"/>
            </a:endParaRPr>
          </a:p>
          <a:p>
            <a:pPr indent="0" lvl="0" marL="242570" marR="0" rtl="0" algn="l">
              <a:lnSpc>
                <a:spcPct val="100000"/>
              </a:lnSpc>
              <a:spcBef>
                <a:spcPts val="36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122" name="Google Shape;1122;p79"/>
          <p:cNvSpPr txBox="1"/>
          <p:nvPr/>
        </p:nvSpPr>
        <p:spPr>
          <a:xfrm>
            <a:off x="5237515" y="3469681"/>
            <a:ext cx="3987165" cy="632460"/>
          </a:xfrm>
          <a:prstGeom prst="rect">
            <a:avLst/>
          </a:prstGeom>
          <a:noFill/>
          <a:ln>
            <a:noFill/>
          </a:ln>
        </p:spPr>
        <p:txBody>
          <a:bodyPr anchorCtr="0" anchor="t" bIns="0" lIns="0" spcFirstLastPara="1" rIns="0" wrap="square" tIns="52050">
            <a:spAutoFit/>
          </a:bodyPr>
          <a:lstStyle/>
          <a:p>
            <a:pPr indent="229870" lvl="0" marL="12700" marR="5080" rtl="0" algn="l">
              <a:lnSpc>
                <a:spcPct val="96923"/>
              </a:lnSpc>
              <a:spcBef>
                <a:spcPts val="0"/>
              </a:spcBef>
              <a:spcAft>
                <a:spcPts val="0"/>
              </a:spcAft>
              <a:buNone/>
            </a:pPr>
            <a:r>
              <a:rPr b="1" lang="en-US" sz="1300">
                <a:solidFill>
                  <a:schemeClr val="dk1"/>
                </a:solidFill>
                <a:latin typeface="Verdana"/>
                <a:ea typeface="Verdana"/>
                <a:cs typeface="Verdana"/>
                <a:sym typeface="Verdana"/>
              </a:rPr>
              <a:t>NULL	/* The argument list must end  with a NULL. */</a:t>
            </a:r>
            <a:endParaRPr sz="1300">
              <a:solidFill>
                <a:schemeClr val="dk1"/>
              </a:solidFill>
              <a:latin typeface="Verdana"/>
              <a:ea typeface="Verdana"/>
              <a:cs typeface="Verdana"/>
              <a:sym typeface="Verdana"/>
            </a:endParaRPr>
          </a:p>
          <a:p>
            <a:pPr indent="0" lvl="0" marL="128270" marR="0" rtl="0" algn="l">
              <a:lnSpc>
                <a:spcPct val="100000"/>
              </a:lnSpc>
              <a:spcBef>
                <a:spcPts val="380"/>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123" name="Google Shape;1123;p79"/>
          <p:cNvSpPr txBox="1"/>
          <p:nvPr/>
        </p:nvSpPr>
        <p:spPr>
          <a:xfrm>
            <a:off x="1162336" y="4371893"/>
            <a:ext cx="8164195"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else {	</a:t>
            </a:r>
            <a:r>
              <a:rPr b="1" baseline="30000" lang="en-US" sz="1950">
                <a:solidFill>
                  <a:schemeClr val="dk1"/>
                </a:solidFill>
                <a:latin typeface="Verdana"/>
                <a:ea typeface="Verdana"/>
                <a:cs typeface="Verdana"/>
                <a:sym typeface="Verdana"/>
              </a:rPr>
              <a:t>/* Spawn a child process running the "ls"</a:t>
            </a:r>
            <a:endParaRPr baseline="30000" sz="1950">
              <a:solidFill>
                <a:schemeClr val="dk1"/>
              </a:solidFill>
              <a:latin typeface="Verdana"/>
              <a:ea typeface="Verdana"/>
              <a:cs typeface="Verdana"/>
              <a:sym typeface="Verdana"/>
            </a:endParaRPr>
          </a:p>
        </p:txBody>
      </p:sp>
      <p:sp>
        <p:nvSpPr>
          <p:cNvPr id="1124" name="Google Shape;1124;p79"/>
          <p:cNvSpPr txBox="1"/>
          <p:nvPr/>
        </p:nvSpPr>
        <p:spPr>
          <a:xfrm>
            <a:off x="1251206" y="4615658"/>
            <a:ext cx="5013325" cy="226695"/>
          </a:xfrm>
          <a:prstGeom prst="rect">
            <a:avLst/>
          </a:prstGeom>
          <a:noFill/>
          <a:ln>
            <a:noFill/>
          </a:ln>
        </p:spPr>
        <p:txBody>
          <a:bodyPr anchorCtr="0" anchor="t" bIns="0" lIns="0" spcFirstLastPara="1" rIns="0" wrap="square" tIns="15225">
            <a:spAutoFit/>
          </a:bodyPr>
          <a:lstStyle/>
          <a:p>
            <a:pPr indent="0" lvl="0" marL="381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 Now execute PROGRAM, searching for </a:t>
            </a:r>
            <a:r>
              <a:rPr b="1" baseline="30000" lang="en-US" sz="1950">
                <a:solidFill>
                  <a:schemeClr val="dk1"/>
                </a:solidFill>
                <a:latin typeface="Verdana"/>
                <a:ea typeface="Verdana"/>
                <a:cs typeface="Verdana"/>
                <a:sym typeface="Verdana"/>
              </a:rPr>
              <a:t>command.</a:t>
            </a:r>
            <a:endParaRPr baseline="30000" sz="1950">
              <a:solidFill>
                <a:schemeClr val="dk1"/>
              </a:solidFill>
              <a:latin typeface="Verdana"/>
              <a:ea typeface="Verdana"/>
              <a:cs typeface="Verdana"/>
              <a:sym typeface="Verdana"/>
            </a:endParaRPr>
          </a:p>
        </p:txBody>
      </p:sp>
      <p:sp>
        <p:nvSpPr>
          <p:cNvPr id="1125" name="Google Shape;1125;p79"/>
          <p:cNvSpPr txBox="1"/>
          <p:nvPr/>
        </p:nvSpPr>
        <p:spPr>
          <a:xfrm>
            <a:off x="6330529" y="4525781"/>
            <a:ext cx="1027430"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Ignore the</a:t>
            </a:r>
            <a:endParaRPr sz="1300">
              <a:solidFill>
                <a:schemeClr val="dk1"/>
              </a:solidFill>
              <a:latin typeface="Verdana"/>
              <a:ea typeface="Verdana"/>
              <a:cs typeface="Verdana"/>
              <a:sym typeface="Verdana"/>
            </a:endParaRPr>
          </a:p>
        </p:txBody>
      </p:sp>
      <p:sp>
        <p:nvSpPr>
          <p:cNvPr id="1126" name="Google Shape;1126;p79"/>
          <p:cNvSpPr txBox="1"/>
          <p:nvPr/>
        </p:nvSpPr>
        <p:spPr>
          <a:xfrm>
            <a:off x="1046511" y="4777242"/>
            <a:ext cx="7260590"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it in the path.  */	</a:t>
            </a:r>
            <a:r>
              <a:rPr b="1" baseline="30000" lang="en-US" sz="1950">
                <a:solidFill>
                  <a:schemeClr val="dk1"/>
                </a:solidFill>
                <a:latin typeface="Verdana"/>
                <a:ea typeface="Verdana"/>
                <a:cs typeface="Verdana"/>
                <a:sym typeface="Verdana"/>
              </a:rPr>
              <a:t>returned child process id. */</a:t>
            </a:r>
            <a:endParaRPr baseline="30000" sz="1950">
              <a:solidFill>
                <a:schemeClr val="dk1"/>
              </a:solidFill>
              <a:latin typeface="Verdana"/>
              <a:ea typeface="Verdana"/>
              <a:cs typeface="Verdana"/>
              <a:sym typeface="Verdana"/>
            </a:endParaRPr>
          </a:p>
        </p:txBody>
      </p:sp>
      <p:sp>
        <p:nvSpPr>
          <p:cNvPr id="1127" name="Google Shape;1127;p79"/>
          <p:cNvSpPr txBox="1"/>
          <p:nvPr/>
        </p:nvSpPr>
        <p:spPr>
          <a:xfrm>
            <a:off x="5353341" y="5014929"/>
            <a:ext cx="2136775"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spawn ("ls", arg_list);</a:t>
            </a:r>
            <a:endParaRPr sz="1300">
              <a:solidFill>
                <a:schemeClr val="dk1"/>
              </a:solidFill>
              <a:latin typeface="Verdana"/>
              <a:ea typeface="Verdana"/>
              <a:cs typeface="Verdana"/>
              <a:sym typeface="Verdana"/>
            </a:endParaRPr>
          </a:p>
        </p:txBody>
      </p:sp>
      <p:sp>
        <p:nvSpPr>
          <p:cNvPr id="1128" name="Google Shape;1128;p79"/>
          <p:cNvSpPr txBox="1"/>
          <p:nvPr/>
        </p:nvSpPr>
        <p:spPr>
          <a:xfrm>
            <a:off x="5353341" y="5504221"/>
            <a:ext cx="3615054" cy="22669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printf ("done with main program\n");</a:t>
            </a:r>
            <a:endParaRPr sz="1300">
              <a:solidFill>
                <a:schemeClr val="dk1"/>
              </a:solidFill>
              <a:latin typeface="Verdana"/>
              <a:ea typeface="Verdana"/>
              <a:cs typeface="Verdana"/>
              <a:sym typeface="Verdana"/>
            </a:endParaRPr>
          </a:p>
        </p:txBody>
      </p:sp>
      <p:sp>
        <p:nvSpPr>
          <p:cNvPr id="1129" name="Google Shape;1129;p79"/>
          <p:cNvSpPr txBox="1"/>
          <p:nvPr/>
        </p:nvSpPr>
        <p:spPr>
          <a:xfrm>
            <a:off x="5237515" y="5949114"/>
            <a:ext cx="978535" cy="516255"/>
          </a:xfrm>
          <a:prstGeom prst="rect">
            <a:avLst/>
          </a:prstGeom>
          <a:noFill/>
          <a:ln>
            <a:noFill/>
          </a:ln>
        </p:spPr>
        <p:txBody>
          <a:bodyPr anchorCtr="0" anchor="t" bIns="0" lIns="0" spcFirstLastPara="1" rIns="0" wrap="square" tIns="59050">
            <a:spAutoFit/>
          </a:bodyPr>
          <a:lstStyle/>
          <a:p>
            <a:pPr indent="0" lvl="0" marL="128270" marR="0" rtl="0" algn="l">
              <a:lnSpc>
                <a:spcPct val="100000"/>
              </a:lnSpc>
              <a:spcBef>
                <a:spcPts val="0"/>
              </a:spcBef>
              <a:spcAft>
                <a:spcPts val="0"/>
              </a:spcAft>
              <a:buNone/>
            </a:pPr>
            <a:r>
              <a:rPr b="1" lang="en-US" sz="1300">
                <a:solidFill>
                  <a:schemeClr val="dk1"/>
                </a:solidFill>
                <a:latin typeface="Verdana"/>
                <a:ea typeface="Verdana"/>
                <a:cs typeface="Verdana"/>
                <a:sym typeface="Verdana"/>
              </a:rPr>
              <a:t>return 0;</a:t>
            </a:r>
            <a:endParaRPr sz="1300">
              <a:solidFill>
                <a:schemeClr val="dk1"/>
              </a:solidFill>
              <a:latin typeface="Verdana"/>
              <a:ea typeface="Verdana"/>
              <a:cs typeface="Verdana"/>
              <a:sym typeface="Verdana"/>
            </a:endParaRPr>
          </a:p>
          <a:p>
            <a:pPr indent="0" lvl="0" marL="12700" marR="0" rtl="0" algn="l">
              <a:lnSpc>
                <a:spcPct val="100000"/>
              </a:lnSpc>
              <a:spcBef>
                <a:spcPts val="375"/>
              </a:spcBef>
              <a:spcAft>
                <a:spcPts val="0"/>
              </a:spcAft>
              <a:buNone/>
            </a:pPr>
            <a:r>
              <a:rPr b="1" lang="en-US" sz="1300">
                <a:solidFill>
                  <a:schemeClr val="dk1"/>
                </a:solidFill>
                <a:latin typeface="Verdana"/>
                <a:ea typeface="Verdana"/>
                <a:cs typeface="Verdana"/>
                <a:sym typeface="Verdana"/>
              </a:rPr>
              <a:t>}</a:t>
            </a:r>
            <a:endParaRPr sz="1300">
              <a:solidFill>
                <a:schemeClr val="dk1"/>
              </a:solidFill>
              <a:latin typeface="Verdana"/>
              <a:ea typeface="Verdana"/>
              <a:cs typeface="Verdana"/>
              <a:sym typeface="Verdana"/>
            </a:endParaRPr>
          </a:p>
        </p:txBody>
      </p:sp>
      <p:sp>
        <p:nvSpPr>
          <p:cNvPr id="1130" name="Google Shape;1130;p79"/>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1" name="Google Shape;1131;p79"/>
          <p:cNvSpPr txBox="1"/>
          <p:nvPr/>
        </p:nvSpPr>
        <p:spPr>
          <a:xfrm>
            <a:off x="287527" y="7061707"/>
            <a:ext cx="24765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FFFFFF"/>
                </a:solidFill>
                <a:latin typeface="Trebuchet MS"/>
                <a:ea typeface="Trebuchet MS"/>
                <a:cs typeface="Trebuchet MS"/>
                <a:sym typeface="Trebuchet MS"/>
              </a:rPr>
              <a:t>77</a:t>
            </a:r>
            <a:endParaRPr sz="1500">
              <a:solidFill>
                <a:schemeClr val="dk1"/>
              </a:solidFill>
              <a:latin typeface="Trebuchet MS"/>
              <a:ea typeface="Trebuchet MS"/>
              <a:cs typeface="Trebuchet MS"/>
              <a:sym typeface="Trebuchet MS"/>
            </a:endParaRPr>
          </a:p>
        </p:txBody>
      </p:sp>
      <p:sp>
        <p:nvSpPr>
          <p:cNvPr id="1132" name="Google Shape;1132;p79"/>
          <p:cNvSpPr txBox="1"/>
          <p:nvPr>
            <p:ph type="title"/>
          </p:nvPr>
        </p:nvSpPr>
        <p:spPr>
          <a:xfrm>
            <a:off x="1076966" y="139689"/>
            <a:ext cx="608711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fork, exec, wait</a:t>
            </a:r>
            <a:endParaRPr/>
          </a:p>
        </p:txBody>
      </p:sp>
      <p:sp>
        <p:nvSpPr>
          <p:cNvPr id="1133" name="Google Shape;1133;p79"/>
          <p:cNvSpPr txBox="1"/>
          <p:nvPr/>
        </p:nvSpPr>
        <p:spPr>
          <a:xfrm>
            <a:off x="1093724" y="7020572"/>
            <a:ext cx="2503170" cy="2597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500">
                <a:solidFill>
                  <a:srgbClr val="696464"/>
                </a:solidFill>
                <a:latin typeface="Arial"/>
                <a:ea typeface="Arial"/>
                <a:cs typeface="Arial"/>
                <a:sym typeface="Arial"/>
              </a:rPr>
              <a:t>CS-2006 Operating Systems</a:t>
            </a:r>
            <a:endParaRPr sz="1500">
              <a:solidFill>
                <a:schemeClr val="dk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80"/>
          <p:cNvSpPr txBox="1"/>
          <p:nvPr/>
        </p:nvSpPr>
        <p:spPr>
          <a:xfrm>
            <a:off x="1046476" y="978758"/>
            <a:ext cx="1163955" cy="1048385"/>
          </a:xfrm>
          <a:prstGeom prst="rect">
            <a:avLst/>
          </a:prstGeom>
          <a:noFill/>
          <a:ln>
            <a:noFill/>
          </a:ln>
        </p:spPr>
        <p:txBody>
          <a:bodyPr anchorCtr="0" anchor="t" bIns="0" lIns="0" spcFirstLastPara="1" rIns="0" wrap="square" tIns="12050">
            <a:spAutoFit/>
          </a:bodyPr>
          <a:lstStyle/>
          <a:p>
            <a:pPr indent="0" lvl="0" marL="12700" marR="5080" rtl="0" algn="l">
              <a:lnSpc>
                <a:spcPct val="134000"/>
              </a:lnSpc>
              <a:spcBef>
                <a:spcPts val="0"/>
              </a:spcBef>
              <a:spcAft>
                <a:spcPts val="0"/>
              </a:spcAft>
              <a:buNone/>
            </a:pPr>
            <a:r>
              <a:rPr lang="en-US" sz="1000">
                <a:solidFill>
                  <a:schemeClr val="dk1"/>
                </a:solidFill>
                <a:latin typeface="Times New Roman"/>
                <a:ea typeface="Times New Roman"/>
                <a:cs typeface="Times New Roman"/>
                <a:sym typeface="Times New Roman"/>
              </a:rPr>
              <a:t>#include &lt;stdio.h&gt;  #include &lt;stdlib.h&gt;  #include &lt;sys/types.h&gt;  #include &lt;unistd.h&gt;  #include &lt;sys/wait.h&gt;</a:t>
            </a:r>
            <a:endParaRPr sz="1000">
              <a:solidFill>
                <a:schemeClr val="dk1"/>
              </a:solidFill>
              <a:latin typeface="Times New Roman"/>
              <a:ea typeface="Times New Roman"/>
              <a:cs typeface="Times New Roman"/>
              <a:sym typeface="Times New Roman"/>
            </a:endParaRPr>
          </a:p>
        </p:txBody>
      </p:sp>
      <p:sp>
        <p:nvSpPr>
          <p:cNvPr id="1139" name="Google Shape;1139;p80"/>
          <p:cNvSpPr txBox="1"/>
          <p:nvPr/>
        </p:nvSpPr>
        <p:spPr>
          <a:xfrm>
            <a:off x="1046476" y="2205560"/>
            <a:ext cx="2049780" cy="843915"/>
          </a:xfrm>
          <a:prstGeom prst="rect">
            <a:avLst/>
          </a:prstGeom>
          <a:noFill/>
          <a:ln>
            <a:noFill/>
          </a:ln>
        </p:spPr>
        <p:txBody>
          <a:bodyPr anchorCtr="0" anchor="t" bIns="0" lIns="0" spcFirstLastPara="1" rIns="0" wrap="square" tIns="647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int main( int argc, char *argv[], char *env[] )</a:t>
            </a:r>
            <a:endParaRPr sz="1000">
              <a:solidFill>
                <a:schemeClr val="dk1"/>
              </a:solidFill>
              <a:latin typeface="Times New Roman"/>
              <a:ea typeface="Times New Roman"/>
              <a:cs typeface="Times New Roman"/>
              <a:sym typeface="Times New Roman"/>
            </a:endParaRPr>
          </a:p>
          <a:p>
            <a:pPr indent="0" lvl="0" marL="12700"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95885" marR="232409" rtl="0" algn="l">
              <a:lnSpc>
                <a:spcPct val="134000"/>
              </a:lnSpc>
              <a:spcBef>
                <a:spcPts val="15"/>
              </a:spcBef>
              <a:spcAft>
                <a:spcPts val="0"/>
              </a:spcAft>
              <a:buNone/>
            </a:pPr>
            <a:r>
              <a:rPr lang="en-US" sz="1000">
                <a:solidFill>
                  <a:schemeClr val="dk1"/>
                </a:solidFill>
                <a:latin typeface="Times New Roman"/>
                <a:ea typeface="Times New Roman"/>
                <a:cs typeface="Times New Roman"/>
                <a:sym typeface="Times New Roman"/>
              </a:rPr>
              <a:t>pid_t my_pid, parent_pid, child_pid;  int status;</a:t>
            </a:r>
            <a:endParaRPr sz="1000">
              <a:solidFill>
                <a:schemeClr val="dk1"/>
              </a:solidFill>
              <a:latin typeface="Times New Roman"/>
              <a:ea typeface="Times New Roman"/>
              <a:cs typeface="Times New Roman"/>
              <a:sym typeface="Times New Roman"/>
            </a:endParaRPr>
          </a:p>
        </p:txBody>
      </p:sp>
      <p:sp>
        <p:nvSpPr>
          <p:cNvPr id="1140" name="Google Shape;1140;p80"/>
          <p:cNvSpPr txBox="1"/>
          <p:nvPr/>
        </p:nvSpPr>
        <p:spPr>
          <a:xfrm>
            <a:off x="1046476" y="3280634"/>
            <a:ext cx="219519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 get and print my pid and my parent's pid. */</a:t>
            </a:r>
            <a:endParaRPr sz="1000">
              <a:solidFill>
                <a:schemeClr val="dk1"/>
              </a:solidFill>
              <a:latin typeface="Times New Roman"/>
              <a:ea typeface="Times New Roman"/>
              <a:cs typeface="Times New Roman"/>
              <a:sym typeface="Times New Roman"/>
            </a:endParaRPr>
          </a:p>
        </p:txBody>
      </p:sp>
      <p:sp>
        <p:nvSpPr>
          <p:cNvPr id="1141" name="Google Shape;1141;p80"/>
          <p:cNvSpPr txBox="1"/>
          <p:nvPr/>
        </p:nvSpPr>
        <p:spPr>
          <a:xfrm>
            <a:off x="1130288" y="3638233"/>
            <a:ext cx="2642870" cy="638175"/>
          </a:xfrm>
          <a:prstGeom prst="rect">
            <a:avLst/>
          </a:prstGeom>
          <a:noFill/>
          <a:ln>
            <a:noFill/>
          </a:ln>
        </p:spPr>
        <p:txBody>
          <a:bodyPr anchorCtr="0" anchor="t" bIns="0" lIns="0" spcFirstLastPara="1" rIns="0" wrap="square" tIns="12700">
            <a:spAutoFit/>
          </a:bodyPr>
          <a:lstStyle/>
          <a:p>
            <a:pPr indent="0" lvl="0" marL="12700" marR="387985" rtl="0" algn="l">
              <a:lnSpc>
                <a:spcPct val="134000"/>
              </a:lnSpc>
              <a:spcBef>
                <a:spcPts val="0"/>
              </a:spcBef>
              <a:spcAft>
                <a:spcPts val="0"/>
              </a:spcAft>
              <a:buNone/>
            </a:pPr>
            <a:r>
              <a:rPr lang="en-US" sz="1000">
                <a:solidFill>
                  <a:schemeClr val="dk1"/>
                </a:solidFill>
                <a:latin typeface="Times New Roman"/>
                <a:ea typeface="Times New Roman"/>
                <a:cs typeface="Times New Roman"/>
                <a:sym typeface="Times New Roman"/>
              </a:rPr>
              <a:t>my_pid = getpid(); parent_pid = getppid();  printf("\n Parent: my pid is %d\n\n", my_pid);</a:t>
            </a:r>
            <a:endParaRPr sz="1000">
              <a:solidFill>
                <a:schemeClr val="dk1"/>
              </a:solidFill>
              <a:latin typeface="Times New Roman"/>
              <a:ea typeface="Times New Roman"/>
              <a:cs typeface="Times New Roman"/>
              <a:sym typeface="Times New Roman"/>
            </a:endParaRPr>
          </a:p>
          <a:p>
            <a:pPr indent="0" lvl="0" marL="12700"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printf("Parent: my parent's pid is %d\n\n", parent_pid);</a:t>
            </a:r>
            <a:endParaRPr sz="1000">
              <a:solidFill>
                <a:schemeClr val="dk1"/>
              </a:solidFill>
              <a:latin typeface="Times New Roman"/>
              <a:ea typeface="Times New Roman"/>
              <a:cs typeface="Times New Roman"/>
              <a:sym typeface="Times New Roman"/>
            </a:endParaRPr>
          </a:p>
        </p:txBody>
      </p:sp>
      <p:sp>
        <p:nvSpPr>
          <p:cNvPr id="1142" name="Google Shape;1142;p80"/>
          <p:cNvSpPr txBox="1"/>
          <p:nvPr/>
        </p:nvSpPr>
        <p:spPr>
          <a:xfrm>
            <a:off x="1046476" y="4453522"/>
            <a:ext cx="1802764" cy="1254125"/>
          </a:xfrm>
          <a:prstGeom prst="rect">
            <a:avLst/>
          </a:prstGeom>
          <a:noFill/>
          <a:ln>
            <a:noFill/>
          </a:ln>
        </p:spPr>
        <p:txBody>
          <a:bodyPr anchorCtr="0" anchor="t" bIns="0" lIns="0" spcFirstLastPara="1" rIns="0" wrap="square" tIns="12700">
            <a:spAutoFit/>
          </a:bodyPr>
          <a:lstStyle/>
          <a:p>
            <a:pPr indent="-83820" lvl="0" marL="95885" marR="5080" rtl="0" algn="l">
              <a:lnSpc>
                <a:spcPct val="135000"/>
              </a:lnSpc>
              <a:spcBef>
                <a:spcPts val="0"/>
              </a:spcBef>
              <a:spcAft>
                <a:spcPts val="0"/>
              </a:spcAft>
              <a:buNone/>
            </a:pPr>
            <a:r>
              <a:rPr lang="en-US" sz="1000">
                <a:solidFill>
                  <a:schemeClr val="dk1"/>
                </a:solidFill>
                <a:latin typeface="Times New Roman"/>
                <a:ea typeface="Times New Roman"/>
                <a:cs typeface="Times New Roman"/>
                <a:sym typeface="Times New Roman"/>
              </a:rPr>
              <a:t>/* print error message if fork() fails */  if((child_pid = fork()) &lt; 0 )</a:t>
            </a:r>
            <a:endParaRPr sz="1000">
              <a:solidFill>
                <a:schemeClr val="dk1"/>
              </a:solidFill>
              <a:latin typeface="Times New Roman"/>
              <a:ea typeface="Times New Roman"/>
              <a:cs typeface="Times New Roman"/>
              <a:sym typeface="Times New Roman"/>
            </a:endParaRPr>
          </a:p>
          <a:p>
            <a:pPr indent="0" lvl="0" marL="95885" marR="0" rtl="0" algn="l">
              <a:lnSpc>
                <a:spcPct val="100000"/>
              </a:lnSpc>
              <a:spcBef>
                <a:spcPts val="410"/>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181610" marR="588010" rtl="0" algn="l">
              <a:lnSpc>
                <a:spcPct val="134000"/>
              </a:lnSpc>
              <a:spcBef>
                <a:spcPts val="0"/>
              </a:spcBef>
              <a:spcAft>
                <a:spcPts val="0"/>
              </a:spcAft>
              <a:buNone/>
            </a:pPr>
            <a:r>
              <a:rPr lang="en-US" sz="1000">
                <a:solidFill>
                  <a:schemeClr val="dk1"/>
                </a:solidFill>
                <a:latin typeface="Times New Roman"/>
                <a:ea typeface="Times New Roman"/>
                <a:cs typeface="Times New Roman"/>
                <a:sym typeface="Times New Roman"/>
              </a:rPr>
              <a:t>perror("fork failure");  exit(1);</a:t>
            </a:r>
            <a:endParaRPr sz="1000">
              <a:solidFill>
                <a:schemeClr val="dk1"/>
              </a:solidFill>
              <a:latin typeface="Times New Roman"/>
              <a:ea typeface="Times New Roman"/>
              <a:cs typeface="Times New Roman"/>
              <a:sym typeface="Times New Roman"/>
            </a:endParaRPr>
          </a:p>
          <a:p>
            <a:pPr indent="0" lvl="0" marL="95885"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p:txBody>
      </p:sp>
      <p:sp>
        <p:nvSpPr>
          <p:cNvPr id="1143" name="Google Shape;1143;p80"/>
          <p:cNvSpPr txBox="1"/>
          <p:nvPr/>
        </p:nvSpPr>
        <p:spPr>
          <a:xfrm>
            <a:off x="1046476" y="5939962"/>
            <a:ext cx="165227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 fork() == 0 for child process */</a:t>
            </a:r>
            <a:endParaRPr sz="1000">
              <a:solidFill>
                <a:schemeClr val="dk1"/>
              </a:solidFill>
              <a:latin typeface="Times New Roman"/>
              <a:ea typeface="Times New Roman"/>
              <a:cs typeface="Times New Roman"/>
              <a:sym typeface="Times New Roman"/>
            </a:endParaRPr>
          </a:p>
        </p:txBody>
      </p:sp>
      <p:sp>
        <p:nvSpPr>
          <p:cNvPr id="1144" name="Google Shape;1144;p80"/>
          <p:cNvSpPr txBox="1"/>
          <p:nvPr/>
        </p:nvSpPr>
        <p:spPr>
          <a:xfrm>
            <a:off x="1130288" y="6295956"/>
            <a:ext cx="2444750" cy="640080"/>
          </a:xfrm>
          <a:prstGeom prst="rect">
            <a:avLst/>
          </a:prstGeom>
          <a:noFill/>
          <a:ln>
            <a:noFill/>
          </a:ln>
        </p:spPr>
        <p:txBody>
          <a:bodyPr anchorCtr="0" anchor="t" bIns="0" lIns="0" spcFirstLastPara="1" rIns="0" wrap="square" tIns="647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if(child_pid == 0)</a:t>
            </a:r>
            <a:endParaRPr sz="1000">
              <a:solidFill>
                <a:schemeClr val="dk1"/>
              </a:solidFill>
              <a:latin typeface="Times New Roman"/>
              <a:ea typeface="Times New Roman"/>
              <a:cs typeface="Times New Roman"/>
              <a:sym typeface="Times New Roman"/>
            </a:endParaRPr>
          </a:p>
          <a:p>
            <a:pPr indent="-85725" lvl="0" marL="97790" marR="5080" rtl="0" algn="l">
              <a:lnSpc>
                <a:spcPct val="162000"/>
              </a:lnSpc>
              <a:spcBef>
                <a:spcPts val="110"/>
              </a:spcBef>
              <a:spcAft>
                <a:spcPts val="0"/>
              </a:spcAft>
              <a:buNone/>
            </a:pPr>
            <a:r>
              <a:rPr lang="en-US" sz="1000">
                <a:solidFill>
                  <a:schemeClr val="dk1"/>
                </a:solidFill>
                <a:latin typeface="Times New Roman"/>
                <a:ea typeface="Times New Roman"/>
                <a:cs typeface="Times New Roman"/>
                <a:sym typeface="Times New Roman"/>
              </a:rPr>
              <a:t>{ printf("\nChild: I am a new-born process!\n\n");  my_pid = getpid(); parent_pid = getppid();</a:t>
            </a:r>
            <a:endParaRPr sz="1000">
              <a:solidFill>
                <a:schemeClr val="dk1"/>
              </a:solidFill>
              <a:latin typeface="Times New Roman"/>
              <a:ea typeface="Times New Roman"/>
              <a:cs typeface="Times New Roman"/>
              <a:sym typeface="Times New Roman"/>
            </a:endParaRPr>
          </a:p>
        </p:txBody>
      </p:sp>
      <p:sp>
        <p:nvSpPr>
          <p:cNvPr id="1145" name="Google Shape;1145;p80"/>
          <p:cNvSpPr txBox="1"/>
          <p:nvPr/>
        </p:nvSpPr>
        <p:spPr>
          <a:xfrm>
            <a:off x="5487385" y="978758"/>
            <a:ext cx="3669029" cy="434340"/>
          </a:xfrm>
          <a:prstGeom prst="rect">
            <a:avLst/>
          </a:prstGeom>
          <a:noFill/>
          <a:ln>
            <a:noFill/>
          </a:ln>
        </p:spPr>
        <p:txBody>
          <a:bodyPr anchorCtr="0" anchor="t" bIns="0" lIns="0" spcFirstLastPara="1" rIns="0" wrap="square" tIns="647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printf("Child: my parent's pid is: %d\n\n", parent_pid);</a:t>
            </a:r>
            <a:endParaRPr sz="1000">
              <a:solidFill>
                <a:schemeClr val="dk1"/>
              </a:solidFill>
              <a:latin typeface="Times New Roman"/>
              <a:ea typeface="Times New Roman"/>
              <a:cs typeface="Times New Roman"/>
              <a:sym typeface="Times New Roman"/>
            </a:endParaRPr>
          </a:p>
          <a:p>
            <a:pPr indent="0" lvl="0" marL="12700"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printf("Child: I will sleep 3 seconds and then execute - date - command \n\n");</a:t>
            </a:r>
            <a:endParaRPr sz="1000">
              <a:solidFill>
                <a:schemeClr val="dk1"/>
              </a:solidFill>
              <a:latin typeface="Times New Roman"/>
              <a:ea typeface="Times New Roman"/>
              <a:cs typeface="Times New Roman"/>
              <a:sym typeface="Times New Roman"/>
            </a:endParaRPr>
          </a:p>
        </p:txBody>
      </p:sp>
      <p:sp>
        <p:nvSpPr>
          <p:cNvPr id="1146" name="Google Shape;1146;p80"/>
          <p:cNvSpPr txBox="1"/>
          <p:nvPr/>
        </p:nvSpPr>
        <p:spPr>
          <a:xfrm>
            <a:off x="5487385" y="1592993"/>
            <a:ext cx="3342640" cy="842644"/>
          </a:xfrm>
          <a:prstGeom prst="rect">
            <a:avLst/>
          </a:prstGeom>
          <a:noFill/>
          <a:ln>
            <a:noFill/>
          </a:ln>
        </p:spPr>
        <p:txBody>
          <a:bodyPr anchorCtr="0" anchor="t" bIns="0" lIns="0" spcFirstLastPara="1" rIns="0" wrap="square" tIns="64125">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sleep(3);</a:t>
            </a:r>
            <a:endParaRPr sz="1000">
              <a:solidFill>
                <a:schemeClr val="dk1"/>
              </a:solidFill>
              <a:latin typeface="Times New Roman"/>
              <a:ea typeface="Times New Roman"/>
              <a:cs typeface="Times New Roman"/>
              <a:sym typeface="Times New Roman"/>
            </a:endParaRPr>
          </a:p>
          <a:p>
            <a:pPr indent="0" lvl="0" marL="12700" marR="5080" rtl="0" algn="l">
              <a:lnSpc>
                <a:spcPct val="134000"/>
              </a:lnSpc>
              <a:spcBef>
                <a:spcPts val="0"/>
              </a:spcBef>
              <a:spcAft>
                <a:spcPts val="0"/>
              </a:spcAft>
              <a:buNone/>
            </a:pPr>
            <a:r>
              <a:rPr lang="en-US" sz="1000">
                <a:solidFill>
                  <a:schemeClr val="dk1"/>
                </a:solidFill>
                <a:latin typeface="Times New Roman"/>
                <a:ea typeface="Times New Roman"/>
                <a:cs typeface="Times New Roman"/>
                <a:sym typeface="Times New Roman"/>
              </a:rPr>
              <a:t>printf("Child: Now, I woke up and am executing date command \n\n");  execl("/bin/date", "date", 0, 0);</a:t>
            </a:r>
            <a:endParaRPr sz="1000">
              <a:solidFill>
                <a:schemeClr val="dk1"/>
              </a:solidFill>
              <a:latin typeface="Times New Roman"/>
              <a:ea typeface="Times New Roman"/>
              <a:cs typeface="Times New Roman"/>
              <a:sym typeface="Times New Roman"/>
            </a:endParaRPr>
          </a:p>
          <a:p>
            <a:pPr indent="0" lvl="0" marL="12700" marR="0" rtl="0" algn="l">
              <a:lnSpc>
                <a:spcPct val="100000"/>
              </a:lnSpc>
              <a:spcBef>
                <a:spcPts val="410"/>
              </a:spcBef>
              <a:spcAft>
                <a:spcPts val="0"/>
              </a:spcAft>
              <a:buNone/>
            </a:pPr>
            <a:r>
              <a:rPr lang="en-US" sz="1000">
                <a:solidFill>
                  <a:schemeClr val="dk1"/>
                </a:solidFill>
                <a:latin typeface="Times New Roman"/>
                <a:ea typeface="Times New Roman"/>
                <a:cs typeface="Times New Roman"/>
                <a:sym typeface="Times New Roman"/>
              </a:rPr>
              <a:t>perror("execl() failure!\n\n");</a:t>
            </a:r>
            <a:endParaRPr sz="1000">
              <a:solidFill>
                <a:schemeClr val="dk1"/>
              </a:solidFill>
              <a:latin typeface="Times New Roman"/>
              <a:ea typeface="Times New Roman"/>
              <a:cs typeface="Times New Roman"/>
              <a:sym typeface="Times New Roman"/>
            </a:endParaRPr>
          </a:p>
        </p:txBody>
      </p:sp>
      <p:sp>
        <p:nvSpPr>
          <p:cNvPr id="1147" name="Google Shape;1147;p80"/>
          <p:cNvSpPr txBox="1"/>
          <p:nvPr/>
        </p:nvSpPr>
        <p:spPr>
          <a:xfrm>
            <a:off x="5318193" y="2668005"/>
            <a:ext cx="3889375" cy="297815"/>
          </a:xfrm>
          <a:prstGeom prst="rect">
            <a:avLst/>
          </a:prstGeom>
          <a:noFill/>
          <a:ln>
            <a:noFill/>
          </a:ln>
        </p:spPr>
        <p:txBody>
          <a:bodyPr anchorCtr="0" anchor="t" bIns="0" lIns="0" spcFirstLastPara="1" rIns="0" wrap="square" tIns="43800">
            <a:spAutoFit/>
          </a:bodyPr>
          <a:lstStyle/>
          <a:p>
            <a:pPr indent="168910" lvl="0" marL="12700" marR="5080" rtl="0" algn="l">
              <a:lnSpc>
                <a:spcPct val="79000"/>
              </a:lnSpc>
              <a:spcBef>
                <a:spcPts val="0"/>
              </a:spcBef>
              <a:spcAft>
                <a:spcPts val="0"/>
              </a:spcAft>
              <a:buNone/>
            </a:pPr>
            <a:r>
              <a:rPr lang="en-US" sz="1000">
                <a:solidFill>
                  <a:schemeClr val="dk1"/>
                </a:solidFill>
                <a:latin typeface="Times New Roman"/>
                <a:ea typeface="Times New Roman"/>
                <a:cs typeface="Times New Roman"/>
                <a:sym typeface="Times New Roman"/>
              </a:rPr>
              <a:t>printf("This print is after execl() and should not have been executed if execl were  successful! \n\n");</a:t>
            </a:r>
            <a:endParaRPr sz="1000">
              <a:solidFill>
                <a:schemeClr val="dk1"/>
              </a:solidFill>
              <a:latin typeface="Times New Roman"/>
              <a:ea typeface="Times New Roman"/>
              <a:cs typeface="Times New Roman"/>
              <a:sym typeface="Times New Roman"/>
            </a:endParaRPr>
          </a:p>
        </p:txBody>
      </p:sp>
      <p:sp>
        <p:nvSpPr>
          <p:cNvPr id="1148" name="Google Shape;1148;p80"/>
          <p:cNvSpPr txBox="1"/>
          <p:nvPr/>
        </p:nvSpPr>
        <p:spPr>
          <a:xfrm>
            <a:off x="5487385" y="3196822"/>
            <a:ext cx="43942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_exit(1);</a:t>
            </a:r>
            <a:endParaRPr sz="1000">
              <a:solidFill>
                <a:schemeClr val="dk1"/>
              </a:solidFill>
              <a:latin typeface="Times New Roman"/>
              <a:ea typeface="Times New Roman"/>
              <a:cs typeface="Times New Roman"/>
              <a:sym typeface="Times New Roman"/>
            </a:endParaRPr>
          </a:p>
        </p:txBody>
      </p:sp>
      <p:sp>
        <p:nvSpPr>
          <p:cNvPr id="1149" name="Google Shape;1149;p80"/>
          <p:cNvSpPr txBox="1"/>
          <p:nvPr/>
        </p:nvSpPr>
        <p:spPr>
          <a:xfrm>
            <a:off x="5318193" y="3347066"/>
            <a:ext cx="3156585" cy="2686685"/>
          </a:xfrm>
          <a:prstGeom prst="rect">
            <a:avLst/>
          </a:prstGeom>
          <a:noFill/>
          <a:ln>
            <a:noFill/>
          </a:ln>
        </p:spPr>
        <p:txBody>
          <a:bodyPr anchorCtr="0" anchor="t" bIns="0" lIns="0" spcFirstLastPara="1" rIns="0" wrap="square" tIns="66025">
            <a:spAutoFit/>
          </a:bodyPr>
          <a:lstStyle/>
          <a:p>
            <a:pPr indent="0" lvl="0" marL="0" marR="2990850" rtl="0" algn="r">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0" marR="3013075" rtl="0" algn="r">
              <a:lnSpc>
                <a:spcPct val="100000"/>
              </a:lnSpc>
              <a:spcBef>
                <a:spcPts val="420"/>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40005"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 parent process</a:t>
            </a:r>
            <a:endParaRPr sz="1000">
              <a:solidFill>
                <a:schemeClr val="dk1"/>
              </a:solidFill>
              <a:latin typeface="Times New Roman"/>
              <a:ea typeface="Times New Roman"/>
              <a:cs typeface="Times New Roman"/>
              <a:sym typeface="Times New Roman"/>
            </a:endParaRPr>
          </a:p>
          <a:p>
            <a:pPr indent="0" lvl="0" marL="40005" marR="0" rtl="0" algn="l">
              <a:lnSpc>
                <a:spcPct val="100000"/>
              </a:lnSpc>
              <a:spcBef>
                <a:spcPts val="410"/>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95885" marR="0" rtl="0" algn="l">
              <a:lnSpc>
                <a:spcPct val="100000"/>
              </a:lnSpc>
              <a:spcBef>
                <a:spcPts val="410"/>
              </a:spcBef>
              <a:spcAft>
                <a:spcPts val="0"/>
              </a:spcAft>
              <a:buNone/>
            </a:pPr>
            <a:r>
              <a:rPr lang="en-US" sz="1000">
                <a:solidFill>
                  <a:schemeClr val="dk1"/>
                </a:solidFill>
                <a:latin typeface="Times New Roman"/>
                <a:ea typeface="Times New Roman"/>
                <a:cs typeface="Times New Roman"/>
                <a:sym typeface="Times New Roman"/>
              </a:rPr>
              <a:t>else</a:t>
            </a:r>
            <a:endParaRPr sz="1000">
              <a:solidFill>
                <a:schemeClr val="dk1"/>
              </a:solidFill>
              <a:latin typeface="Times New Roman"/>
              <a:ea typeface="Times New Roman"/>
              <a:cs typeface="Times New Roman"/>
              <a:sym typeface="Times New Roman"/>
            </a:endParaRPr>
          </a:p>
          <a:p>
            <a:pPr indent="0" lvl="0" marL="95885"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a:p>
            <a:pPr indent="0" lvl="0" marL="181610" marR="459105" rtl="0" algn="l">
              <a:lnSpc>
                <a:spcPct val="134000"/>
              </a:lnSpc>
              <a:spcBef>
                <a:spcPts val="15"/>
              </a:spcBef>
              <a:spcAft>
                <a:spcPts val="0"/>
              </a:spcAft>
              <a:buNone/>
            </a:pPr>
            <a:r>
              <a:rPr lang="en-US" sz="1000">
                <a:solidFill>
                  <a:schemeClr val="dk1"/>
                </a:solidFill>
                <a:latin typeface="Times New Roman"/>
                <a:ea typeface="Times New Roman"/>
                <a:cs typeface="Times New Roman"/>
                <a:sym typeface="Times New Roman"/>
              </a:rPr>
              <a:t>printf("\nParent: I created a child process.\n\n");  printf("Parent: my child's pid is: %d\n\n", child_pid);  system("ps -acefl | grep ercal"); printf("\n \n");  wait(&amp;status); /* can use wait(NULL) since exit status</a:t>
            </a:r>
            <a:endParaRPr sz="1000">
              <a:solidFill>
                <a:schemeClr val="dk1"/>
              </a:solidFill>
              <a:latin typeface="Times New Roman"/>
              <a:ea typeface="Times New Roman"/>
              <a:cs typeface="Times New Roman"/>
              <a:sym typeface="Times New Roman"/>
            </a:endParaRPr>
          </a:p>
          <a:p>
            <a:pPr indent="0" lvl="0" marL="684530" marR="0" rtl="0" algn="l">
              <a:lnSpc>
                <a:spcPct val="100000"/>
              </a:lnSpc>
              <a:spcBef>
                <a:spcPts val="405"/>
              </a:spcBef>
              <a:spcAft>
                <a:spcPts val="0"/>
              </a:spcAft>
              <a:buNone/>
            </a:pPr>
            <a:r>
              <a:rPr lang="en-US" sz="1000">
                <a:solidFill>
                  <a:schemeClr val="dk1"/>
                </a:solidFill>
                <a:latin typeface="Times New Roman"/>
                <a:ea typeface="Times New Roman"/>
                <a:cs typeface="Times New Roman"/>
                <a:sym typeface="Times New Roman"/>
              </a:rPr>
              <a:t>from child is not used. */</a:t>
            </a:r>
            <a:endParaRPr sz="1000">
              <a:solidFill>
                <a:schemeClr val="dk1"/>
              </a:solidFill>
              <a:latin typeface="Times New Roman"/>
              <a:ea typeface="Times New Roman"/>
              <a:cs typeface="Times New Roman"/>
              <a:sym typeface="Times New Roman"/>
            </a:endParaRPr>
          </a:p>
          <a:p>
            <a:pPr indent="0" lvl="0" marL="181610" marR="0" rtl="0" algn="l">
              <a:lnSpc>
                <a:spcPct val="100000"/>
              </a:lnSpc>
              <a:spcBef>
                <a:spcPts val="420"/>
              </a:spcBef>
              <a:spcAft>
                <a:spcPts val="0"/>
              </a:spcAft>
              <a:buNone/>
            </a:pPr>
            <a:r>
              <a:rPr lang="en-US" sz="1000">
                <a:solidFill>
                  <a:schemeClr val="dk1"/>
                </a:solidFill>
                <a:latin typeface="Times New Roman"/>
                <a:ea typeface="Times New Roman"/>
                <a:cs typeface="Times New Roman"/>
                <a:sym typeface="Times New Roman"/>
              </a:rPr>
              <a:t>printf("\n Parent: my child is dead. I am going to leave.\n \n ");</a:t>
            </a:r>
            <a:endParaRPr sz="1000">
              <a:solidFill>
                <a:schemeClr val="dk1"/>
              </a:solidFill>
              <a:latin typeface="Times New Roman"/>
              <a:ea typeface="Times New Roman"/>
              <a:cs typeface="Times New Roman"/>
              <a:sym typeface="Times New Roman"/>
            </a:endParaRPr>
          </a:p>
          <a:p>
            <a:pPr indent="0" lvl="0" marL="95885" marR="0" rtl="0" algn="l">
              <a:lnSpc>
                <a:spcPct val="100000"/>
              </a:lnSpc>
              <a:spcBef>
                <a:spcPts val="410"/>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p:txBody>
      </p:sp>
      <p:sp>
        <p:nvSpPr>
          <p:cNvPr id="1150" name="Google Shape;1150;p80"/>
          <p:cNvSpPr txBox="1"/>
          <p:nvPr/>
        </p:nvSpPr>
        <p:spPr>
          <a:xfrm>
            <a:off x="5401997" y="6264605"/>
            <a:ext cx="43942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return 0;</a:t>
            </a:r>
            <a:endParaRPr sz="1000">
              <a:solidFill>
                <a:schemeClr val="dk1"/>
              </a:solidFill>
              <a:latin typeface="Times New Roman"/>
              <a:ea typeface="Times New Roman"/>
              <a:cs typeface="Times New Roman"/>
              <a:sym typeface="Times New Roman"/>
            </a:endParaRPr>
          </a:p>
        </p:txBody>
      </p:sp>
      <p:sp>
        <p:nvSpPr>
          <p:cNvPr id="1151" name="Google Shape;1151;p80"/>
          <p:cNvSpPr txBox="1"/>
          <p:nvPr/>
        </p:nvSpPr>
        <p:spPr>
          <a:xfrm>
            <a:off x="5318193" y="6468848"/>
            <a:ext cx="8636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Times New Roman"/>
                <a:ea typeface="Times New Roman"/>
                <a:cs typeface="Times New Roman"/>
                <a:sym typeface="Times New Roman"/>
              </a:rPr>
              <a:t>}</a:t>
            </a:r>
            <a:endParaRPr sz="1000">
              <a:solidFill>
                <a:schemeClr val="dk1"/>
              </a:solidFill>
              <a:latin typeface="Times New Roman"/>
              <a:ea typeface="Times New Roman"/>
              <a:cs typeface="Times New Roman"/>
              <a:sym typeface="Times New Roman"/>
            </a:endParaRPr>
          </a:p>
        </p:txBody>
      </p:sp>
      <p:sp>
        <p:nvSpPr>
          <p:cNvPr id="1152" name="Google Shape;1152;p80"/>
          <p:cNvSpPr txBox="1"/>
          <p:nvPr>
            <p:ph type="title"/>
          </p:nvPr>
        </p:nvSpPr>
        <p:spPr>
          <a:xfrm>
            <a:off x="1093625" y="154983"/>
            <a:ext cx="721169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fork, exec, wait, Exit</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81"/>
          <p:cNvSpPr txBox="1"/>
          <p:nvPr>
            <p:ph type="title"/>
          </p:nvPr>
        </p:nvSpPr>
        <p:spPr>
          <a:xfrm>
            <a:off x="1093625" y="551249"/>
            <a:ext cx="414401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 of fork( )</a:t>
            </a:r>
            <a:endParaRPr/>
          </a:p>
        </p:txBody>
      </p:sp>
      <p:sp>
        <p:nvSpPr>
          <p:cNvPr id="1158" name="Google Shape;1158;p81"/>
          <p:cNvSpPr txBox="1"/>
          <p:nvPr/>
        </p:nvSpPr>
        <p:spPr>
          <a:xfrm>
            <a:off x="1093693" y="1736829"/>
            <a:ext cx="7519670" cy="3646804"/>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b="1" lang="en-US" sz="1950">
                <a:solidFill>
                  <a:schemeClr val="dk1"/>
                </a:solidFill>
                <a:latin typeface="Arial"/>
                <a:ea typeface="Arial"/>
                <a:cs typeface="Arial"/>
                <a:sym typeface="Arial"/>
              </a:rPr>
              <a:t>int </a:t>
            </a:r>
            <a:r>
              <a:rPr lang="en-US" sz="1950">
                <a:solidFill>
                  <a:schemeClr val="dk1"/>
                </a:solidFill>
                <a:latin typeface="Arial"/>
                <a:ea typeface="Arial"/>
                <a:cs typeface="Arial"/>
                <a:sym typeface="Arial"/>
              </a:rPr>
              <a:t>main(</a:t>
            </a:r>
            <a:r>
              <a:rPr b="1" lang="en-US" sz="1950">
                <a:solidFill>
                  <a:schemeClr val="dk1"/>
                </a:solidFill>
                <a:latin typeface="Arial"/>
                <a:ea typeface="Arial"/>
                <a:cs typeface="Arial"/>
                <a:sym typeface="Arial"/>
              </a:rPr>
              <a:t>int </a:t>
            </a:r>
            <a:r>
              <a:rPr lang="en-US" sz="1950">
                <a:solidFill>
                  <a:schemeClr val="dk1"/>
                </a:solidFill>
                <a:latin typeface="Arial"/>
                <a:ea typeface="Arial"/>
                <a:cs typeface="Arial"/>
                <a:sym typeface="Arial"/>
              </a:rPr>
              <a:t>argc, </a:t>
            </a:r>
            <a:r>
              <a:rPr b="1" lang="en-US" sz="1950">
                <a:solidFill>
                  <a:schemeClr val="dk1"/>
                </a:solidFill>
                <a:latin typeface="Arial"/>
                <a:ea typeface="Arial"/>
                <a:cs typeface="Arial"/>
                <a:sym typeface="Arial"/>
              </a:rPr>
              <a:t>char </a:t>
            </a:r>
            <a:r>
              <a:rPr lang="en-US" sz="1950">
                <a:solidFill>
                  <a:schemeClr val="dk1"/>
                </a:solidFill>
                <a:latin typeface="Arial"/>
                <a:ea typeface="Arial"/>
                <a:cs typeface="Arial"/>
                <a:sym typeface="Arial"/>
              </a:rPr>
              <a:t>**argv)</a:t>
            </a:r>
            <a:endParaRPr sz="1950">
              <a:solidFill>
                <a:schemeClr val="dk1"/>
              </a:solidFill>
              <a:latin typeface="Arial"/>
              <a:ea typeface="Arial"/>
              <a:cs typeface="Arial"/>
              <a:sym typeface="Arial"/>
            </a:endParaRPr>
          </a:p>
          <a:p>
            <a:pPr indent="0" lvl="0" marL="12700" marR="0" rtl="0" algn="l">
              <a:lnSpc>
                <a:spcPct val="100000"/>
              </a:lnSpc>
              <a:spcBef>
                <a:spcPts val="35"/>
              </a:spcBef>
              <a:spcAft>
                <a:spcPts val="0"/>
              </a:spcAft>
              <a:buNone/>
            </a:pPr>
            <a:r>
              <a:rPr lang="en-US" sz="1950">
                <a:solidFill>
                  <a:schemeClr val="dk1"/>
                </a:solidFill>
                <a:latin typeface="Arial"/>
                <a:ea typeface="Arial"/>
                <a:cs typeface="Arial"/>
                <a:sym typeface="Arial"/>
              </a:rPr>
              <a:t>{</a:t>
            </a:r>
            <a:endParaRPr sz="1950">
              <a:solidFill>
                <a:schemeClr val="dk1"/>
              </a:solidFill>
              <a:latin typeface="Arial"/>
              <a:ea typeface="Arial"/>
              <a:cs typeface="Arial"/>
              <a:sym typeface="Arial"/>
            </a:endParaRPr>
          </a:p>
          <a:p>
            <a:pPr indent="0" lvl="0" marL="291465" marR="4764405" rtl="0" algn="l">
              <a:lnSpc>
                <a:spcPct val="122051"/>
              </a:lnSpc>
              <a:spcBef>
                <a:spcPts val="80"/>
              </a:spcBef>
              <a:spcAft>
                <a:spcPts val="0"/>
              </a:spcAft>
              <a:buNone/>
            </a:pPr>
            <a:r>
              <a:rPr b="1" lang="en-US" sz="1950">
                <a:solidFill>
                  <a:schemeClr val="dk1"/>
                </a:solidFill>
                <a:latin typeface="Arial"/>
                <a:ea typeface="Arial"/>
                <a:cs typeface="Arial"/>
                <a:sym typeface="Arial"/>
              </a:rPr>
              <a:t>char </a:t>
            </a:r>
            <a:r>
              <a:rPr lang="en-US" sz="1950">
                <a:solidFill>
                  <a:schemeClr val="dk1"/>
                </a:solidFill>
                <a:latin typeface="Arial"/>
                <a:ea typeface="Arial"/>
                <a:cs typeface="Arial"/>
                <a:sym typeface="Arial"/>
              </a:rPr>
              <a:t>*name = argv[0];  </a:t>
            </a:r>
            <a:r>
              <a:rPr b="1" lang="en-US" sz="1950">
                <a:solidFill>
                  <a:schemeClr val="dk1"/>
                </a:solidFill>
                <a:latin typeface="Arial"/>
                <a:ea typeface="Arial"/>
                <a:cs typeface="Arial"/>
                <a:sym typeface="Arial"/>
              </a:rPr>
              <a:t>int </a:t>
            </a:r>
            <a:r>
              <a:rPr lang="en-US" sz="1950">
                <a:solidFill>
                  <a:schemeClr val="dk1"/>
                </a:solidFill>
                <a:latin typeface="Arial"/>
                <a:ea typeface="Arial"/>
                <a:cs typeface="Arial"/>
                <a:sym typeface="Arial"/>
              </a:rPr>
              <a:t>child_pid = fork();  </a:t>
            </a:r>
            <a:r>
              <a:rPr b="1" lang="en-US" sz="1950">
                <a:solidFill>
                  <a:schemeClr val="dk1"/>
                </a:solidFill>
                <a:latin typeface="Arial"/>
                <a:ea typeface="Arial"/>
                <a:cs typeface="Arial"/>
                <a:sym typeface="Arial"/>
              </a:rPr>
              <a:t>if </a:t>
            </a:r>
            <a:r>
              <a:rPr lang="en-US" sz="1950">
                <a:solidFill>
                  <a:schemeClr val="dk1"/>
                </a:solidFill>
                <a:latin typeface="Arial"/>
                <a:ea typeface="Arial"/>
                <a:cs typeface="Arial"/>
                <a:sym typeface="Arial"/>
              </a:rPr>
              <a:t>(child_pid == 0) {</a:t>
            </a:r>
            <a:endParaRPr sz="1950">
              <a:solidFill>
                <a:schemeClr val="dk1"/>
              </a:solidFill>
              <a:latin typeface="Arial"/>
              <a:ea typeface="Arial"/>
              <a:cs typeface="Arial"/>
              <a:sym typeface="Arial"/>
            </a:endParaRPr>
          </a:p>
          <a:p>
            <a:pPr indent="0" lvl="0" marL="571500" marR="0" rtl="0" algn="l">
              <a:lnSpc>
                <a:spcPct val="116923"/>
              </a:lnSpc>
              <a:spcBef>
                <a:spcPts val="0"/>
              </a:spcBef>
              <a:spcAft>
                <a:spcPts val="0"/>
              </a:spcAft>
              <a:buNone/>
            </a:pPr>
            <a:r>
              <a:rPr lang="en-US" sz="1950">
                <a:solidFill>
                  <a:schemeClr val="dk1"/>
                </a:solidFill>
                <a:latin typeface="Arial"/>
                <a:ea typeface="Arial"/>
                <a:cs typeface="Arial"/>
                <a:sym typeface="Arial"/>
              </a:rPr>
              <a:t>printf(“Child of %s sees PID of %d\n”,</a:t>
            </a:r>
            <a:endParaRPr sz="1950">
              <a:solidFill>
                <a:schemeClr val="dk1"/>
              </a:solidFill>
              <a:latin typeface="Arial"/>
              <a:ea typeface="Arial"/>
              <a:cs typeface="Arial"/>
              <a:sym typeface="Arial"/>
            </a:endParaRPr>
          </a:p>
          <a:p>
            <a:pPr indent="0" lvl="0" marL="1339850" marR="0" rtl="0" algn="l">
              <a:lnSpc>
                <a:spcPct val="100000"/>
              </a:lnSpc>
              <a:spcBef>
                <a:spcPts val="40"/>
              </a:spcBef>
              <a:spcAft>
                <a:spcPts val="0"/>
              </a:spcAft>
              <a:buNone/>
            </a:pPr>
            <a:r>
              <a:rPr lang="en-US" sz="1950">
                <a:solidFill>
                  <a:schemeClr val="dk1"/>
                </a:solidFill>
                <a:latin typeface="Arial"/>
                <a:ea typeface="Arial"/>
                <a:cs typeface="Arial"/>
                <a:sym typeface="Arial"/>
              </a:rPr>
              <a:t>name, child_pid);</a:t>
            </a:r>
            <a:endParaRPr sz="1950">
              <a:solidFill>
                <a:schemeClr val="dk1"/>
              </a:solidFill>
              <a:latin typeface="Arial"/>
              <a:ea typeface="Arial"/>
              <a:cs typeface="Arial"/>
              <a:sym typeface="Arial"/>
            </a:endParaRPr>
          </a:p>
          <a:p>
            <a:pPr indent="0" lvl="0" marL="571500" marR="0" rtl="0" algn="l">
              <a:lnSpc>
                <a:spcPct val="100000"/>
              </a:lnSpc>
              <a:spcBef>
                <a:spcPts val="35"/>
              </a:spcBef>
              <a:spcAft>
                <a:spcPts val="0"/>
              </a:spcAft>
              <a:buNone/>
            </a:pPr>
            <a:r>
              <a:rPr b="1" lang="en-US" sz="1950">
                <a:solidFill>
                  <a:schemeClr val="dk1"/>
                </a:solidFill>
                <a:latin typeface="Arial"/>
                <a:ea typeface="Arial"/>
                <a:cs typeface="Arial"/>
                <a:sym typeface="Arial"/>
              </a:rPr>
              <a:t>return </a:t>
            </a:r>
            <a:r>
              <a:rPr lang="en-US" sz="1950">
                <a:solidFill>
                  <a:schemeClr val="dk1"/>
                </a:solidFill>
                <a:latin typeface="Arial"/>
                <a:ea typeface="Arial"/>
                <a:cs typeface="Arial"/>
                <a:sym typeface="Arial"/>
              </a:rPr>
              <a:t>0;</a:t>
            </a:r>
            <a:endParaRPr sz="1950">
              <a:solidFill>
                <a:schemeClr val="dk1"/>
              </a:solidFill>
              <a:latin typeface="Arial"/>
              <a:ea typeface="Arial"/>
              <a:cs typeface="Arial"/>
              <a:sym typeface="Arial"/>
            </a:endParaRPr>
          </a:p>
          <a:p>
            <a:pPr indent="0" lvl="0" marL="291465" marR="0" rtl="0" algn="l">
              <a:lnSpc>
                <a:spcPct val="100000"/>
              </a:lnSpc>
              <a:spcBef>
                <a:spcPts val="35"/>
              </a:spcBef>
              <a:spcAft>
                <a:spcPts val="0"/>
              </a:spcAft>
              <a:buNone/>
            </a:pPr>
            <a:r>
              <a:rPr lang="en-US" sz="1950">
                <a:solidFill>
                  <a:schemeClr val="dk1"/>
                </a:solidFill>
                <a:latin typeface="Arial"/>
                <a:ea typeface="Arial"/>
                <a:cs typeface="Arial"/>
                <a:sym typeface="Arial"/>
              </a:rPr>
              <a:t>} </a:t>
            </a:r>
            <a:r>
              <a:rPr b="1" lang="en-US" sz="1950">
                <a:solidFill>
                  <a:schemeClr val="dk1"/>
                </a:solidFill>
                <a:latin typeface="Arial"/>
                <a:ea typeface="Arial"/>
                <a:cs typeface="Arial"/>
                <a:sym typeface="Arial"/>
              </a:rPr>
              <a:t>else </a:t>
            </a:r>
            <a:r>
              <a:rPr lang="en-US" sz="1950">
                <a:solidFill>
                  <a:schemeClr val="dk1"/>
                </a:solidFill>
                <a:latin typeface="Arial"/>
                <a:ea typeface="Arial"/>
                <a:cs typeface="Arial"/>
                <a:sym typeface="Arial"/>
              </a:rPr>
              <a:t>{</a:t>
            </a:r>
            <a:endParaRPr sz="1950">
              <a:solidFill>
                <a:schemeClr val="dk1"/>
              </a:solidFill>
              <a:latin typeface="Arial"/>
              <a:ea typeface="Arial"/>
              <a:cs typeface="Arial"/>
              <a:sym typeface="Arial"/>
            </a:endParaRPr>
          </a:p>
          <a:p>
            <a:pPr indent="0" lvl="0" marL="571500" marR="0" rtl="0" algn="l">
              <a:lnSpc>
                <a:spcPct val="100000"/>
              </a:lnSpc>
              <a:spcBef>
                <a:spcPts val="35"/>
              </a:spcBef>
              <a:spcAft>
                <a:spcPts val="0"/>
              </a:spcAft>
              <a:buNone/>
            </a:pPr>
            <a:r>
              <a:rPr lang="en-US" sz="1950">
                <a:solidFill>
                  <a:schemeClr val="dk1"/>
                </a:solidFill>
                <a:latin typeface="Arial"/>
                <a:ea typeface="Arial"/>
                <a:cs typeface="Arial"/>
                <a:sym typeface="Arial"/>
              </a:rPr>
              <a:t>printf(“I am the parent %s. My child is %d\n”, name, child_pid);</a:t>
            </a:r>
            <a:endParaRPr sz="1950">
              <a:solidFill>
                <a:schemeClr val="dk1"/>
              </a:solidFill>
              <a:latin typeface="Arial"/>
              <a:ea typeface="Arial"/>
              <a:cs typeface="Arial"/>
              <a:sym typeface="Arial"/>
            </a:endParaRPr>
          </a:p>
          <a:p>
            <a:pPr indent="0" lvl="0" marL="571500" marR="0" rtl="0" algn="l">
              <a:lnSpc>
                <a:spcPct val="100000"/>
              </a:lnSpc>
              <a:spcBef>
                <a:spcPts val="35"/>
              </a:spcBef>
              <a:spcAft>
                <a:spcPts val="0"/>
              </a:spcAft>
              <a:buNone/>
            </a:pPr>
            <a:r>
              <a:rPr b="1" lang="en-US" sz="1950">
                <a:solidFill>
                  <a:schemeClr val="dk1"/>
                </a:solidFill>
                <a:latin typeface="Arial"/>
                <a:ea typeface="Arial"/>
                <a:cs typeface="Arial"/>
                <a:sym typeface="Arial"/>
              </a:rPr>
              <a:t>return </a:t>
            </a:r>
            <a:r>
              <a:rPr lang="en-US" sz="1950">
                <a:solidFill>
                  <a:schemeClr val="dk1"/>
                </a:solidFill>
                <a:latin typeface="Arial"/>
                <a:ea typeface="Arial"/>
                <a:cs typeface="Arial"/>
                <a:sym typeface="Arial"/>
              </a:rPr>
              <a:t>0;</a:t>
            </a:r>
            <a:endParaRPr sz="1950">
              <a:solidFill>
                <a:schemeClr val="dk1"/>
              </a:solidFill>
              <a:latin typeface="Arial"/>
              <a:ea typeface="Arial"/>
              <a:cs typeface="Arial"/>
              <a:sym typeface="Arial"/>
            </a:endParaRPr>
          </a:p>
          <a:p>
            <a:pPr indent="0" lvl="0" marL="291465" marR="0" rtl="0" algn="l">
              <a:lnSpc>
                <a:spcPct val="100000"/>
              </a:lnSpc>
              <a:spcBef>
                <a:spcPts val="40"/>
              </a:spcBef>
              <a:spcAft>
                <a:spcPts val="0"/>
              </a:spcAft>
              <a:buNone/>
            </a:pPr>
            <a:r>
              <a:rPr lang="en-US" sz="1950">
                <a:solidFill>
                  <a:schemeClr val="dk1"/>
                </a:solidFill>
                <a:latin typeface="Arial"/>
                <a:ea typeface="Arial"/>
                <a:cs typeface="Arial"/>
                <a:sym typeface="Arial"/>
              </a:rPr>
              <a:t>}</a:t>
            </a:r>
            <a:endParaRPr sz="1950">
              <a:solidFill>
                <a:schemeClr val="dk1"/>
              </a:solidFill>
              <a:latin typeface="Arial"/>
              <a:ea typeface="Arial"/>
              <a:cs typeface="Arial"/>
              <a:sym typeface="Arial"/>
            </a:endParaRPr>
          </a:p>
        </p:txBody>
      </p:sp>
      <p:sp>
        <p:nvSpPr>
          <p:cNvPr id="1159" name="Google Shape;1159;p81"/>
          <p:cNvSpPr/>
          <p:nvPr/>
        </p:nvSpPr>
        <p:spPr>
          <a:xfrm>
            <a:off x="4123741" y="5362411"/>
            <a:ext cx="842010" cy="0"/>
          </a:xfrm>
          <a:custGeom>
            <a:rect b="b" l="l" r="r" t="t"/>
            <a:pathLst>
              <a:path extrusionOk="0" h="120000" w="842010">
                <a:moveTo>
                  <a:pt x="0" y="0"/>
                </a:moveTo>
                <a:lnTo>
                  <a:pt x="841419" y="0"/>
                </a:lnTo>
              </a:path>
            </a:pathLst>
          </a:custGeom>
          <a:noFill/>
          <a:ln cap="flat" cmpd="sng" w="158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0" name="Google Shape;1160;p81"/>
          <p:cNvSpPr txBox="1"/>
          <p:nvPr/>
        </p:nvSpPr>
        <p:spPr>
          <a:xfrm>
            <a:off x="1093693" y="5357810"/>
            <a:ext cx="109855" cy="32766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lang="en-US" sz="1950">
                <a:solidFill>
                  <a:schemeClr val="dk1"/>
                </a:solidFill>
                <a:latin typeface="Arial"/>
                <a:ea typeface="Arial"/>
                <a:cs typeface="Arial"/>
                <a:sym typeface="Arial"/>
              </a:rPr>
              <a:t>}</a:t>
            </a:r>
            <a:endParaRPr sz="1950">
              <a:solidFill>
                <a:schemeClr val="dk1"/>
              </a:solidFill>
              <a:latin typeface="Arial"/>
              <a:ea typeface="Arial"/>
              <a:cs typeface="Arial"/>
              <a:sym typeface="Arial"/>
            </a:endParaRPr>
          </a:p>
        </p:txBody>
      </p:sp>
      <p:sp>
        <p:nvSpPr>
          <p:cNvPr id="1161" name="Google Shape;1161;p81"/>
          <p:cNvSpPr txBox="1"/>
          <p:nvPr/>
        </p:nvSpPr>
        <p:spPr>
          <a:xfrm>
            <a:off x="4111198" y="5357810"/>
            <a:ext cx="4412615" cy="93091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lang="en-US" sz="1950">
                <a:solidFill>
                  <a:schemeClr val="dk1"/>
                </a:solidFill>
                <a:latin typeface="Arial"/>
                <a:ea typeface="Arial"/>
                <a:cs typeface="Arial"/>
                <a:sym typeface="Arial"/>
              </a:rPr>
              <a:t>% ./forktest</a:t>
            </a:r>
            <a:endParaRPr sz="1950">
              <a:solidFill>
                <a:schemeClr val="dk1"/>
              </a:solidFill>
              <a:latin typeface="Arial"/>
              <a:ea typeface="Arial"/>
              <a:cs typeface="Arial"/>
              <a:sym typeface="Arial"/>
            </a:endParaRPr>
          </a:p>
          <a:p>
            <a:pPr indent="0" lvl="0" marL="12700" marR="0" rtl="0" algn="l">
              <a:lnSpc>
                <a:spcPct val="100000"/>
              </a:lnSpc>
              <a:spcBef>
                <a:spcPts val="35"/>
              </a:spcBef>
              <a:spcAft>
                <a:spcPts val="0"/>
              </a:spcAft>
              <a:buNone/>
            </a:pPr>
            <a:r>
              <a:rPr lang="en-US" sz="1950">
                <a:solidFill>
                  <a:schemeClr val="dk1"/>
                </a:solidFill>
                <a:latin typeface="Arial"/>
                <a:ea typeface="Arial"/>
                <a:cs typeface="Arial"/>
                <a:sym typeface="Arial"/>
              </a:rPr>
              <a:t>Child of forktest sees PID of 0</a:t>
            </a:r>
            <a:endParaRPr sz="1950">
              <a:solidFill>
                <a:schemeClr val="dk1"/>
              </a:solidFill>
              <a:latin typeface="Arial"/>
              <a:ea typeface="Arial"/>
              <a:cs typeface="Arial"/>
              <a:sym typeface="Arial"/>
            </a:endParaRPr>
          </a:p>
          <a:p>
            <a:pPr indent="0" lvl="0" marL="12700" marR="0" rtl="0" algn="l">
              <a:lnSpc>
                <a:spcPct val="100000"/>
              </a:lnSpc>
              <a:spcBef>
                <a:spcPts val="35"/>
              </a:spcBef>
              <a:spcAft>
                <a:spcPts val="0"/>
              </a:spcAft>
              <a:buNone/>
            </a:pPr>
            <a:r>
              <a:rPr lang="en-US" sz="1950">
                <a:solidFill>
                  <a:schemeClr val="dk1"/>
                </a:solidFill>
                <a:latin typeface="Arial"/>
                <a:ea typeface="Arial"/>
                <a:cs typeface="Arial"/>
                <a:sym typeface="Arial"/>
              </a:rPr>
              <a:t>I am the parent forktest. My child is 486</a:t>
            </a:r>
            <a:endParaRPr sz="1950">
              <a:solidFill>
                <a:schemeClr val="dk1"/>
              </a:solidFill>
              <a:latin typeface="Arial"/>
              <a:ea typeface="Arial"/>
              <a:cs typeface="Arial"/>
              <a:sym typeface="Arial"/>
            </a:endParaRPr>
          </a:p>
        </p:txBody>
      </p:sp>
      <p:sp>
        <p:nvSpPr>
          <p:cNvPr id="1162" name="Google Shape;1162;p81"/>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3" name="Google Shape;1163;p81"/>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164" name="Google Shape;1164;p81"/>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82"/>
          <p:cNvSpPr txBox="1"/>
          <p:nvPr>
            <p:ph type="title"/>
          </p:nvPr>
        </p:nvSpPr>
        <p:spPr>
          <a:xfrm>
            <a:off x="1093625" y="630448"/>
            <a:ext cx="542353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Fork + Exec – shell-like</a:t>
            </a:r>
            <a:endParaRPr/>
          </a:p>
        </p:txBody>
      </p:sp>
      <p:sp>
        <p:nvSpPr>
          <p:cNvPr id="1170" name="Google Shape;1170;p82"/>
          <p:cNvSpPr txBox="1"/>
          <p:nvPr/>
        </p:nvSpPr>
        <p:spPr>
          <a:xfrm>
            <a:off x="1143000" y="1327150"/>
            <a:ext cx="6430010" cy="5438140"/>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b="1" lang="en-US" sz="1750">
                <a:solidFill>
                  <a:schemeClr val="dk1"/>
                </a:solidFill>
                <a:latin typeface="Times New Roman"/>
                <a:ea typeface="Times New Roman"/>
                <a:cs typeface="Times New Roman"/>
                <a:sym typeface="Times New Roman"/>
              </a:rPr>
              <a:t>int </a:t>
            </a:r>
            <a:r>
              <a:rPr lang="en-US" sz="1750">
                <a:solidFill>
                  <a:schemeClr val="dk1"/>
                </a:solidFill>
                <a:latin typeface="Times New Roman"/>
                <a:ea typeface="Times New Roman"/>
                <a:cs typeface="Times New Roman"/>
                <a:sym typeface="Times New Roman"/>
              </a:rPr>
              <a:t>main(</a:t>
            </a:r>
            <a:r>
              <a:rPr b="1" lang="en-US" sz="1750">
                <a:solidFill>
                  <a:schemeClr val="dk1"/>
                </a:solidFill>
                <a:latin typeface="Times New Roman"/>
                <a:ea typeface="Times New Roman"/>
                <a:cs typeface="Times New Roman"/>
                <a:sym typeface="Times New Roman"/>
              </a:rPr>
              <a:t>int </a:t>
            </a:r>
            <a:r>
              <a:rPr lang="en-US" sz="1750">
                <a:solidFill>
                  <a:schemeClr val="dk1"/>
                </a:solidFill>
                <a:latin typeface="Times New Roman"/>
                <a:ea typeface="Times New Roman"/>
                <a:cs typeface="Times New Roman"/>
                <a:sym typeface="Times New Roman"/>
              </a:rPr>
              <a:t>argc, </a:t>
            </a:r>
            <a:r>
              <a:rPr b="1" lang="en-US" sz="1750">
                <a:solidFill>
                  <a:schemeClr val="dk1"/>
                </a:solidFill>
                <a:latin typeface="Times New Roman"/>
                <a:ea typeface="Times New Roman"/>
                <a:cs typeface="Times New Roman"/>
                <a:sym typeface="Times New Roman"/>
              </a:rPr>
              <a:t>char </a:t>
            </a:r>
            <a:r>
              <a:rPr lang="en-US" sz="1750">
                <a:solidFill>
                  <a:schemeClr val="dk1"/>
                </a:solidFill>
                <a:latin typeface="Times New Roman"/>
                <a:ea typeface="Times New Roman"/>
                <a:cs typeface="Times New Roman"/>
                <a:sym typeface="Times New Roman"/>
              </a:rPr>
              <a:t>**argv)</a:t>
            </a:r>
            <a:endParaRPr sz="1750">
              <a:solidFill>
                <a:schemeClr val="dk1"/>
              </a:solidFill>
              <a:latin typeface="Times New Roman"/>
              <a:ea typeface="Times New Roman"/>
              <a:cs typeface="Times New Roman"/>
              <a:sym typeface="Times New Roman"/>
            </a:endParaRPr>
          </a:p>
          <a:p>
            <a:pPr indent="0" lvl="0" marL="12700" marR="0" rtl="0" algn="l">
              <a:lnSpc>
                <a:spcPct val="100000"/>
              </a:lnSpc>
              <a:spcBef>
                <a:spcPts val="15"/>
              </a:spcBef>
              <a:spcAft>
                <a:spcPts val="0"/>
              </a:spcAft>
              <a:buNone/>
            </a:pPr>
            <a:r>
              <a:rPr lang="en-US" sz="1750">
                <a:solidFill>
                  <a:schemeClr val="dk1"/>
                </a:solidFill>
                <a:latin typeface="Times New Roman"/>
                <a:ea typeface="Times New Roman"/>
                <a:cs typeface="Times New Roman"/>
                <a:sym typeface="Times New Roman"/>
              </a:rPr>
              <a:t>{ </a:t>
            </a:r>
            <a:r>
              <a:rPr b="1" lang="en-US" sz="1750">
                <a:solidFill>
                  <a:schemeClr val="dk1"/>
                </a:solidFill>
                <a:latin typeface="Times New Roman"/>
                <a:ea typeface="Times New Roman"/>
                <a:cs typeface="Times New Roman"/>
                <a:sym typeface="Times New Roman"/>
              </a:rPr>
              <a:t>char </a:t>
            </a:r>
            <a:r>
              <a:rPr lang="en-US" sz="1750">
                <a:solidFill>
                  <a:schemeClr val="dk1"/>
                </a:solidFill>
                <a:latin typeface="Times New Roman"/>
                <a:ea typeface="Times New Roman"/>
                <a:cs typeface="Times New Roman"/>
                <a:sym typeface="Times New Roman"/>
              </a:rPr>
              <a:t>*argvNew[5];</a:t>
            </a:r>
            <a:endParaRPr sz="1750">
              <a:solidFill>
                <a:schemeClr val="dk1"/>
              </a:solidFill>
              <a:latin typeface="Times New Roman"/>
              <a:ea typeface="Times New Roman"/>
              <a:cs typeface="Times New Roman"/>
              <a:sym typeface="Times New Roman"/>
            </a:endParaRPr>
          </a:p>
          <a:p>
            <a:pPr indent="0" lvl="0" marL="215265" marR="0" rtl="0" algn="l">
              <a:lnSpc>
                <a:spcPct val="100000"/>
              </a:lnSpc>
              <a:spcBef>
                <a:spcPts val="10"/>
              </a:spcBef>
              <a:spcAft>
                <a:spcPts val="0"/>
              </a:spcAft>
              <a:buNone/>
            </a:pPr>
            <a:r>
              <a:rPr b="1" lang="en-US" sz="1750">
                <a:solidFill>
                  <a:schemeClr val="dk1"/>
                </a:solidFill>
                <a:latin typeface="Times New Roman"/>
                <a:ea typeface="Times New Roman"/>
                <a:cs typeface="Times New Roman"/>
                <a:sym typeface="Times New Roman"/>
              </a:rPr>
              <a:t>int </a:t>
            </a:r>
            <a:r>
              <a:rPr lang="en-US" sz="1750">
                <a:solidFill>
                  <a:schemeClr val="dk1"/>
                </a:solidFill>
                <a:latin typeface="Times New Roman"/>
                <a:ea typeface="Times New Roman"/>
                <a:cs typeface="Times New Roman"/>
                <a:sym typeface="Times New Roman"/>
              </a:rPr>
              <a:t>pid;</a:t>
            </a:r>
            <a:endParaRPr sz="1750">
              <a:solidFill>
                <a:schemeClr val="dk1"/>
              </a:solidFill>
              <a:latin typeface="Times New Roman"/>
              <a:ea typeface="Times New Roman"/>
              <a:cs typeface="Times New Roman"/>
              <a:sym typeface="Times New Roman"/>
            </a:endParaRPr>
          </a:p>
          <a:p>
            <a:pPr indent="-203200" lvl="0" marL="417830" marR="2257425" rtl="0" algn="l">
              <a:lnSpc>
                <a:spcPct val="101000"/>
              </a:lnSpc>
              <a:spcBef>
                <a:spcPts val="0"/>
              </a:spcBef>
              <a:spcAft>
                <a:spcPts val="0"/>
              </a:spcAft>
              <a:buNone/>
            </a:pPr>
            <a:r>
              <a:rPr b="1" lang="en-US" sz="1750">
                <a:solidFill>
                  <a:schemeClr val="dk1"/>
                </a:solidFill>
                <a:latin typeface="Times New Roman"/>
                <a:ea typeface="Times New Roman"/>
                <a:cs typeface="Times New Roman"/>
                <a:sym typeface="Times New Roman"/>
              </a:rPr>
              <a:t>if </a:t>
            </a:r>
            <a:r>
              <a:rPr lang="en-US" sz="1750">
                <a:solidFill>
                  <a:schemeClr val="dk1"/>
                </a:solidFill>
                <a:latin typeface="Times New Roman"/>
                <a:ea typeface="Times New Roman"/>
                <a:cs typeface="Times New Roman"/>
                <a:sym typeface="Times New Roman"/>
              </a:rPr>
              <a:t>((pid = fork()) &lt; 0) </a:t>
            </a:r>
            <a:endParaRPr sz="1750">
              <a:solidFill>
                <a:schemeClr val="dk1"/>
              </a:solidFill>
              <a:latin typeface="Times New Roman"/>
              <a:ea typeface="Times New Roman"/>
              <a:cs typeface="Times New Roman"/>
              <a:sym typeface="Times New Roman"/>
            </a:endParaRPr>
          </a:p>
          <a:p>
            <a:pPr indent="-203200" lvl="0" marL="417830" marR="2257425" rtl="0" algn="l">
              <a:lnSpc>
                <a:spcPct val="101000"/>
              </a:lnSpc>
              <a:spcBef>
                <a:spcPts val="0"/>
              </a:spcBef>
              <a:spcAft>
                <a:spcPts val="0"/>
              </a:spcAft>
              <a:buNone/>
            </a:pPr>
            <a:r>
              <a:rPr lang="en-US" sz="1750">
                <a:solidFill>
                  <a:schemeClr val="dk1"/>
                </a:solidFill>
                <a:latin typeface="Times New Roman"/>
                <a:ea typeface="Times New Roman"/>
                <a:cs typeface="Times New Roman"/>
                <a:sym typeface="Times New Roman"/>
              </a:rPr>
              <a:t>{  </a:t>
            </a:r>
            <a:endParaRPr sz="1750">
              <a:solidFill>
                <a:schemeClr val="dk1"/>
              </a:solidFill>
              <a:latin typeface="Times New Roman"/>
              <a:ea typeface="Times New Roman"/>
              <a:cs typeface="Times New Roman"/>
              <a:sym typeface="Times New Roman"/>
            </a:endParaRPr>
          </a:p>
          <a:p>
            <a:pPr indent="-203200" lvl="0" marL="417830" marR="2257425" rtl="0" algn="l">
              <a:lnSpc>
                <a:spcPct val="101000"/>
              </a:lnSpc>
              <a:spcBef>
                <a:spcPts val="0"/>
              </a:spcBef>
              <a:spcAft>
                <a:spcPts val="0"/>
              </a:spcAft>
              <a:buNone/>
            </a:pPr>
            <a:r>
              <a:rPr lang="en-US" sz="1750">
                <a:solidFill>
                  <a:schemeClr val="dk1"/>
                </a:solidFill>
                <a:latin typeface="Times New Roman"/>
                <a:ea typeface="Times New Roman"/>
                <a:cs typeface="Times New Roman"/>
                <a:sym typeface="Times New Roman"/>
              </a:rPr>
              <a:t>printf( "Fork error\n“);  </a:t>
            </a:r>
            <a:endParaRPr sz="1750">
              <a:solidFill>
                <a:schemeClr val="dk1"/>
              </a:solidFill>
              <a:latin typeface="Times New Roman"/>
              <a:ea typeface="Times New Roman"/>
              <a:cs typeface="Times New Roman"/>
              <a:sym typeface="Times New Roman"/>
            </a:endParaRPr>
          </a:p>
          <a:p>
            <a:pPr indent="-203200" lvl="0" marL="417830" marR="2257425" rtl="0" algn="l">
              <a:lnSpc>
                <a:spcPct val="101000"/>
              </a:lnSpc>
              <a:spcBef>
                <a:spcPts val="0"/>
              </a:spcBef>
              <a:spcAft>
                <a:spcPts val="0"/>
              </a:spcAft>
              <a:buNone/>
            </a:pPr>
            <a:r>
              <a:rPr b="1" lang="en-US" sz="1750">
                <a:solidFill>
                  <a:schemeClr val="dk1"/>
                </a:solidFill>
                <a:latin typeface="Times New Roman"/>
                <a:ea typeface="Times New Roman"/>
                <a:cs typeface="Times New Roman"/>
                <a:sym typeface="Times New Roman"/>
              </a:rPr>
              <a:t>exit(1</a:t>
            </a:r>
            <a:r>
              <a:rPr lang="en-US" sz="1750">
                <a:solidFill>
                  <a:schemeClr val="dk1"/>
                </a:solidFill>
                <a:latin typeface="Times New Roman"/>
                <a:ea typeface="Times New Roman"/>
                <a:cs typeface="Times New Roman"/>
                <a:sym typeface="Times New Roman"/>
              </a:rPr>
              <a:t>);</a:t>
            </a:r>
            <a:endParaRPr sz="1750">
              <a:solidFill>
                <a:schemeClr val="dk1"/>
              </a:solidFill>
              <a:latin typeface="Times New Roman"/>
              <a:ea typeface="Times New Roman"/>
              <a:cs typeface="Times New Roman"/>
              <a:sym typeface="Times New Roman"/>
            </a:endParaRPr>
          </a:p>
          <a:p>
            <a:pPr indent="-405765" lvl="0" marL="620395" marR="977900" rtl="0" algn="l">
              <a:lnSpc>
                <a:spcPct val="101000"/>
              </a:lnSpc>
              <a:spcBef>
                <a:spcPts val="0"/>
              </a:spcBef>
              <a:spcAft>
                <a:spcPts val="0"/>
              </a:spcAft>
              <a:buNone/>
            </a:pPr>
            <a:r>
              <a:rPr lang="en-US" sz="1750">
                <a:solidFill>
                  <a:schemeClr val="dk1"/>
                </a:solidFill>
                <a:latin typeface="Times New Roman"/>
                <a:ea typeface="Times New Roman"/>
                <a:cs typeface="Times New Roman"/>
                <a:sym typeface="Times New Roman"/>
              </a:rPr>
              <a:t>} </a:t>
            </a:r>
            <a:r>
              <a:rPr b="1" lang="en-US" sz="1750">
                <a:solidFill>
                  <a:schemeClr val="dk1"/>
                </a:solidFill>
                <a:latin typeface="Times New Roman"/>
                <a:ea typeface="Times New Roman"/>
                <a:cs typeface="Times New Roman"/>
                <a:sym typeface="Times New Roman"/>
              </a:rPr>
              <a:t>else if </a:t>
            </a:r>
            <a:r>
              <a:rPr lang="en-US" sz="1750">
                <a:solidFill>
                  <a:schemeClr val="dk1"/>
                </a:solidFill>
                <a:latin typeface="Times New Roman"/>
                <a:ea typeface="Times New Roman"/>
                <a:cs typeface="Times New Roman"/>
                <a:sym typeface="Times New Roman"/>
              </a:rPr>
              <a:t>(pid == 0) </a:t>
            </a:r>
            <a:endParaRPr sz="1750">
              <a:solidFill>
                <a:schemeClr val="dk1"/>
              </a:solidFill>
              <a:latin typeface="Times New Roman"/>
              <a:ea typeface="Times New Roman"/>
              <a:cs typeface="Times New Roman"/>
              <a:sym typeface="Times New Roman"/>
            </a:endParaRPr>
          </a:p>
          <a:p>
            <a:pPr indent="-405765" lvl="0" marL="620395" marR="977900" rtl="0" algn="l">
              <a:lnSpc>
                <a:spcPct val="101000"/>
              </a:lnSpc>
              <a:spcBef>
                <a:spcPts val="0"/>
              </a:spcBef>
              <a:spcAft>
                <a:spcPts val="0"/>
              </a:spcAft>
              <a:buNone/>
            </a:pPr>
            <a:r>
              <a:rPr lang="en-US" sz="1750">
                <a:solidFill>
                  <a:schemeClr val="dk1"/>
                </a:solidFill>
                <a:latin typeface="Times New Roman"/>
                <a:ea typeface="Times New Roman"/>
                <a:cs typeface="Times New Roman"/>
                <a:sym typeface="Times New Roman"/>
              </a:rPr>
              <a:t>{ /* child process */  </a:t>
            </a:r>
            <a:endParaRPr sz="1750">
              <a:solidFill>
                <a:schemeClr val="dk1"/>
              </a:solidFill>
              <a:latin typeface="Times New Roman"/>
              <a:ea typeface="Times New Roman"/>
              <a:cs typeface="Times New Roman"/>
              <a:sym typeface="Times New Roman"/>
            </a:endParaRPr>
          </a:p>
          <a:p>
            <a:pPr indent="-405765" lvl="0" marL="620395" marR="977900" rtl="0" algn="l">
              <a:lnSpc>
                <a:spcPct val="101000"/>
              </a:lnSpc>
              <a:spcBef>
                <a:spcPts val="0"/>
              </a:spcBef>
              <a:spcAft>
                <a:spcPts val="0"/>
              </a:spcAft>
              <a:buNone/>
            </a:pPr>
            <a:r>
              <a:rPr lang="en-US" sz="1750">
                <a:solidFill>
                  <a:schemeClr val="dk1"/>
                </a:solidFill>
                <a:latin typeface="Times New Roman"/>
                <a:ea typeface="Times New Roman"/>
                <a:cs typeface="Times New Roman"/>
                <a:sym typeface="Times New Roman"/>
              </a:rPr>
              <a:t>argvNew[0] = "/bin/ls";  argvNew[1] = "-l";</a:t>
            </a:r>
            <a:endParaRPr sz="1750">
              <a:solidFill>
                <a:schemeClr val="dk1"/>
              </a:solidFill>
              <a:latin typeface="Times New Roman"/>
              <a:ea typeface="Times New Roman"/>
              <a:cs typeface="Times New Roman"/>
              <a:sym typeface="Times New Roman"/>
            </a:endParaRPr>
          </a:p>
          <a:p>
            <a:pPr indent="0" lvl="0" marL="620395" marR="0" rtl="0" algn="l">
              <a:lnSpc>
                <a:spcPct val="100000"/>
              </a:lnSpc>
              <a:spcBef>
                <a:spcPts val="10"/>
              </a:spcBef>
              <a:spcAft>
                <a:spcPts val="0"/>
              </a:spcAft>
              <a:buNone/>
            </a:pPr>
            <a:r>
              <a:rPr lang="en-US" sz="1750">
                <a:solidFill>
                  <a:schemeClr val="dk1"/>
                </a:solidFill>
                <a:latin typeface="Times New Roman"/>
                <a:ea typeface="Times New Roman"/>
                <a:cs typeface="Times New Roman"/>
                <a:sym typeface="Times New Roman"/>
              </a:rPr>
              <a:t>argvNew[2] = NULL;</a:t>
            </a:r>
            <a:endParaRPr sz="1750">
              <a:solidFill>
                <a:schemeClr val="dk1"/>
              </a:solidFill>
              <a:latin typeface="Times New Roman"/>
              <a:ea typeface="Times New Roman"/>
              <a:cs typeface="Times New Roman"/>
              <a:sym typeface="Times New Roman"/>
            </a:endParaRPr>
          </a:p>
          <a:p>
            <a:pPr indent="-203200" lvl="0" marL="822960" marR="5080" rtl="0" algn="l">
              <a:lnSpc>
                <a:spcPct val="101000"/>
              </a:lnSpc>
              <a:spcBef>
                <a:spcPts val="0"/>
              </a:spcBef>
              <a:spcAft>
                <a:spcPts val="0"/>
              </a:spcAft>
              <a:buNone/>
            </a:pPr>
            <a:r>
              <a:rPr b="1" lang="en-US" sz="1750">
                <a:solidFill>
                  <a:schemeClr val="dk1"/>
                </a:solidFill>
                <a:latin typeface="Times New Roman"/>
                <a:ea typeface="Times New Roman"/>
                <a:cs typeface="Times New Roman"/>
                <a:sym typeface="Times New Roman"/>
              </a:rPr>
              <a:t>if </a:t>
            </a:r>
            <a:r>
              <a:rPr lang="en-US" sz="1750">
                <a:solidFill>
                  <a:schemeClr val="dk1"/>
                </a:solidFill>
                <a:latin typeface="Times New Roman"/>
                <a:ea typeface="Times New Roman"/>
                <a:cs typeface="Times New Roman"/>
                <a:sym typeface="Times New Roman"/>
              </a:rPr>
              <a:t>(execve(argvNew[0], argvNew, environ) &lt; 0) </a:t>
            </a:r>
            <a:endParaRPr sz="1750">
              <a:solidFill>
                <a:schemeClr val="dk1"/>
              </a:solidFill>
              <a:latin typeface="Times New Roman"/>
              <a:ea typeface="Times New Roman"/>
              <a:cs typeface="Times New Roman"/>
              <a:sym typeface="Times New Roman"/>
            </a:endParaRPr>
          </a:p>
          <a:p>
            <a:pPr indent="-203200" lvl="0" marL="822960" marR="5080" rtl="0" algn="l">
              <a:lnSpc>
                <a:spcPct val="101000"/>
              </a:lnSpc>
              <a:spcBef>
                <a:spcPts val="0"/>
              </a:spcBef>
              <a:spcAft>
                <a:spcPts val="0"/>
              </a:spcAft>
              <a:buNone/>
            </a:pPr>
            <a:r>
              <a:rPr lang="en-US" sz="1750">
                <a:solidFill>
                  <a:schemeClr val="dk1"/>
                </a:solidFill>
                <a:latin typeface="Times New Roman"/>
                <a:ea typeface="Times New Roman"/>
                <a:cs typeface="Times New Roman"/>
                <a:sym typeface="Times New Roman"/>
              </a:rPr>
              <a:t>{  printf( "Execve error\n“);</a:t>
            </a:r>
            <a:endParaRPr sz="1750">
              <a:solidFill>
                <a:schemeClr val="dk1"/>
              </a:solidFill>
              <a:latin typeface="Times New Roman"/>
              <a:ea typeface="Times New Roman"/>
              <a:cs typeface="Times New Roman"/>
              <a:sym typeface="Times New Roman"/>
            </a:endParaRPr>
          </a:p>
          <a:p>
            <a:pPr indent="0" lvl="0" marL="822960" marR="0" rtl="0" algn="l">
              <a:lnSpc>
                <a:spcPct val="100000"/>
              </a:lnSpc>
              <a:spcBef>
                <a:spcPts val="15"/>
              </a:spcBef>
              <a:spcAft>
                <a:spcPts val="0"/>
              </a:spcAft>
              <a:buNone/>
            </a:pPr>
            <a:r>
              <a:rPr b="1" lang="en-US" sz="1750">
                <a:solidFill>
                  <a:schemeClr val="dk1"/>
                </a:solidFill>
                <a:latin typeface="Times New Roman"/>
                <a:ea typeface="Times New Roman"/>
                <a:cs typeface="Times New Roman"/>
                <a:sym typeface="Times New Roman"/>
              </a:rPr>
              <a:t>exit(1</a:t>
            </a:r>
            <a:r>
              <a:rPr lang="en-US" sz="1750">
                <a:solidFill>
                  <a:schemeClr val="dk1"/>
                </a:solidFill>
                <a:latin typeface="Times New Roman"/>
                <a:ea typeface="Times New Roman"/>
                <a:cs typeface="Times New Roman"/>
                <a:sym typeface="Times New Roman"/>
              </a:rPr>
              <a:t>);</a:t>
            </a:r>
            <a:endParaRPr sz="1750">
              <a:solidFill>
                <a:schemeClr val="dk1"/>
              </a:solidFill>
              <a:latin typeface="Times New Roman"/>
              <a:ea typeface="Times New Roman"/>
              <a:cs typeface="Times New Roman"/>
              <a:sym typeface="Times New Roman"/>
            </a:endParaRPr>
          </a:p>
          <a:p>
            <a:pPr indent="0" lvl="0" marL="620395" marR="0" rtl="0" algn="l">
              <a:lnSpc>
                <a:spcPct val="100000"/>
              </a:lnSpc>
              <a:spcBef>
                <a:spcPts val="10"/>
              </a:spcBef>
              <a:spcAft>
                <a:spcPts val="0"/>
              </a:spcAft>
              <a:buNone/>
            </a:pPr>
            <a:r>
              <a:rPr lang="en-US" sz="1750">
                <a:solidFill>
                  <a:schemeClr val="dk1"/>
                </a:solidFill>
                <a:latin typeface="Times New Roman"/>
                <a:ea typeface="Times New Roman"/>
                <a:cs typeface="Times New Roman"/>
                <a:sym typeface="Times New Roman"/>
              </a:rPr>
              <a:t>}</a:t>
            </a:r>
            <a:endParaRPr sz="1750">
              <a:solidFill>
                <a:schemeClr val="dk1"/>
              </a:solidFill>
              <a:latin typeface="Times New Roman"/>
              <a:ea typeface="Times New Roman"/>
              <a:cs typeface="Times New Roman"/>
              <a:sym typeface="Times New Roman"/>
            </a:endParaRPr>
          </a:p>
          <a:p>
            <a:pPr indent="0" lvl="0" marL="215265" marR="0" rtl="0" algn="l">
              <a:lnSpc>
                <a:spcPct val="100000"/>
              </a:lnSpc>
              <a:spcBef>
                <a:spcPts val="10"/>
              </a:spcBef>
              <a:spcAft>
                <a:spcPts val="0"/>
              </a:spcAft>
              <a:buNone/>
            </a:pPr>
            <a:r>
              <a:rPr lang="en-US" sz="1750">
                <a:solidFill>
                  <a:schemeClr val="dk1"/>
                </a:solidFill>
                <a:latin typeface="Times New Roman"/>
                <a:ea typeface="Times New Roman"/>
                <a:cs typeface="Times New Roman"/>
                <a:sym typeface="Times New Roman"/>
              </a:rPr>
              <a:t>} </a:t>
            </a:r>
            <a:r>
              <a:rPr b="1" lang="en-US" sz="1750">
                <a:solidFill>
                  <a:schemeClr val="dk1"/>
                </a:solidFill>
                <a:latin typeface="Times New Roman"/>
                <a:ea typeface="Times New Roman"/>
                <a:cs typeface="Times New Roman"/>
                <a:sym typeface="Times New Roman"/>
              </a:rPr>
              <a:t>else </a:t>
            </a:r>
            <a:endParaRPr b="1" sz="1750">
              <a:solidFill>
                <a:schemeClr val="dk1"/>
              </a:solidFill>
              <a:latin typeface="Times New Roman"/>
              <a:ea typeface="Times New Roman"/>
              <a:cs typeface="Times New Roman"/>
              <a:sym typeface="Times New Roman"/>
            </a:endParaRPr>
          </a:p>
          <a:p>
            <a:pPr indent="0" lvl="0" marL="215265" marR="0" rtl="0" algn="l">
              <a:lnSpc>
                <a:spcPct val="100000"/>
              </a:lnSpc>
              <a:spcBef>
                <a:spcPts val="10"/>
              </a:spcBef>
              <a:spcAft>
                <a:spcPts val="0"/>
              </a:spcAft>
              <a:buNone/>
            </a:pPr>
            <a:r>
              <a:rPr lang="en-US" sz="1750">
                <a:solidFill>
                  <a:schemeClr val="dk1"/>
                </a:solidFill>
                <a:latin typeface="Times New Roman"/>
                <a:ea typeface="Times New Roman"/>
                <a:cs typeface="Times New Roman"/>
                <a:sym typeface="Times New Roman"/>
              </a:rPr>
              <a:t>{ /* parent */</a:t>
            </a:r>
            <a:endParaRPr sz="1750">
              <a:solidFill>
                <a:schemeClr val="dk1"/>
              </a:solidFill>
              <a:latin typeface="Times New Roman"/>
              <a:ea typeface="Times New Roman"/>
              <a:cs typeface="Times New Roman"/>
              <a:sym typeface="Times New Roman"/>
            </a:endParaRPr>
          </a:p>
          <a:p>
            <a:pPr indent="0" lvl="0" marL="670560" marR="0" rtl="0" algn="l">
              <a:lnSpc>
                <a:spcPct val="100000"/>
              </a:lnSpc>
              <a:spcBef>
                <a:spcPts val="15"/>
              </a:spcBef>
              <a:spcAft>
                <a:spcPts val="0"/>
              </a:spcAft>
              <a:buNone/>
            </a:pPr>
            <a:r>
              <a:rPr lang="en-US" sz="1750">
                <a:solidFill>
                  <a:schemeClr val="dk1"/>
                </a:solidFill>
                <a:latin typeface="Times New Roman"/>
                <a:ea typeface="Times New Roman"/>
                <a:cs typeface="Times New Roman"/>
                <a:sym typeface="Times New Roman"/>
              </a:rPr>
              <a:t>wait(pid); /* wait for the child to finish */</a:t>
            </a:r>
            <a:endParaRPr sz="1750">
              <a:solidFill>
                <a:schemeClr val="dk1"/>
              </a:solidFill>
              <a:latin typeface="Times New Roman"/>
              <a:ea typeface="Times New Roman"/>
              <a:cs typeface="Times New Roman"/>
              <a:sym typeface="Times New Roman"/>
            </a:endParaRPr>
          </a:p>
          <a:p>
            <a:pPr indent="0" lvl="0" marL="215265" marR="0" rtl="0" algn="l">
              <a:lnSpc>
                <a:spcPct val="100000"/>
              </a:lnSpc>
              <a:spcBef>
                <a:spcPts val="10"/>
              </a:spcBef>
              <a:spcAft>
                <a:spcPts val="0"/>
              </a:spcAft>
              <a:buNone/>
            </a:pPr>
            <a:r>
              <a:rPr lang="en-US" sz="1750">
                <a:solidFill>
                  <a:schemeClr val="dk1"/>
                </a:solidFill>
                <a:latin typeface="Times New Roman"/>
                <a:ea typeface="Times New Roman"/>
                <a:cs typeface="Times New Roman"/>
                <a:sym typeface="Times New Roman"/>
              </a:rPr>
              <a:t>}</a:t>
            </a:r>
            <a:endParaRPr sz="1750">
              <a:solidFill>
                <a:schemeClr val="dk1"/>
              </a:solidFill>
              <a:latin typeface="Times New Roman"/>
              <a:ea typeface="Times New Roman"/>
              <a:cs typeface="Times New Roman"/>
              <a:sym typeface="Times New Roman"/>
            </a:endParaRPr>
          </a:p>
          <a:p>
            <a:pPr indent="0" lvl="0" marL="12700" marR="0" rtl="0" algn="l">
              <a:lnSpc>
                <a:spcPct val="100000"/>
              </a:lnSpc>
              <a:spcBef>
                <a:spcPts val="15"/>
              </a:spcBef>
              <a:spcAft>
                <a:spcPts val="0"/>
              </a:spcAft>
              <a:buNone/>
            </a:pPr>
            <a:r>
              <a:rPr lang="en-US" sz="1750">
                <a:solidFill>
                  <a:schemeClr val="dk1"/>
                </a:solidFill>
                <a:latin typeface="Times New Roman"/>
                <a:ea typeface="Times New Roman"/>
                <a:cs typeface="Times New Roman"/>
                <a:sym typeface="Times New Roman"/>
              </a:rPr>
              <a:t>}</a:t>
            </a:r>
            <a:endParaRPr sz="1750">
              <a:solidFill>
                <a:schemeClr val="dk1"/>
              </a:solidFill>
              <a:latin typeface="Times New Roman"/>
              <a:ea typeface="Times New Roman"/>
              <a:cs typeface="Times New Roman"/>
              <a:sym typeface="Times New Roman"/>
            </a:endParaRPr>
          </a:p>
        </p:txBody>
      </p:sp>
      <p:sp>
        <p:nvSpPr>
          <p:cNvPr id="1171" name="Google Shape;1171;p82"/>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2" name="Google Shape;1172;p82"/>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173" name="Google Shape;1173;p82"/>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83"/>
          <p:cNvSpPr txBox="1"/>
          <p:nvPr>
            <p:ph type="title"/>
          </p:nvPr>
        </p:nvSpPr>
        <p:spPr>
          <a:xfrm>
            <a:off x="1093625" y="872687"/>
            <a:ext cx="268986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696464"/>
                </a:solidFill>
              </a:rPr>
              <a:t>References</a:t>
            </a:r>
            <a:endParaRPr>
              <a:solidFill>
                <a:srgbClr val="696464"/>
              </a:solidFill>
            </a:endParaRPr>
          </a:p>
        </p:txBody>
      </p:sp>
      <p:sp>
        <p:nvSpPr>
          <p:cNvPr id="1179" name="Google Shape;1179;p83"/>
          <p:cNvSpPr txBox="1"/>
          <p:nvPr/>
        </p:nvSpPr>
        <p:spPr>
          <a:xfrm>
            <a:off x="1081020" y="1622492"/>
            <a:ext cx="8335009" cy="4596130"/>
          </a:xfrm>
          <a:prstGeom prst="rect">
            <a:avLst/>
          </a:prstGeom>
          <a:noFill/>
          <a:ln>
            <a:noFill/>
          </a:ln>
        </p:spPr>
        <p:txBody>
          <a:bodyPr anchorCtr="0" anchor="t" bIns="0" lIns="0" spcFirstLastPara="1" rIns="0" wrap="square" tIns="55225">
            <a:spAutoFit/>
          </a:bodyPr>
          <a:lstStyle/>
          <a:p>
            <a:pPr indent="-300355" lvl="0" marL="325120" marR="0" rtl="0" algn="l">
              <a:lnSpc>
                <a:spcPct val="100000"/>
              </a:lnSpc>
              <a:spcBef>
                <a:spcPts val="0"/>
              </a:spcBef>
              <a:spcAft>
                <a:spcPts val="0"/>
              </a:spcAft>
              <a:buClr>
                <a:srgbClr val="D34816"/>
              </a:buClr>
              <a:buSzPts val="2253"/>
              <a:buFont typeface="Arimo"/>
              <a:buChar char=""/>
            </a:pPr>
            <a:r>
              <a:rPr lang="en-US" sz="2650">
                <a:solidFill>
                  <a:schemeClr val="dk1"/>
                </a:solidFill>
                <a:latin typeface="Times New Roman"/>
                <a:ea typeface="Times New Roman"/>
                <a:cs typeface="Times New Roman"/>
                <a:sym typeface="Times New Roman"/>
              </a:rPr>
              <a:t>Operating System Concepts (Silberschatz, 8</a:t>
            </a:r>
            <a:r>
              <a:rPr baseline="30000" lang="en-US" sz="2625">
                <a:solidFill>
                  <a:schemeClr val="dk1"/>
                </a:solidFill>
                <a:latin typeface="Times New Roman"/>
                <a:ea typeface="Times New Roman"/>
                <a:cs typeface="Times New Roman"/>
                <a:sym typeface="Times New Roman"/>
              </a:rPr>
              <a:t>th </a:t>
            </a:r>
            <a:r>
              <a:rPr lang="en-US" sz="2650">
                <a:solidFill>
                  <a:schemeClr val="dk1"/>
                </a:solidFill>
                <a:latin typeface="Times New Roman"/>
                <a:ea typeface="Times New Roman"/>
                <a:cs typeface="Times New Roman"/>
                <a:sym typeface="Times New Roman"/>
              </a:rPr>
              <a:t>edition) Chapter 3</a:t>
            </a:r>
            <a:endParaRPr sz="2650">
              <a:solidFill>
                <a:schemeClr val="dk1"/>
              </a:solidFill>
              <a:latin typeface="Times New Roman"/>
              <a:ea typeface="Times New Roman"/>
              <a:cs typeface="Times New Roman"/>
              <a:sym typeface="Times New Roman"/>
            </a:endParaRPr>
          </a:p>
          <a:p>
            <a:pPr indent="-300355" lvl="0" marL="325120" marR="0" rtl="0" algn="l">
              <a:lnSpc>
                <a:spcPct val="113584"/>
              </a:lnSpc>
              <a:spcBef>
                <a:spcPts val="340"/>
              </a:spcBef>
              <a:spcAft>
                <a:spcPts val="0"/>
              </a:spcAft>
              <a:buClr>
                <a:srgbClr val="D34816"/>
              </a:buClr>
              <a:buSzPts val="2253"/>
              <a:buFont typeface="Arimo"/>
              <a:buChar char=""/>
            </a:pPr>
            <a:r>
              <a:rPr lang="en-US" sz="2650" u="sng">
                <a:solidFill>
                  <a:srgbClr val="CC9900"/>
                </a:solidFill>
                <a:latin typeface="Times New Roman"/>
                <a:ea typeface="Times New Roman"/>
                <a:cs typeface="Times New Roman"/>
                <a:sym typeface="Times New Roman"/>
                <a:hlinkClick r:id="rId3">
                  <a:extLst>
                    <a:ext uri="{A12FA001-AC4F-418D-AE19-62706E023703}">
                      <ahyp:hlinkClr val="tx"/>
                    </a:ext>
                  </a:extLst>
                </a:hlinkClick>
              </a:rPr>
              <a:t>http://siber.cankaya.edu.tr/OperatingSystems/ceng328/node87</a:t>
            </a:r>
            <a:endParaRPr sz="2650">
              <a:solidFill>
                <a:schemeClr val="dk1"/>
              </a:solidFill>
              <a:latin typeface="Times New Roman"/>
              <a:ea typeface="Times New Roman"/>
              <a:cs typeface="Times New Roman"/>
              <a:sym typeface="Times New Roman"/>
            </a:endParaRPr>
          </a:p>
          <a:p>
            <a:pPr indent="0" lvl="0" marL="325120" marR="0" rtl="0" algn="l">
              <a:lnSpc>
                <a:spcPct val="113584"/>
              </a:lnSpc>
              <a:spcBef>
                <a:spcPts val="0"/>
              </a:spcBef>
              <a:spcAft>
                <a:spcPts val="0"/>
              </a:spcAft>
              <a:buNone/>
            </a:pPr>
            <a:r>
              <a:rPr lang="en-US" sz="2650" u="sng">
                <a:solidFill>
                  <a:srgbClr val="CC9900"/>
                </a:solidFill>
                <a:latin typeface="Times New Roman"/>
                <a:ea typeface="Times New Roman"/>
                <a:cs typeface="Times New Roman"/>
                <a:sym typeface="Times New Roman"/>
              </a:rPr>
              <a:t>.html</a:t>
            </a:r>
            <a:endParaRPr sz="2650">
              <a:solidFill>
                <a:schemeClr val="dk1"/>
              </a:solidFill>
              <a:latin typeface="Times New Roman"/>
              <a:ea typeface="Times New Roman"/>
              <a:cs typeface="Times New Roman"/>
              <a:sym typeface="Times New Roman"/>
            </a:endParaRPr>
          </a:p>
          <a:p>
            <a:pPr indent="-300355" lvl="0" marL="325120" marR="0" rtl="0" algn="l">
              <a:lnSpc>
                <a:spcPct val="113584"/>
              </a:lnSpc>
              <a:spcBef>
                <a:spcPts val="335"/>
              </a:spcBef>
              <a:spcAft>
                <a:spcPts val="0"/>
              </a:spcAft>
              <a:buClr>
                <a:srgbClr val="D34816"/>
              </a:buClr>
              <a:buSzPts val="2253"/>
              <a:buFont typeface="Arimo"/>
              <a:buChar char=""/>
            </a:pPr>
            <a:r>
              <a:rPr lang="en-US" sz="2650" u="sng">
                <a:solidFill>
                  <a:srgbClr val="CC9900"/>
                </a:solidFill>
                <a:latin typeface="Times New Roman"/>
                <a:ea typeface="Times New Roman"/>
                <a:cs typeface="Times New Roman"/>
                <a:sym typeface="Times New Roman"/>
                <a:hlinkClick r:id="rId4">
                  <a:extLst>
                    <a:ext uri="{A12FA001-AC4F-418D-AE19-62706E023703}">
                      <ahyp:hlinkClr val="tx"/>
                    </a:ext>
                  </a:extLst>
                </a:hlinkClick>
              </a:rPr>
              <a:t>http://www.personal.kent.edu/~rmuhamma/OpSystems/Myos</a:t>
            </a:r>
            <a:endParaRPr sz="2650">
              <a:solidFill>
                <a:schemeClr val="dk1"/>
              </a:solidFill>
              <a:latin typeface="Times New Roman"/>
              <a:ea typeface="Times New Roman"/>
              <a:cs typeface="Times New Roman"/>
              <a:sym typeface="Times New Roman"/>
            </a:endParaRPr>
          </a:p>
          <a:p>
            <a:pPr indent="0" lvl="0" marL="325120" marR="0" rtl="0" algn="l">
              <a:lnSpc>
                <a:spcPct val="113584"/>
              </a:lnSpc>
              <a:spcBef>
                <a:spcPts val="0"/>
              </a:spcBef>
              <a:spcAft>
                <a:spcPts val="0"/>
              </a:spcAft>
              <a:buNone/>
            </a:pPr>
            <a:r>
              <a:rPr lang="en-US" sz="2650" u="sng">
                <a:solidFill>
                  <a:srgbClr val="CC9900"/>
                </a:solidFill>
                <a:latin typeface="Times New Roman"/>
                <a:ea typeface="Times New Roman"/>
                <a:cs typeface="Times New Roman"/>
                <a:sym typeface="Times New Roman"/>
              </a:rPr>
              <a:t>/processControl.htm</a:t>
            </a:r>
            <a:endParaRPr sz="2650">
              <a:solidFill>
                <a:schemeClr val="dk1"/>
              </a:solidFill>
              <a:latin typeface="Times New Roman"/>
              <a:ea typeface="Times New Roman"/>
              <a:cs typeface="Times New Roman"/>
              <a:sym typeface="Times New Roman"/>
            </a:endParaRPr>
          </a:p>
          <a:p>
            <a:pPr indent="-300355" lvl="0" marL="325120" marR="0" rtl="0" algn="l">
              <a:lnSpc>
                <a:spcPct val="113962"/>
              </a:lnSpc>
              <a:spcBef>
                <a:spcPts val="335"/>
              </a:spcBef>
              <a:spcAft>
                <a:spcPts val="0"/>
              </a:spcAft>
              <a:buClr>
                <a:srgbClr val="D34816"/>
              </a:buClr>
              <a:buSzPts val="2253"/>
              <a:buFont typeface="Arimo"/>
              <a:buChar char=""/>
            </a:pPr>
            <a:r>
              <a:rPr lang="en-US" sz="2650" u="sng">
                <a:solidFill>
                  <a:srgbClr val="CC9900"/>
                </a:solidFill>
                <a:latin typeface="Times New Roman"/>
                <a:ea typeface="Times New Roman"/>
                <a:cs typeface="Times New Roman"/>
                <a:sym typeface="Times New Roman"/>
                <a:hlinkClick r:id="rId5">
                  <a:extLst>
                    <a:ext uri="{A12FA001-AC4F-418D-AE19-62706E023703}">
                      <ahyp:hlinkClr val="tx"/>
                    </a:ext>
                  </a:extLst>
                </a:hlinkClick>
              </a:rPr>
              <a:t>http://www.tutorialspoint.com/operating_system/os_processes</a:t>
            </a:r>
            <a:endParaRPr sz="2650">
              <a:solidFill>
                <a:schemeClr val="dk1"/>
              </a:solidFill>
              <a:latin typeface="Times New Roman"/>
              <a:ea typeface="Times New Roman"/>
              <a:cs typeface="Times New Roman"/>
              <a:sym typeface="Times New Roman"/>
            </a:endParaRPr>
          </a:p>
          <a:p>
            <a:pPr indent="0" lvl="0" marL="325120" marR="0" rtl="0" algn="l">
              <a:lnSpc>
                <a:spcPct val="113962"/>
              </a:lnSpc>
              <a:spcBef>
                <a:spcPts val="0"/>
              </a:spcBef>
              <a:spcAft>
                <a:spcPts val="0"/>
              </a:spcAft>
              <a:buNone/>
            </a:pPr>
            <a:r>
              <a:rPr lang="en-US" sz="2650" u="sng">
                <a:solidFill>
                  <a:srgbClr val="CC9900"/>
                </a:solidFill>
                <a:latin typeface="Times New Roman"/>
                <a:ea typeface="Times New Roman"/>
                <a:cs typeface="Times New Roman"/>
                <a:sym typeface="Times New Roman"/>
              </a:rPr>
              <a:t>.htm</a:t>
            </a:r>
            <a:endParaRPr sz="2650">
              <a:solidFill>
                <a:schemeClr val="dk1"/>
              </a:solidFill>
              <a:latin typeface="Times New Roman"/>
              <a:ea typeface="Times New Roman"/>
              <a:cs typeface="Times New Roman"/>
              <a:sym typeface="Times New Roman"/>
            </a:endParaRPr>
          </a:p>
          <a:p>
            <a:pPr indent="-300355" lvl="0" marL="325120" marR="0" rtl="0" algn="l">
              <a:lnSpc>
                <a:spcPct val="100000"/>
              </a:lnSpc>
              <a:spcBef>
                <a:spcPts val="325"/>
              </a:spcBef>
              <a:spcAft>
                <a:spcPts val="0"/>
              </a:spcAft>
              <a:buClr>
                <a:srgbClr val="D34816"/>
              </a:buClr>
              <a:buSzPts val="2253"/>
              <a:buFont typeface="Arimo"/>
              <a:buChar char=""/>
            </a:pPr>
            <a:r>
              <a:rPr lang="en-US" sz="2650" u="sng">
                <a:solidFill>
                  <a:srgbClr val="CC9900"/>
                </a:solidFill>
                <a:latin typeface="Times New Roman"/>
                <a:ea typeface="Times New Roman"/>
                <a:cs typeface="Times New Roman"/>
                <a:sym typeface="Times New Roman"/>
                <a:hlinkClick r:id="rId6">
                  <a:extLst>
                    <a:ext uri="{A12FA001-AC4F-418D-AE19-62706E023703}">
                      <ahyp:hlinkClr val="tx"/>
                    </a:ext>
                  </a:extLst>
                </a:hlinkClick>
              </a:rPr>
              <a:t>http://wiki.answers.com/Q/Explain_process_control_block</a:t>
            </a:r>
            <a:endParaRPr sz="2650">
              <a:solidFill>
                <a:schemeClr val="dk1"/>
              </a:solidFill>
              <a:latin typeface="Times New Roman"/>
              <a:ea typeface="Times New Roman"/>
              <a:cs typeface="Times New Roman"/>
              <a:sym typeface="Times New Roman"/>
            </a:endParaRPr>
          </a:p>
          <a:p>
            <a:pPr indent="-300355" lvl="0" marL="325120" marR="0" rtl="0" algn="l">
              <a:lnSpc>
                <a:spcPct val="100000"/>
              </a:lnSpc>
              <a:spcBef>
                <a:spcPts val="335"/>
              </a:spcBef>
              <a:spcAft>
                <a:spcPts val="0"/>
              </a:spcAft>
              <a:buClr>
                <a:srgbClr val="D34816"/>
              </a:buClr>
              <a:buSzPts val="2253"/>
              <a:buFont typeface="Arimo"/>
              <a:buChar char=""/>
            </a:pPr>
            <a:r>
              <a:rPr lang="en-US" sz="2650" u="sng">
                <a:solidFill>
                  <a:srgbClr val="CC9900"/>
                </a:solidFill>
                <a:latin typeface="Times New Roman"/>
                <a:ea typeface="Times New Roman"/>
                <a:cs typeface="Times New Roman"/>
                <a:sym typeface="Times New Roman"/>
                <a:hlinkClick r:id="rId7">
                  <a:extLst>
                    <a:ext uri="{A12FA001-AC4F-418D-AE19-62706E023703}">
                      <ahyp:hlinkClr val="tx"/>
                    </a:ext>
                  </a:extLst>
                </a:hlinkClick>
              </a:rPr>
              <a:t>http://www.gitam.edu/eresource/comp/gvr(os)/4.2.htm</a:t>
            </a:r>
            <a:endParaRPr sz="2650">
              <a:solidFill>
                <a:schemeClr val="dk1"/>
              </a:solidFill>
              <a:latin typeface="Times New Roman"/>
              <a:ea typeface="Times New Roman"/>
              <a:cs typeface="Times New Roman"/>
              <a:sym typeface="Times New Roman"/>
            </a:endParaRPr>
          </a:p>
          <a:p>
            <a:pPr indent="-300355" lvl="0" marL="325120" marR="128270" rtl="0" algn="l">
              <a:lnSpc>
                <a:spcPct val="107924"/>
              </a:lnSpc>
              <a:spcBef>
                <a:spcPts val="690"/>
              </a:spcBef>
              <a:spcAft>
                <a:spcPts val="0"/>
              </a:spcAft>
              <a:buClr>
                <a:srgbClr val="D34816"/>
              </a:buClr>
              <a:buSzPts val="2253"/>
              <a:buFont typeface="Arimo"/>
              <a:buChar char=""/>
            </a:pPr>
            <a:r>
              <a:rPr lang="en-US" sz="2650" u="sng">
                <a:solidFill>
                  <a:srgbClr val="CC9900"/>
                </a:solidFill>
                <a:latin typeface="Times New Roman"/>
                <a:ea typeface="Times New Roman"/>
                <a:cs typeface="Times New Roman"/>
                <a:sym typeface="Times New Roman"/>
                <a:hlinkClick r:id="rId8">
                  <a:extLst>
                    <a:ext uri="{A12FA001-AC4F-418D-AE19-62706E023703}">
                      <ahyp:hlinkClr val="tx"/>
                    </a:ext>
                  </a:extLst>
                </a:hlinkClick>
              </a:rPr>
              <a:t>http://www.sal.ksu.edu/faculty/tim/ossg/Process/p_create.ht </a:t>
            </a:r>
            <a:r>
              <a:rPr lang="en-US" sz="2650" u="sng">
                <a:solidFill>
                  <a:srgbClr val="CC9900"/>
                </a:solidFill>
                <a:latin typeface="Times New Roman"/>
                <a:ea typeface="Times New Roman"/>
                <a:cs typeface="Times New Roman"/>
                <a:sym typeface="Times New Roman"/>
              </a:rPr>
              <a:t> ml</a:t>
            </a:r>
            <a:endParaRPr sz="2650">
              <a:solidFill>
                <a:schemeClr val="dk1"/>
              </a:solidFill>
              <a:latin typeface="Times New Roman"/>
              <a:ea typeface="Times New Roman"/>
              <a:cs typeface="Times New Roman"/>
              <a:sym typeface="Times New Roman"/>
            </a:endParaRPr>
          </a:p>
        </p:txBody>
      </p:sp>
      <p:sp>
        <p:nvSpPr>
          <p:cNvPr id="1180" name="Google Shape;1180;p83"/>
          <p:cNvSpPr/>
          <p:nvPr/>
        </p:nvSpPr>
        <p:spPr>
          <a:xfrm>
            <a:off x="161544" y="6946392"/>
            <a:ext cx="502920" cy="502920"/>
          </a:xfrm>
          <a:custGeom>
            <a:rect b="b" l="l" r="r" t="t"/>
            <a:pathLst>
              <a:path extrusionOk="0" h="502920" w="502920">
                <a:moveTo>
                  <a:pt x="251459" y="502919"/>
                </a:moveTo>
                <a:lnTo>
                  <a:pt x="206310" y="498862"/>
                </a:lnTo>
                <a:lnTo>
                  <a:pt x="163795" y="487165"/>
                </a:lnTo>
                <a:lnTo>
                  <a:pt x="124629" y="468545"/>
                </a:lnTo>
                <a:lnTo>
                  <a:pt x="89527" y="443716"/>
                </a:lnTo>
                <a:lnTo>
                  <a:pt x="59203" y="413392"/>
                </a:lnTo>
                <a:lnTo>
                  <a:pt x="34374" y="378290"/>
                </a:lnTo>
                <a:lnTo>
                  <a:pt x="15754" y="339124"/>
                </a:lnTo>
                <a:lnTo>
                  <a:pt x="4057" y="296609"/>
                </a:lnTo>
                <a:lnTo>
                  <a:pt x="0" y="251459"/>
                </a:lnTo>
                <a:lnTo>
                  <a:pt x="4057" y="206310"/>
                </a:lnTo>
                <a:lnTo>
                  <a:pt x="15754" y="163795"/>
                </a:lnTo>
                <a:lnTo>
                  <a:pt x="34374" y="124629"/>
                </a:lnTo>
                <a:lnTo>
                  <a:pt x="59203" y="89527"/>
                </a:lnTo>
                <a:lnTo>
                  <a:pt x="89527" y="59203"/>
                </a:lnTo>
                <a:lnTo>
                  <a:pt x="124629" y="34374"/>
                </a:lnTo>
                <a:lnTo>
                  <a:pt x="163795" y="15754"/>
                </a:lnTo>
                <a:lnTo>
                  <a:pt x="206310" y="4057"/>
                </a:lnTo>
                <a:lnTo>
                  <a:pt x="251459" y="0"/>
                </a:lnTo>
                <a:lnTo>
                  <a:pt x="296609" y="4057"/>
                </a:lnTo>
                <a:lnTo>
                  <a:pt x="339124" y="15754"/>
                </a:lnTo>
                <a:lnTo>
                  <a:pt x="378290" y="34374"/>
                </a:lnTo>
                <a:lnTo>
                  <a:pt x="413392" y="59203"/>
                </a:lnTo>
                <a:lnTo>
                  <a:pt x="443716" y="89527"/>
                </a:lnTo>
                <a:lnTo>
                  <a:pt x="468545" y="124629"/>
                </a:lnTo>
                <a:lnTo>
                  <a:pt x="487165" y="163795"/>
                </a:lnTo>
                <a:lnTo>
                  <a:pt x="498862" y="206310"/>
                </a:lnTo>
                <a:lnTo>
                  <a:pt x="502919" y="251459"/>
                </a:lnTo>
                <a:lnTo>
                  <a:pt x="498862" y="296609"/>
                </a:lnTo>
                <a:lnTo>
                  <a:pt x="487165" y="339124"/>
                </a:lnTo>
                <a:lnTo>
                  <a:pt x="468545" y="378290"/>
                </a:lnTo>
                <a:lnTo>
                  <a:pt x="443716" y="413392"/>
                </a:lnTo>
                <a:lnTo>
                  <a:pt x="413392" y="443716"/>
                </a:lnTo>
                <a:lnTo>
                  <a:pt x="378290" y="468545"/>
                </a:lnTo>
                <a:lnTo>
                  <a:pt x="339124" y="487165"/>
                </a:lnTo>
                <a:lnTo>
                  <a:pt x="296609" y="498862"/>
                </a:lnTo>
                <a:lnTo>
                  <a:pt x="251459" y="502919"/>
                </a:lnTo>
                <a:close/>
              </a:path>
            </a:pathLst>
          </a:custGeom>
          <a:solidFill>
            <a:srgbClr val="D3481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83"/>
          <p:cNvSpPr txBox="1"/>
          <p:nvPr>
            <p:ph idx="11" type="ftr"/>
          </p:nvPr>
        </p:nvSpPr>
        <p:spPr>
          <a:xfrm>
            <a:off x="1093724" y="7039050"/>
            <a:ext cx="2503170" cy="243840"/>
          </a:xfrm>
          <a:prstGeom prst="rect">
            <a:avLst/>
          </a:prstGeom>
          <a:noFill/>
          <a:ln>
            <a:noFill/>
          </a:ln>
        </p:spPr>
        <p:txBody>
          <a:bodyPr anchorCtr="0" anchor="t" bIns="0" lIns="0" spcFirstLastPara="1" rIns="0" wrap="square" tIns="0">
            <a:spAutoFit/>
          </a:bodyPr>
          <a:lstStyle/>
          <a:p>
            <a:pPr indent="0" lvl="0" marL="12700" rtl="0" algn="l">
              <a:lnSpc>
                <a:spcPct val="119333"/>
              </a:lnSpc>
              <a:spcBef>
                <a:spcPts val="0"/>
              </a:spcBef>
              <a:spcAft>
                <a:spcPts val="0"/>
              </a:spcAft>
              <a:buNone/>
            </a:pPr>
            <a:r>
              <a:rPr lang="en-US"/>
              <a:t>CS-2006 Operating Systems</a:t>
            </a:r>
            <a:endParaRPr/>
          </a:p>
        </p:txBody>
      </p:sp>
      <p:sp>
        <p:nvSpPr>
          <p:cNvPr id="1182" name="Google Shape;1182;p83"/>
          <p:cNvSpPr txBox="1"/>
          <p:nvPr/>
        </p:nvSpPr>
        <p:spPr>
          <a:xfrm>
            <a:off x="259079" y="7077995"/>
            <a:ext cx="306070" cy="247015"/>
          </a:xfrm>
          <a:prstGeom prst="rect">
            <a:avLst/>
          </a:prstGeom>
          <a:noFill/>
          <a:ln>
            <a:noFill/>
          </a:ln>
        </p:spPr>
        <p:txBody>
          <a:bodyPr anchorCtr="0" anchor="t" bIns="0" lIns="0" spcFirstLastPara="1" rIns="0" wrap="square" tIns="625">
            <a:spAutoFit/>
          </a:bodyPr>
          <a:lstStyle/>
          <a:p>
            <a:pPr indent="0" lvl="0" marL="38100" marR="0" rtl="0" algn="l">
              <a:lnSpc>
                <a:spcPct val="100000"/>
              </a:lnSpc>
              <a:spcBef>
                <a:spcPts val="0"/>
              </a:spcBef>
              <a:spcAft>
                <a:spcPts val="0"/>
              </a:spcAft>
              <a:buNone/>
            </a:pPr>
            <a:fld id="{00000000-1234-1234-1234-123412341234}" type="slidenum">
              <a:rPr lang="en-US" sz="1500">
                <a:solidFill>
                  <a:srgbClr val="FFFFFF"/>
                </a:solidFill>
                <a:latin typeface="Trebuchet MS"/>
                <a:ea typeface="Trebuchet MS"/>
                <a:cs typeface="Trebuchet MS"/>
                <a:sym typeface="Trebuchet MS"/>
              </a:rPr>
              <a:t>‹#›</a:t>
            </a:fld>
            <a:endParaRPr sz="1500">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99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2023-09-13T07:43:28Z</dcterms:created>
  <dc:creator>rana.asif</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2022-03-25T15:00:00Z</vt:filetime>
  </property>
  <property fmtid="{D5CDD505-2E9C-101B-9397-08002B2CF9AE}" pid="3" name="LastSaved">
    <vt:filetime>2023-02-20T15:00:00Z</vt:filetime>
  </property>
  <property fmtid="{D5CDD505-2E9C-101B-9397-08002B2CF9AE}" pid="4" name="KSOProductBuildVer">
    <vt:lpwstr>1033-5.4.4.8063</vt:lpwstr>
  </property>
</Properties>
</file>