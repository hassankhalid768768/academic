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11"/>
  </p:notesMasterIdLst>
  <p:handoutMasterIdLst>
    <p:handoutMasterId r:id="rId12"/>
  </p:handoutMasterIdLst>
  <p:sldIdLst>
    <p:sldId id="256" r:id="rId2"/>
    <p:sldId id="261" r:id="rId3"/>
    <p:sldId id="258" r:id="rId4"/>
    <p:sldId id="262" r:id="rId5"/>
    <p:sldId id="263" r:id="rId6"/>
    <p:sldId id="264" r:id="rId7"/>
    <p:sldId id="265" r:id="rId8"/>
    <p:sldId id="266" r:id="rId9"/>
    <p:sldId id="260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48" autoAdjust="0"/>
  </p:normalViewPr>
  <p:slideViewPr>
    <p:cSldViewPr snapToGrid="0">
      <p:cViewPr varScale="1">
        <p:scale>
          <a:sx n="61" d="100"/>
          <a:sy n="61" d="100"/>
        </p:scale>
        <p:origin x="10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D9C16A6-8C48-4165-8DAF-8C957C12A8FA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2_2" csCatId="accent2" phldr="1"/>
      <dgm:spPr/>
    </dgm:pt>
    <dgm:pt modelId="{701D68F5-42F8-47BC-8FED-84C50F595DF0}">
      <dgm:prSet phldrT="[Text]"/>
      <dgm:spPr/>
      <dgm:t>
        <a:bodyPr/>
        <a:lstStyle/>
        <a:p>
          <a:r>
            <a:rPr lang="en-ZA" dirty="0"/>
            <a:t>7-Segment Display</a:t>
          </a:r>
          <a:endParaRPr lang="en-US" dirty="0"/>
        </a:p>
      </dgm:t>
    </dgm:pt>
    <dgm:pt modelId="{9617668C-C38C-4017-8DDF-37855B15D110}" type="parTrans" cxnId="{C4BA385D-31ED-40EF-A5D6-98DFBA64E71A}">
      <dgm:prSet/>
      <dgm:spPr/>
      <dgm:t>
        <a:bodyPr/>
        <a:lstStyle/>
        <a:p>
          <a:endParaRPr lang="en-US"/>
        </a:p>
      </dgm:t>
    </dgm:pt>
    <dgm:pt modelId="{0C95B389-AC0C-4055-9AA3-38815EFC8B0A}" type="sibTrans" cxnId="{C4BA385D-31ED-40EF-A5D6-98DFBA64E71A}">
      <dgm:prSet/>
      <dgm:spPr/>
      <dgm:t>
        <a:bodyPr/>
        <a:lstStyle/>
        <a:p>
          <a:endParaRPr lang="en-US"/>
        </a:p>
      </dgm:t>
    </dgm:pt>
    <dgm:pt modelId="{91A66877-AC1C-46D9-BF2C-6024B638DEA9}">
      <dgm:prSet phldrT="[Text]"/>
      <dgm:spPr/>
      <dgm:t>
        <a:bodyPr/>
        <a:lstStyle/>
        <a:p>
          <a:r>
            <a:rPr lang="en-US" dirty="0"/>
            <a:t>Register</a:t>
          </a:r>
        </a:p>
      </dgm:t>
    </dgm:pt>
    <dgm:pt modelId="{913FED05-DF41-48A7-B1F8-81937A468EF9}" type="parTrans" cxnId="{7F0DAB6F-9257-4F2D-B31A-3418F73F6952}">
      <dgm:prSet/>
      <dgm:spPr/>
      <dgm:t>
        <a:bodyPr/>
        <a:lstStyle/>
        <a:p>
          <a:endParaRPr lang="en-US"/>
        </a:p>
      </dgm:t>
    </dgm:pt>
    <dgm:pt modelId="{BFCE4A28-C381-46FF-935A-B11534EF7D87}" type="sibTrans" cxnId="{7F0DAB6F-9257-4F2D-B31A-3418F73F6952}">
      <dgm:prSet/>
      <dgm:spPr/>
      <dgm:t>
        <a:bodyPr/>
        <a:lstStyle/>
        <a:p>
          <a:endParaRPr lang="en-US"/>
        </a:p>
      </dgm:t>
    </dgm:pt>
    <dgm:pt modelId="{76CC3289-2662-43F0-A3C6-BA04A135F08C}">
      <dgm:prSet phldrT="[Text]"/>
      <dgm:spPr/>
      <dgm:t>
        <a:bodyPr/>
        <a:lstStyle/>
        <a:p>
          <a:r>
            <a:rPr lang="en-US" dirty="0"/>
            <a:t>Adder</a:t>
          </a:r>
        </a:p>
      </dgm:t>
    </dgm:pt>
    <dgm:pt modelId="{D46DB4DA-1442-4ECE-89FE-BBB1E3489E3D}" type="parTrans" cxnId="{0400886E-8A1A-44C2-95A7-DB0EF4911494}">
      <dgm:prSet/>
      <dgm:spPr/>
      <dgm:t>
        <a:bodyPr/>
        <a:lstStyle/>
        <a:p>
          <a:endParaRPr lang="en-US"/>
        </a:p>
      </dgm:t>
    </dgm:pt>
    <dgm:pt modelId="{FA28C9D6-476E-43CD-BA23-D6D990FD78D0}" type="sibTrans" cxnId="{0400886E-8A1A-44C2-95A7-DB0EF4911494}">
      <dgm:prSet/>
      <dgm:spPr/>
      <dgm:t>
        <a:bodyPr/>
        <a:lstStyle/>
        <a:p>
          <a:endParaRPr lang="en-US"/>
        </a:p>
      </dgm:t>
    </dgm:pt>
    <dgm:pt modelId="{8994D886-A75F-411A-A9D7-D31991FF12BD}" type="pres">
      <dgm:prSet presAssocID="{7D9C16A6-8C48-4165-8DAF-8C957C12A8FA}" presName="root" presStyleCnt="0">
        <dgm:presLayoutVars>
          <dgm:dir/>
          <dgm:resizeHandles val="exact"/>
        </dgm:presLayoutVars>
      </dgm:prSet>
      <dgm:spPr/>
    </dgm:pt>
    <dgm:pt modelId="{E1DBA6D5-BD14-4CD2-A0CC-80F867FEFA81}" type="pres">
      <dgm:prSet presAssocID="{701D68F5-42F8-47BC-8FED-84C50F595DF0}" presName="compNode" presStyleCnt="0"/>
      <dgm:spPr/>
    </dgm:pt>
    <dgm:pt modelId="{19A8DC21-3E65-409D-AD53-DA51BB9198A0}" type="pres">
      <dgm:prSet presAssocID="{701D68F5-42F8-47BC-8FED-84C50F595DF0}" presName="iconRect" presStyleLbl="node1" presStyleIdx="0" presStyleCnt="3" custScaleX="157625" custScaleY="157625"/>
      <dgm:spPr>
        <a:blipFill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2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" r="-1000"/>
          </a:stretch>
        </a:blipFill>
        <a:ln>
          <a:noFill/>
        </a:ln>
      </dgm:spPr>
    </dgm:pt>
    <dgm:pt modelId="{B9F90A48-FF94-4C94-A587-0190406F6FD3}" type="pres">
      <dgm:prSet presAssocID="{701D68F5-42F8-47BC-8FED-84C50F595DF0}" presName="spaceRect" presStyleCnt="0"/>
      <dgm:spPr/>
    </dgm:pt>
    <dgm:pt modelId="{A99B5DD6-89E9-4537-B415-4205CEB9323A}" type="pres">
      <dgm:prSet presAssocID="{701D68F5-42F8-47BC-8FED-84C50F595DF0}" presName="textRect" presStyleLbl="revTx" presStyleIdx="0" presStyleCnt="3" custLinFactNeighborX="1468" custLinFactNeighborY="37160">
        <dgm:presLayoutVars>
          <dgm:chMax val="1"/>
          <dgm:chPref val="1"/>
        </dgm:presLayoutVars>
      </dgm:prSet>
      <dgm:spPr/>
    </dgm:pt>
    <dgm:pt modelId="{8B391436-B9B0-45BD-A57F-792D6376D868}" type="pres">
      <dgm:prSet presAssocID="{0C95B389-AC0C-4055-9AA3-38815EFC8B0A}" presName="sibTrans" presStyleCnt="0"/>
      <dgm:spPr/>
    </dgm:pt>
    <dgm:pt modelId="{95872155-C45D-46D3-874C-D838089A06F8}" type="pres">
      <dgm:prSet presAssocID="{91A66877-AC1C-46D9-BF2C-6024B638DEA9}" presName="compNode" presStyleCnt="0"/>
      <dgm:spPr/>
    </dgm:pt>
    <dgm:pt modelId="{CE9DF0E8-B0DE-4E1E-9FF4-6006AD8428DB}" type="pres">
      <dgm:prSet presAssocID="{91A66877-AC1C-46D9-BF2C-6024B638DEA9}" presName="iconRect" presStyleLbl="node1" presStyleIdx="1" presStyleCnt="3" custScaleX="157625" custScaleY="157625"/>
      <dgm:spPr>
        <a:blipFill>
          <a:blip xmlns:r="http://schemas.openxmlformats.org/officeDocument/2006/relationships" r:embed="rId2">
            <a:duotone>
              <a:schemeClr val="accent2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2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7000" b="-7000"/>
          </a:stretch>
        </a:blipFill>
        <a:ln>
          <a:noFill/>
        </a:ln>
      </dgm:spPr>
    </dgm:pt>
    <dgm:pt modelId="{AA0423A1-55B2-45E9-BFE7-3FBE5BDA65ED}" type="pres">
      <dgm:prSet presAssocID="{91A66877-AC1C-46D9-BF2C-6024B638DEA9}" presName="spaceRect" presStyleCnt="0"/>
      <dgm:spPr/>
    </dgm:pt>
    <dgm:pt modelId="{55120873-6F5C-4053-8EAD-6287A7F1097E}" type="pres">
      <dgm:prSet presAssocID="{91A66877-AC1C-46D9-BF2C-6024B638DEA9}" presName="textRect" presStyleLbl="revTx" presStyleIdx="1" presStyleCnt="3" custLinFactNeighborX="4403" custLinFactNeighborY="50009">
        <dgm:presLayoutVars>
          <dgm:chMax val="1"/>
          <dgm:chPref val="1"/>
        </dgm:presLayoutVars>
      </dgm:prSet>
      <dgm:spPr/>
    </dgm:pt>
    <dgm:pt modelId="{F679C986-30E4-4F0A-A3A6-CAE528BFED76}" type="pres">
      <dgm:prSet presAssocID="{BFCE4A28-C381-46FF-935A-B11534EF7D87}" presName="sibTrans" presStyleCnt="0"/>
      <dgm:spPr/>
    </dgm:pt>
    <dgm:pt modelId="{2EC2FDE3-8908-45C7-A3FD-EB370213FE69}" type="pres">
      <dgm:prSet presAssocID="{76CC3289-2662-43F0-A3C6-BA04A135F08C}" presName="compNode" presStyleCnt="0"/>
      <dgm:spPr/>
    </dgm:pt>
    <dgm:pt modelId="{6DB1FE51-13D0-4A38-AD6E-48D4371A1AF3}" type="pres">
      <dgm:prSet presAssocID="{76CC3289-2662-43F0-A3C6-BA04A135F08C}" presName="iconRect" presStyleLbl="node1" presStyleIdx="2" presStyleCnt="3" custScaleX="157625" custScaleY="157625"/>
      <dgm:spPr>
        <a:blipFill>
          <a:blip xmlns:r="http://schemas.openxmlformats.org/officeDocument/2006/relationships" r:embed="rId3">
            <a:duotone>
              <a:schemeClr val="accent2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2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2000" b="-12000"/>
          </a:stretch>
        </a:blipFill>
        <a:ln>
          <a:noFill/>
        </a:ln>
      </dgm:spPr>
    </dgm:pt>
    <dgm:pt modelId="{0928538A-05CC-4A79-BD5D-92F985D1EEE5}" type="pres">
      <dgm:prSet presAssocID="{76CC3289-2662-43F0-A3C6-BA04A135F08C}" presName="spaceRect" presStyleCnt="0"/>
      <dgm:spPr/>
    </dgm:pt>
    <dgm:pt modelId="{133097FC-B1F8-4953-B0AB-E8E73D968D1C}" type="pres">
      <dgm:prSet presAssocID="{76CC3289-2662-43F0-A3C6-BA04A135F08C}" presName="textRect" presStyleLbl="revTx" presStyleIdx="2" presStyleCnt="3" custLinFactNeighborX="-2213" custLinFactNeighborY="50009">
        <dgm:presLayoutVars>
          <dgm:chMax val="1"/>
          <dgm:chPref val="1"/>
        </dgm:presLayoutVars>
      </dgm:prSet>
      <dgm:spPr/>
    </dgm:pt>
  </dgm:ptLst>
  <dgm:cxnLst>
    <dgm:cxn modelId="{1B8CB22C-9648-419B-97E9-4AA6C3555723}" type="presOf" srcId="{701D68F5-42F8-47BC-8FED-84C50F595DF0}" destId="{A99B5DD6-89E9-4537-B415-4205CEB9323A}" srcOrd="0" destOrd="0" presId="urn:microsoft.com/office/officeart/2018/2/layout/IconLabelList"/>
    <dgm:cxn modelId="{C4BA385D-31ED-40EF-A5D6-98DFBA64E71A}" srcId="{7D9C16A6-8C48-4165-8DAF-8C957C12A8FA}" destId="{701D68F5-42F8-47BC-8FED-84C50F595DF0}" srcOrd="0" destOrd="0" parTransId="{9617668C-C38C-4017-8DDF-37855B15D110}" sibTransId="{0C95B389-AC0C-4055-9AA3-38815EFC8B0A}"/>
    <dgm:cxn modelId="{5574CC64-4BF2-43BE-BABC-6DF1E58A4C74}" type="presOf" srcId="{7D9C16A6-8C48-4165-8DAF-8C957C12A8FA}" destId="{8994D886-A75F-411A-A9D7-D31991FF12BD}" srcOrd="0" destOrd="0" presId="urn:microsoft.com/office/officeart/2018/2/layout/IconLabelList"/>
    <dgm:cxn modelId="{0400886E-8A1A-44C2-95A7-DB0EF4911494}" srcId="{7D9C16A6-8C48-4165-8DAF-8C957C12A8FA}" destId="{76CC3289-2662-43F0-A3C6-BA04A135F08C}" srcOrd="2" destOrd="0" parTransId="{D46DB4DA-1442-4ECE-89FE-BBB1E3489E3D}" sibTransId="{FA28C9D6-476E-43CD-BA23-D6D990FD78D0}"/>
    <dgm:cxn modelId="{7F0DAB6F-9257-4F2D-B31A-3418F73F6952}" srcId="{7D9C16A6-8C48-4165-8DAF-8C957C12A8FA}" destId="{91A66877-AC1C-46D9-BF2C-6024B638DEA9}" srcOrd="1" destOrd="0" parTransId="{913FED05-DF41-48A7-B1F8-81937A468EF9}" sibTransId="{BFCE4A28-C381-46FF-935A-B11534EF7D87}"/>
    <dgm:cxn modelId="{EC5C6E85-C523-4B60-976B-342F12E3A6CB}" type="presOf" srcId="{91A66877-AC1C-46D9-BF2C-6024B638DEA9}" destId="{55120873-6F5C-4053-8EAD-6287A7F1097E}" srcOrd="0" destOrd="0" presId="urn:microsoft.com/office/officeart/2018/2/layout/IconLabelList"/>
    <dgm:cxn modelId="{6E31C6AB-C9E6-448F-A8CC-566A63619D4D}" type="presOf" srcId="{76CC3289-2662-43F0-A3C6-BA04A135F08C}" destId="{133097FC-B1F8-4953-B0AB-E8E73D968D1C}" srcOrd="0" destOrd="0" presId="urn:microsoft.com/office/officeart/2018/2/layout/IconLabelList"/>
    <dgm:cxn modelId="{2AD6E781-3ED2-484E-B438-73386D2C583D}" type="presParOf" srcId="{8994D886-A75F-411A-A9D7-D31991FF12BD}" destId="{E1DBA6D5-BD14-4CD2-A0CC-80F867FEFA81}" srcOrd="0" destOrd="0" presId="urn:microsoft.com/office/officeart/2018/2/layout/IconLabelList"/>
    <dgm:cxn modelId="{10B2B212-528C-471D-ABD0-D66ED992B833}" type="presParOf" srcId="{E1DBA6D5-BD14-4CD2-A0CC-80F867FEFA81}" destId="{19A8DC21-3E65-409D-AD53-DA51BB9198A0}" srcOrd="0" destOrd="0" presId="urn:microsoft.com/office/officeart/2018/2/layout/IconLabelList"/>
    <dgm:cxn modelId="{2A8FB3D0-F98B-4F5A-BACA-4315E38776FB}" type="presParOf" srcId="{E1DBA6D5-BD14-4CD2-A0CC-80F867FEFA81}" destId="{B9F90A48-FF94-4C94-A587-0190406F6FD3}" srcOrd="1" destOrd="0" presId="urn:microsoft.com/office/officeart/2018/2/layout/IconLabelList"/>
    <dgm:cxn modelId="{95FEF629-9884-451C-89B4-41B897ABE3D6}" type="presParOf" srcId="{E1DBA6D5-BD14-4CD2-A0CC-80F867FEFA81}" destId="{A99B5DD6-89E9-4537-B415-4205CEB9323A}" srcOrd="2" destOrd="0" presId="urn:microsoft.com/office/officeart/2018/2/layout/IconLabelList"/>
    <dgm:cxn modelId="{0FE6827F-DE80-4F8A-8E9D-7F88C0F7EF29}" type="presParOf" srcId="{8994D886-A75F-411A-A9D7-D31991FF12BD}" destId="{8B391436-B9B0-45BD-A57F-792D6376D868}" srcOrd="1" destOrd="0" presId="urn:microsoft.com/office/officeart/2018/2/layout/IconLabelList"/>
    <dgm:cxn modelId="{4857BE3A-D518-473D-AC79-7B9BF18B9824}" type="presParOf" srcId="{8994D886-A75F-411A-A9D7-D31991FF12BD}" destId="{95872155-C45D-46D3-874C-D838089A06F8}" srcOrd="2" destOrd="0" presId="urn:microsoft.com/office/officeart/2018/2/layout/IconLabelList"/>
    <dgm:cxn modelId="{B4B325C4-81F2-4B3E-8CBF-4532B0BFA343}" type="presParOf" srcId="{95872155-C45D-46D3-874C-D838089A06F8}" destId="{CE9DF0E8-B0DE-4E1E-9FF4-6006AD8428DB}" srcOrd="0" destOrd="0" presId="urn:microsoft.com/office/officeart/2018/2/layout/IconLabelList"/>
    <dgm:cxn modelId="{0AE6D335-6E55-47E1-BAD8-0368620AB8F6}" type="presParOf" srcId="{95872155-C45D-46D3-874C-D838089A06F8}" destId="{AA0423A1-55B2-45E9-BFE7-3FBE5BDA65ED}" srcOrd="1" destOrd="0" presId="urn:microsoft.com/office/officeart/2018/2/layout/IconLabelList"/>
    <dgm:cxn modelId="{AFEE8CCD-97FE-4EFA-A584-DF6AFDAD2B20}" type="presParOf" srcId="{95872155-C45D-46D3-874C-D838089A06F8}" destId="{55120873-6F5C-4053-8EAD-6287A7F1097E}" srcOrd="2" destOrd="0" presId="urn:microsoft.com/office/officeart/2018/2/layout/IconLabelList"/>
    <dgm:cxn modelId="{26649F18-C204-4047-8300-905486AB3755}" type="presParOf" srcId="{8994D886-A75F-411A-A9D7-D31991FF12BD}" destId="{F679C986-30E4-4F0A-A3A6-CAE528BFED76}" srcOrd="3" destOrd="0" presId="urn:microsoft.com/office/officeart/2018/2/layout/IconLabelList"/>
    <dgm:cxn modelId="{898D629F-DA37-435F-A0B2-0617605D711A}" type="presParOf" srcId="{8994D886-A75F-411A-A9D7-D31991FF12BD}" destId="{2EC2FDE3-8908-45C7-A3FD-EB370213FE69}" srcOrd="4" destOrd="0" presId="urn:microsoft.com/office/officeart/2018/2/layout/IconLabelList"/>
    <dgm:cxn modelId="{2BDADB1C-15B1-4763-9B35-3792147F8F87}" type="presParOf" srcId="{2EC2FDE3-8908-45C7-A3FD-EB370213FE69}" destId="{6DB1FE51-13D0-4A38-AD6E-48D4371A1AF3}" srcOrd="0" destOrd="0" presId="urn:microsoft.com/office/officeart/2018/2/layout/IconLabelList"/>
    <dgm:cxn modelId="{F692F1E6-C6EC-4391-8432-EB6C34194240}" type="presParOf" srcId="{2EC2FDE3-8908-45C7-A3FD-EB370213FE69}" destId="{0928538A-05CC-4A79-BD5D-92F985D1EEE5}" srcOrd="1" destOrd="0" presId="urn:microsoft.com/office/officeart/2018/2/layout/IconLabelList"/>
    <dgm:cxn modelId="{0E6AF6C4-A4E5-4234-9E16-F9F2334264CD}" type="presParOf" srcId="{2EC2FDE3-8908-45C7-A3FD-EB370213FE69}" destId="{133097FC-B1F8-4953-B0AB-E8E73D968D1C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A8DC21-3E65-409D-AD53-DA51BB9198A0}">
      <dsp:nvSpPr>
        <dsp:cNvPr id="0" name=""/>
        <dsp:cNvSpPr/>
      </dsp:nvSpPr>
      <dsp:spPr>
        <a:xfrm>
          <a:off x="523237" y="494935"/>
          <a:ext cx="2285995" cy="2285995"/>
        </a:xfrm>
        <a:prstGeom prst="rect">
          <a:avLst/>
        </a:prstGeom>
        <a:blipFill>
          <a:blip xmlns:r="http://schemas.openxmlformats.org/officeDocument/2006/relationships" r:embed="rId1">
            <a:duotone>
              <a:schemeClr val="accent2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2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" r="-1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9B5DD6-89E9-4537-B415-4205CEB9323A}">
      <dsp:nvSpPr>
        <dsp:cNvPr id="0" name=""/>
        <dsp:cNvSpPr/>
      </dsp:nvSpPr>
      <dsp:spPr>
        <a:xfrm>
          <a:off x="102130" y="3013821"/>
          <a:ext cx="322283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ZA" sz="3400" kern="1200" dirty="0"/>
            <a:t>7-Segment Display</a:t>
          </a:r>
          <a:endParaRPr lang="en-US" sz="3400" kern="1200" dirty="0"/>
        </a:p>
      </dsp:txBody>
      <dsp:txXfrm>
        <a:off x="102130" y="3013821"/>
        <a:ext cx="3222832" cy="720000"/>
      </dsp:txXfrm>
    </dsp:sp>
    <dsp:sp modelId="{CE9DF0E8-B0DE-4E1E-9FF4-6006AD8428DB}">
      <dsp:nvSpPr>
        <dsp:cNvPr id="0" name=""/>
        <dsp:cNvSpPr/>
      </dsp:nvSpPr>
      <dsp:spPr>
        <a:xfrm>
          <a:off x="4310064" y="494935"/>
          <a:ext cx="2285995" cy="2285995"/>
        </a:xfrm>
        <a:prstGeom prst="rect">
          <a:avLst/>
        </a:prstGeom>
        <a:blipFill>
          <a:blip xmlns:r="http://schemas.openxmlformats.org/officeDocument/2006/relationships" r:embed="rId2">
            <a:duotone>
              <a:schemeClr val="accent2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2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7000" b="-7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120873-6F5C-4053-8EAD-6287A7F1097E}">
      <dsp:nvSpPr>
        <dsp:cNvPr id="0" name=""/>
        <dsp:cNvSpPr/>
      </dsp:nvSpPr>
      <dsp:spPr>
        <a:xfrm>
          <a:off x="3983547" y="3106334"/>
          <a:ext cx="322283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Register</a:t>
          </a:r>
        </a:p>
      </dsp:txBody>
      <dsp:txXfrm>
        <a:off x="3983547" y="3106334"/>
        <a:ext cx="3222832" cy="720000"/>
      </dsp:txXfrm>
    </dsp:sp>
    <dsp:sp modelId="{6DB1FE51-13D0-4A38-AD6E-48D4371A1AF3}">
      <dsp:nvSpPr>
        <dsp:cNvPr id="0" name=""/>
        <dsp:cNvSpPr/>
      </dsp:nvSpPr>
      <dsp:spPr>
        <a:xfrm>
          <a:off x="8096892" y="494935"/>
          <a:ext cx="2285995" cy="2285995"/>
        </a:xfrm>
        <a:prstGeom prst="rect">
          <a:avLst/>
        </a:prstGeom>
        <a:blipFill>
          <a:blip xmlns:r="http://schemas.openxmlformats.org/officeDocument/2006/relationships" r:embed="rId3">
            <a:duotone>
              <a:schemeClr val="accent2">
                <a:hueOff val="0"/>
                <a:satOff val="0"/>
                <a:lumOff val="0"/>
                <a:alphaOff val="0"/>
                <a:shade val="20000"/>
                <a:satMod val="200000"/>
              </a:schemeClr>
              <a:schemeClr val="accent2">
                <a:hueOff val="0"/>
                <a:satOff val="0"/>
                <a:lumOff val="0"/>
                <a:alphaOff val="0"/>
                <a:tint val="12000"/>
                <a:satMod val="19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2000" b="-12000"/>
          </a:stretch>
        </a:blipFill>
        <a:ln w="22225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3097FC-B1F8-4953-B0AB-E8E73D968D1C}">
      <dsp:nvSpPr>
        <dsp:cNvPr id="0" name=""/>
        <dsp:cNvSpPr/>
      </dsp:nvSpPr>
      <dsp:spPr>
        <a:xfrm>
          <a:off x="7557152" y="3106334"/>
          <a:ext cx="322283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Adder</a:t>
          </a:r>
        </a:p>
      </dsp:txBody>
      <dsp:txXfrm>
        <a:off x="7557152" y="3106334"/>
        <a:ext cx="3222832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869721-F543-4A6C-BF9D-65D7CC540427}" type="datetimeFigureOut">
              <a:rPr lang="en-US" smtClean="0"/>
              <a:t>6/1/2022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90168E-626C-4E60-93C0-A00D256094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2326A-4C88-4AFB-AA5B-5919D81DFF5B}" type="datetimeFigureOut">
              <a:rPr lang="en-US" smtClean="0"/>
              <a:t>6/1/2022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3AB32-59DF-41F1-9618-EDFBF504962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9275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B3AB32-59DF-41F1-9618-EDFBF504962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6/1/2022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Picture 6" descr="Digital Connection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61009" y="2809854"/>
            <a:ext cx="10993549" cy="895244"/>
          </a:xfrm>
        </p:spPr>
        <p:txBody>
          <a:bodyPr>
            <a:noAutofit/>
          </a:bodyPr>
          <a:lstStyle/>
          <a:p>
            <a:r>
              <a:rPr lang="en-US" sz="11500" b="1" dirty="0">
                <a:solidFill>
                  <a:schemeClr val="bg1"/>
                </a:solidFill>
                <a:latin typeface="Algerian" panose="04020705040A02060702" pitchFamily="82" charset="0"/>
              </a:rPr>
              <a:t>SPEEDOMETER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6717" y="4798426"/>
            <a:ext cx="10993546" cy="1742675"/>
          </a:xfrm>
        </p:spPr>
        <p:txBody>
          <a:bodyPr>
            <a:normAutofit/>
          </a:bodyPr>
          <a:lstStyle/>
          <a:p>
            <a:pPr algn="ctr"/>
            <a:r>
              <a:rPr lang="en-US" sz="3200" dirty="0">
                <a:solidFill>
                  <a:srgbClr val="7CEBFF"/>
                </a:solidFill>
              </a:rPr>
              <a:t>MUHAMMAD HASSAN KHALID (21L-5692)</a:t>
            </a:r>
          </a:p>
          <a:p>
            <a:pPr algn="ctr"/>
            <a:r>
              <a:rPr lang="en-US" sz="3200" dirty="0">
                <a:solidFill>
                  <a:srgbClr val="7CEBFF"/>
                </a:solidFill>
              </a:rPr>
              <a:t>MUHAMMAD HAMZA (21L-5636)</a:t>
            </a: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40558-A365-4CCE-92FA-5A48CD98F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264487"/>
            <a:ext cx="11029616" cy="71887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EFF"/>
                </a:solidFill>
              </a:rPr>
              <a:t>CIRCUIT Requirements</a:t>
            </a:r>
          </a:p>
        </p:txBody>
      </p:sp>
      <p:graphicFrame>
        <p:nvGraphicFramePr>
          <p:cNvPr id="4" name="Content Placeholder 3" descr="icon SmartArt graphic">
            <a:extLst>
              <a:ext uri="{FF2B5EF4-FFF2-40B4-BE49-F238E27FC236}">
                <a16:creationId xmlns:a16="http://schemas.microsoft.com/office/drawing/2014/main" id="{81E592E1-99DF-4294-A2E9-EF46299BD3F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57549172"/>
              </p:ext>
            </p:extLst>
          </p:nvPr>
        </p:nvGraphicFramePr>
        <p:xfrm>
          <a:off x="642938" y="858445"/>
          <a:ext cx="10906125" cy="39612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WHATS HAPPENING?</a:t>
            </a:r>
          </a:p>
        </p:txBody>
      </p:sp>
      <p:pic>
        <p:nvPicPr>
          <p:cNvPr id="6" name="Content Placeholder 5" descr="A close up of a clock&#10;&#10;Description automatically generated with medium confidence">
            <a:extLst>
              <a:ext uri="{FF2B5EF4-FFF2-40B4-BE49-F238E27FC236}">
                <a16:creationId xmlns:a16="http://schemas.microsoft.com/office/drawing/2014/main" id="{C70C0926-2A02-6451-CF25-5EDD0E4A5A8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025" y="2518966"/>
            <a:ext cx="5422900" cy="3050381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FE0483-A776-09FB-9E05-E941F335CB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8417" y="2227632"/>
            <a:ext cx="5422392" cy="36330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There are 5 gears and 1 reverse</a:t>
            </a:r>
          </a:p>
          <a:p>
            <a:r>
              <a:rPr lang="en-US" sz="2400" dirty="0"/>
              <a:t>Gear 1 increases speed by 1 M/PH</a:t>
            </a:r>
          </a:p>
          <a:p>
            <a:r>
              <a:rPr lang="en-US" sz="2400" dirty="0"/>
              <a:t>Gear 2 increases speed by 2 M/PH</a:t>
            </a:r>
          </a:p>
          <a:p>
            <a:r>
              <a:rPr lang="en-US" sz="2400" dirty="0"/>
              <a:t>Gear 3 increases speed by 3 M/PH</a:t>
            </a:r>
          </a:p>
          <a:p>
            <a:r>
              <a:rPr lang="en-US" sz="2400" dirty="0"/>
              <a:t>Gear 4 increases speed by 4 M/PH</a:t>
            </a:r>
          </a:p>
          <a:p>
            <a:r>
              <a:rPr lang="en-US" sz="2400" dirty="0"/>
              <a:t>Gear 5 increases speed by 5 M/PH</a:t>
            </a:r>
          </a:p>
          <a:p>
            <a:r>
              <a:rPr lang="en-US" sz="2400" dirty="0"/>
              <a:t>Reverse decreases speed by 1 M/PH</a:t>
            </a:r>
          </a:p>
        </p:txBody>
      </p:sp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F532-7D84-BEF8-C928-BAE2C299D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WHATS HAPPENING?</a:t>
            </a:r>
          </a:p>
        </p:txBody>
      </p:sp>
      <p:pic>
        <p:nvPicPr>
          <p:cNvPr id="6" name="Content Placeholder 5" descr="A picture containing text, device, meter&#10;&#10;Description automatically generated">
            <a:extLst>
              <a:ext uri="{FF2B5EF4-FFF2-40B4-BE49-F238E27FC236}">
                <a16:creationId xmlns:a16="http://schemas.microsoft.com/office/drawing/2014/main" id="{AF836BA9-04C2-0BF5-D9CD-C3972F16463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07315" y="2282997"/>
            <a:ext cx="4271860" cy="3299845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2C3566-BB9E-AC14-5499-423A689CFC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User enters a speed</a:t>
            </a:r>
          </a:p>
          <a:p>
            <a:r>
              <a:rPr lang="en-US" dirty="0"/>
              <a:t>The speed is retained by the register</a:t>
            </a:r>
          </a:p>
          <a:p>
            <a:r>
              <a:rPr lang="en-US" dirty="0"/>
              <a:t>The user then turns on a gear</a:t>
            </a:r>
          </a:p>
          <a:p>
            <a:r>
              <a:rPr lang="en-US" dirty="0"/>
              <a:t>The speed is again retained by a register</a:t>
            </a:r>
          </a:p>
          <a:p>
            <a:r>
              <a:rPr lang="en-US" dirty="0"/>
              <a:t>This register acts as a type of cruise control</a:t>
            </a:r>
          </a:p>
          <a:p>
            <a:r>
              <a:rPr lang="en-US" dirty="0"/>
              <a:t>The final output is displayed on the seven segment display</a:t>
            </a:r>
          </a:p>
        </p:txBody>
      </p:sp>
    </p:spTree>
    <p:extLst>
      <p:ext uri="{BB962C8B-B14F-4D97-AF65-F5344CB8AC3E}">
        <p14:creationId xmlns:p14="http://schemas.microsoft.com/office/powerpoint/2010/main" val="470745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D08F5-F1B5-0B49-92E4-49F0681A9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EXPLAINING THE CIRCUIT</a:t>
            </a:r>
          </a:p>
        </p:txBody>
      </p:sp>
      <p:pic>
        <p:nvPicPr>
          <p:cNvPr id="6" name="Content Placeholder 5" descr="Diagram, schematic&#10;&#10;Description automatically generated">
            <a:extLst>
              <a:ext uri="{FF2B5EF4-FFF2-40B4-BE49-F238E27FC236}">
                <a16:creationId xmlns:a16="http://schemas.microsoft.com/office/drawing/2014/main" id="{133533EB-1ECF-54D8-E7B6-5E9628A841B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81191" y="2228003"/>
            <a:ext cx="4642724" cy="4143060"/>
          </a:xfrm>
        </p:spPr>
      </p:pic>
      <p:pic>
        <p:nvPicPr>
          <p:cNvPr id="8" name="Content Placeholder 7" descr="Diagram, schematic&#10;&#10;Description automatically generated">
            <a:extLst>
              <a:ext uri="{FF2B5EF4-FFF2-40B4-BE49-F238E27FC236}">
                <a16:creationId xmlns:a16="http://schemas.microsoft.com/office/drawing/2014/main" id="{9958B09D-BC9B-AECE-4667-2F0259176FC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096000" y="2695902"/>
            <a:ext cx="4986709" cy="3290549"/>
          </a:xfrm>
        </p:spPr>
      </p:pic>
    </p:spTree>
    <p:extLst>
      <p:ext uri="{BB962C8B-B14F-4D97-AF65-F5344CB8AC3E}">
        <p14:creationId xmlns:p14="http://schemas.microsoft.com/office/powerpoint/2010/main" val="21581817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4CE8C-B6C0-3CC6-0703-AED7AE8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EXPLAINING THE CIRCUIT</a:t>
            </a:r>
          </a:p>
        </p:txBody>
      </p:sp>
      <p:pic>
        <p:nvPicPr>
          <p:cNvPr id="6" name="Content Placeholder 5" descr="A picture containing shoji&#10;&#10;Description automatically generated">
            <a:extLst>
              <a:ext uri="{FF2B5EF4-FFF2-40B4-BE49-F238E27FC236}">
                <a16:creationId xmlns:a16="http://schemas.microsoft.com/office/drawing/2014/main" id="{BB038B7C-87EB-9B77-0565-333E97F9CC7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677889" y="1953287"/>
            <a:ext cx="2988703" cy="4757528"/>
          </a:xfrm>
        </p:spPr>
      </p:pic>
      <p:pic>
        <p:nvPicPr>
          <p:cNvPr id="8" name="Content Placeholder 7" descr="A picture containing text, shoji&#10;&#10;Description automatically generated">
            <a:extLst>
              <a:ext uri="{FF2B5EF4-FFF2-40B4-BE49-F238E27FC236}">
                <a16:creationId xmlns:a16="http://schemas.microsoft.com/office/drawing/2014/main" id="{71E447B0-F8A3-6C74-86C2-7A8D2BFFB95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032250" y="1953287"/>
            <a:ext cx="3235282" cy="4645532"/>
          </a:xfrm>
        </p:spPr>
      </p:pic>
    </p:spTree>
    <p:extLst>
      <p:ext uri="{BB962C8B-B14F-4D97-AF65-F5344CB8AC3E}">
        <p14:creationId xmlns:p14="http://schemas.microsoft.com/office/powerpoint/2010/main" val="39230765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9B21A8-EC4B-34E6-8893-08793F76B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Diagram, schematic&#10;&#10;Description automatically generated">
            <a:extLst>
              <a:ext uri="{FF2B5EF4-FFF2-40B4-BE49-F238E27FC236}">
                <a16:creationId xmlns:a16="http://schemas.microsoft.com/office/drawing/2014/main" id="{FA7A56DC-4213-00BE-61C3-18094770C0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0" y="65171"/>
            <a:ext cx="12192000" cy="6824479"/>
          </a:xfrm>
        </p:spPr>
      </p:pic>
    </p:spTree>
    <p:extLst>
      <p:ext uri="{BB962C8B-B14F-4D97-AF65-F5344CB8AC3E}">
        <p14:creationId xmlns:p14="http://schemas.microsoft.com/office/powerpoint/2010/main" val="1510789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8AFB2-9941-14B6-FAEB-524FD27CB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7-Segment display explanation</a:t>
            </a:r>
          </a:p>
        </p:txBody>
      </p:sp>
      <p:pic>
        <p:nvPicPr>
          <p:cNvPr id="6" name="Content Placeholder 5" descr="A screenshot of a computer&#10;&#10;Description automatically generated with low confidence">
            <a:extLst>
              <a:ext uri="{FF2B5EF4-FFF2-40B4-BE49-F238E27FC236}">
                <a16:creationId xmlns:a16="http://schemas.microsoft.com/office/drawing/2014/main" id="{969A18CF-45D3-F392-EBC7-1C4FA62B7D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73125" y="2615406"/>
            <a:ext cx="4838700" cy="2857500"/>
          </a:xfrm>
        </p:spPr>
      </p:pic>
      <p:pic>
        <p:nvPicPr>
          <p:cNvPr id="8" name="Content Placeholder 7" descr="A picture containing shape&#10;&#10;Description automatically generated">
            <a:extLst>
              <a:ext uri="{FF2B5EF4-FFF2-40B4-BE49-F238E27FC236}">
                <a16:creationId xmlns:a16="http://schemas.microsoft.com/office/drawing/2014/main" id="{41E13305-BE32-2198-3E0A-D2CB969E53B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928971" y="2142440"/>
            <a:ext cx="3869642" cy="4235095"/>
          </a:xfrm>
        </p:spPr>
      </p:pic>
    </p:spTree>
    <p:extLst>
      <p:ext uri="{BB962C8B-B14F-4D97-AF65-F5344CB8AC3E}">
        <p14:creationId xmlns:p14="http://schemas.microsoft.com/office/powerpoint/2010/main" val="40735208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96275" y="3505095"/>
            <a:ext cx="3081576" cy="2629006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solidFill>
                  <a:schemeClr val="bg2"/>
                </a:solidFill>
              </a:rPr>
              <a:t>ARE  THERE ANY QUESTIONS?</a:t>
            </a:r>
          </a:p>
          <a:p>
            <a:endParaRPr lang="en-US" dirty="0">
              <a:solidFill>
                <a:schemeClr val="bg2"/>
              </a:solidFill>
            </a:endParaRPr>
          </a:p>
          <a:p>
            <a:endParaRPr lang="en-US" dirty="0">
              <a:solidFill>
                <a:schemeClr val="bg2"/>
              </a:solidFill>
            </a:endParaRPr>
          </a:p>
        </p:txBody>
      </p:sp>
      <p:pic>
        <p:nvPicPr>
          <p:cNvPr id="5" name="Picture 4" descr="Digital Number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56390039_win32_fixed.potx" id="{A1D6ED5A-9B8A-4433-BA99-139C56DB1BDE}" vid="{3B3EDB20-B381-4B6C-99AC-7C5CDA2B40F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Tech design</Template>
  <TotalTime>30</TotalTime>
  <Words>148</Words>
  <Application>Microsoft Office PowerPoint</Application>
  <PresentationFormat>Widescreen</PresentationFormat>
  <Paragraphs>30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Algerian</vt:lpstr>
      <vt:lpstr>Calibri</vt:lpstr>
      <vt:lpstr>Gill Sans MT</vt:lpstr>
      <vt:lpstr>Wingdings 2</vt:lpstr>
      <vt:lpstr>Dividend</vt:lpstr>
      <vt:lpstr>SPEEDOMETER</vt:lpstr>
      <vt:lpstr>CIRCUIT Requirements</vt:lpstr>
      <vt:lpstr>WHATS HAPPENING?</vt:lpstr>
      <vt:lpstr>WHATS HAPPENING?</vt:lpstr>
      <vt:lpstr>EXPLAINING THE CIRCUIT</vt:lpstr>
      <vt:lpstr>EXPLAINING THE CIRCUIT</vt:lpstr>
      <vt:lpstr>PowerPoint Presentation</vt:lpstr>
      <vt:lpstr>7-Segment display explanation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SPEEDOMETER</dc:title>
  <dc:creator>L215692Muhammad Hassan KhaLid</dc:creator>
  <cp:lastModifiedBy>L215692Muhammad Hassan KhaLid</cp:lastModifiedBy>
  <cp:revision>1</cp:revision>
  <dcterms:created xsi:type="dcterms:W3CDTF">2022-05-31T19:59:38Z</dcterms:created>
  <dcterms:modified xsi:type="dcterms:W3CDTF">2022-05-31T20:30:09Z</dcterms:modified>
</cp:coreProperties>
</file>