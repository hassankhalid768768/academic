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1" r:id="rId3"/>
    <p:sldId id="258" r:id="rId4"/>
    <p:sldId id="262" r:id="rId5"/>
    <p:sldId id="263" r:id="rId6"/>
    <p:sldId id="264" r:id="rId7"/>
    <p:sldId id="265" r:id="rId8"/>
    <p:sldId id="266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48" autoAdjust="0"/>
  </p:normalViewPr>
  <p:slideViewPr>
    <p:cSldViewPr snapToGrid="0">
      <p:cViewPr varScale="1">
        <p:scale>
          <a:sx n="87" d="100"/>
          <a:sy n="87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/>
        <a:lstStyle/>
        <a:p>
          <a:r>
            <a:rPr lang="en-ZA" dirty="0"/>
            <a:t>7-Segment Display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Register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Adder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 custLinFactNeighborX="1468" custLinFactNeighborY="37160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>
          <a:noFill/>
        </a:ln>
      </dgm:spPr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 custLinFactNeighborX="4403" custLinFactNeighborY="50009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>
          <a:noFill/>
        </a:ln>
      </dgm:spPr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 custLinFactNeighborX="-2213" custLinFactNeighborY="50009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102130" y="3013821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400" kern="1200" dirty="0"/>
            <a:t>7-Segment Display</a:t>
          </a:r>
          <a:endParaRPr lang="en-US" sz="3400" kern="1200" dirty="0"/>
        </a:p>
      </dsp:txBody>
      <dsp:txXfrm>
        <a:off x="102130" y="3013821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983547" y="3106334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Register</a:t>
          </a:r>
        </a:p>
      </dsp:txBody>
      <dsp:txXfrm>
        <a:off x="3983547" y="3106334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557152" y="3106334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Adder</a:t>
          </a:r>
        </a:p>
      </dsp:txBody>
      <dsp:txXfrm>
        <a:off x="7557152" y="3106334"/>
        <a:ext cx="322283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6/2/2022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6/2/2022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009" y="2809854"/>
            <a:ext cx="10993549" cy="895244"/>
          </a:xfrm>
        </p:spPr>
        <p:txBody>
          <a:bodyPr>
            <a:noAutofit/>
          </a:bodyPr>
          <a:lstStyle/>
          <a:p>
            <a:r>
              <a:rPr lang="en-US" sz="11500" b="1" dirty="0">
                <a:solidFill>
                  <a:schemeClr val="bg1"/>
                </a:solidFill>
                <a:latin typeface="Algerian" panose="04020705040A02060702" pitchFamily="82" charset="0"/>
              </a:rPr>
              <a:t>SPEEDOMETER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717" y="4798426"/>
            <a:ext cx="10993546" cy="1742675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7CEBFF"/>
                </a:solidFill>
              </a:rPr>
              <a:t>MUHAMMAD HASSAN KHALID (21L-5692)</a:t>
            </a:r>
          </a:p>
          <a:p>
            <a:pPr algn="ctr"/>
            <a:r>
              <a:rPr lang="en-US" sz="3200" dirty="0">
                <a:solidFill>
                  <a:srgbClr val="7CEBFF"/>
                </a:solidFill>
              </a:rPr>
              <a:t>MUHAMMAD HAMZA (21L-5636)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CIRCUIT Requirements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549172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WHATS HAPPENING?</a:t>
            </a:r>
          </a:p>
        </p:txBody>
      </p:sp>
      <p:pic>
        <p:nvPicPr>
          <p:cNvPr id="6" name="Content Placeholder 5" descr="A close up of a clock&#10;&#10;Description automatically generated with medium confidence">
            <a:extLst>
              <a:ext uri="{FF2B5EF4-FFF2-40B4-BE49-F238E27FC236}">
                <a16:creationId xmlns:a16="http://schemas.microsoft.com/office/drawing/2014/main" id="{C70C0926-2A02-6451-CF25-5EDD0E4A5A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518966"/>
            <a:ext cx="5422900" cy="3050381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FE0483-A776-09FB-9E05-E941F335C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7632"/>
            <a:ext cx="5422392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There are 5 gears and 1 reverse</a:t>
            </a:r>
          </a:p>
          <a:p>
            <a:r>
              <a:rPr lang="en-US" sz="2400" dirty="0"/>
              <a:t>Gear 1 increases speed by 1 M/PH</a:t>
            </a:r>
          </a:p>
          <a:p>
            <a:r>
              <a:rPr lang="en-US" sz="2400" dirty="0"/>
              <a:t>Gear 2 increases speed by 2 M/PH</a:t>
            </a:r>
          </a:p>
          <a:p>
            <a:r>
              <a:rPr lang="en-US" sz="2400" dirty="0"/>
              <a:t>Gear 3 increases speed by 3 M/PH</a:t>
            </a:r>
          </a:p>
          <a:p>
            <a:r>
              <a:rPr lang="en-US" sz="2400" dirty="0"/>
              <a:t>Gear 4 increases speed by 4 M/PH</a:t>
            </a:r>
          </a:p>
          <a:p>
            <a:r>
              <a:rPr lang="en-US" sz="2400" dirty="0"/>
              <a:t>Gear 5 increases speed by 5 M/PH</a:t>
            </a:r>
          </a:p>
          <a:p>
            <a:r>
              <a:rPr lang="en-US" sz="2400" dirty="0"/>
              <a:t>Reverse decreases speed by 1 M/PH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F532-7D84-BEF8-C928-BAE2C299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WHATS HAPPENING?</a:t>
            </a:r>
          </a:p>
        </p:txBody>
      </p:sp>
      <p:pic>
        <p:nvPicPr>
          <p:cNvPr id="6" name="Content Placeholder 5" descr="A picture containing text, device, meter&#10;&#10;Description automatically generated">
            <a:extLst>
              <a:ext uri="{FF2B5EF4-FFF2-40B4-BE49-F238E27FC236}">
                <a16:creationId xmlns:a16="http://schemas.microsoft.com/office/drawing/2014/main" id="{AF836BA9-04C2-0BF5-D9CD-C3972F1646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7315" y="2282997"/>
            <a:ext cx="4271860" cy="329984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C3566-BB9E-AC14-5499-423A689CFC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User enters a speed</a:t>
            </a:r>
          </a:p>
          <a:p>
            <a:r>
              <a:rPr lang="en-US" dirty="0"/>
              <a:t>The speed is retained by the register</a:t>
            </a:r>
          </a:p>
          <a:p>
            <a:r>
              <a:rPr lang="en-US" dirty="0"/>
              <a:t>The user then turns on a gear</a:t>
            </a:r>
          </a:p>
          <a:p>
            <a:r>
              <a:rPr lang="en-US" dirty="0"/>
              <a:t>The speed is again retained by a register</a:t>
            </a:r>
          </a:p>
          <a:p>
            <a:r>
              <a:rPr lang="en-US" dirty="0"/>
              <a:t>This register acts as a type of cruise control</a:t>
            </a:r>
          </a:p>
          <a:p>
            <a:r>
              <a:rPr lang="en-US" dirty="0"/>
              <a:t>The final output is displayed on the seven segment display</a:t>
            </a:r>
          </a:p>
        </p:txBody>
      </p:sp>
    </p:spTree>
    <p:extLst>
      <p:ext uri="{BB962C8B-B14F-4D97-AF65-F5344CB8AC3E}">
        <p14:creationId xmlns:p14="http://schemas.microsoft.com/office/powerpoint/2010/main" val="47074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08F5-F1B5-0B49-92E4-49F0681A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EXPLAINING THE CIRCUIT</a:t>
            </a:r>
          </a:p>
        </p:txBody>
      </p:sp>
      <p:pic>
        <p:nvPicPr>
          <p:cNvPr id="6" name="Content Placeholder 5" descr="Diagram, schematic&#10;&#10;Description automatically generated">
            <a:extLst>
              <a:ext uri="{FF2B5EF4-FFF2-40B4-BE49-F238E27FC236}">
                <a16:creationId xmlns:a16="http://schemas.microsoft.com/office/drawing/2014/main" id="{133533EB-1ECF-54D8-E7B6-5E9628A841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2228003"/>
            <a:ext cx="4642724" cy="4143060"/>
          </a:xfrm>
        </p:spPr>
      </p:pic>
      <p:pic>
        <p:nvPicPr>
          <p:cNvPr id="8" name="Content Placeholder 7" descr="Diagram, schematic&#10;&#10;Description automatically generated">
            <a:extLst>
              <a:ext uri="{FF2B5EF4-FFF2-40B4-BE49-F238E27FC236}">
                <a16:creationId xmlns:a16="http://schemas.microsoft.com/office/drawing/2014/main" id="{9958B09D-BC9B-AECE-4667-2F0259176F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2695902"/>
            <a:ext cx="4986709" cy="3290549"/>
          </a:xfrm>
        </p:spPr>
      </p:pic>
    </p:spTree>
    <p:extLst>
      <p:ext uri="{BB962C8B-B14F-4D97-AF65-F5344CB8AC3E}">
        <p14:creationId xmlns:p14="http://schemas.microsoft.com/office/powerpoint/2010/main" val="2158181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CE8C-B6C0-3CC6-0703-AED7AE8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EXPLAINING THE CIRCUIT</a:t>
            </a:r>
          </a:p>
        </p:txBody>
      </p:sp>
      <p:pic>
        <p:nvPicPr>
          <p:cNvPr id="6" name="Content Placeholder 5" descr="A picture containing shoji&#10;&#10;Description automatically generated">
            <a:extLst>
              <a:ext uri="{FF2B5EF4-FFF2-40B4-BE49-F238E27FC236}">
                <a16:creationId xmlns:a16="http://schemas.microsoft.com/office/drawing/2014/main" id="{BB038B7C-87EB-9B77-0565-333E97F9CC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7889" y="1953287"/>
            <a:ext cx="2988703" cy="4757528"/>
          </a:xfrm>
        </p:spPr>
      </p:pic>
      <p:pic>
        <p:nvPicPr>
          <p:cNvPr id="8" name="Content Placeholder 7" descr="A picture containing text, shoji&#10;&#10;Description automatically generated">
            <a:extLst>
              <a:ext uri="{FF2B5EF4-FFF2-40B4-BE49-F238E27FC236}">
                <a16:creationId xmlns:a16="http://schemas.microsoft.com/office/drawing/2014/main" id="{71E447B0-F8A3-6C74-86C2-7A8D2BFFB9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32250" y="1953287"/>
            <a:ext cx="3235282" cy="4645532"/>
          </a:xfrm>
        </p:spPr>
      </p:pic>
    </p:spTree>
    <p:extLst>
      <p:ext uri="{BB962C8B-B14F-4D97-AF65-F5344CB8AC3E}">
        <p14:creationId xmlns:p14="http://schemas.microsoft.com/office/powerpoint/2010/main" val="392307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21A8-EC4B-34E6-8893-08793F76B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Diagram, schematic&#10;&#10;Description automatically generated">
            <a:extLst>
              <a:ext uri="{FF2B5EF4-FFF2-40B4-BE49-F238E27FC236}">
                <a16:creationId xmlns:a16="http://schemas.microsoft.com/office/drawing/2014/main" id="{FA7A56DC-4213-00BE-61C3-18094770C0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65171"/>
            <a:ext cx="12192000" cy="6824479"/>
          </a:xfrm>
        </p:spPr>
      </p:pic>
    </p:spTree>
    <p:extLst>
      <p:ext uri="{BB962C8B-B14F-4D97-AF65-F5344CB8AC3E}">
        <p14:creationId xmlns:p14="http://schemas.microsoft.com/office/powerpoint/2010/main" val="151078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AFB2-9941-14B6-FAEB-524FD27C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7-Segment display explanation</a:t>
            </a:r>
          </a:p>
        </p:txBody>
      </p:sp>
      <p:pic>
        <p:nvPicPr>
          <p:cNvPr id="6" name="Content Placeholder 5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969A18CF-45D3-F392-EBC7-1C4FA62B7D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73125" y="2615406"/>
            <a:ext cx="4838700" cy="2857500"/>
          </a:xfrm>
        </p:spPr>
      </p:pic>
      <p:pic>
        <p:nvPicPr>
          <p:cNvPr id="8" name="Content Placeholder 7" descr="A picture containing shape&#10;&#10;Description automatically generated">
            <a:extLst>
              <a:ext uri="{FF2B5EF4-FFF2-40B4-BE49-F238E27FC236}">
                <a16:creationId xmlns:a16="http://schemas.microsoft.com/office/drawing/2014/main" id="{41E13305-BE32-2198-3E0A-D2CB969E53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28971" y="2142440"/>
            <a:ext cx="3869642" cy="4235095"/>
          </a:xfrm>
        </p:spPr>
      </p:pic>
    </p:spTree>
    <p:extLst>
      <p:ext uri="{BB962C8B-B14F-4D97-AF65-F5344CB8AC3E}">
        <p14:creationId xmlns:p14="http://schemas.microsoft.com/office/powerpoint/2010/main" val="4073520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8574" y="2141313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A1D6ED5A-9B8A-4433-BA99-139C56DB1BD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31</TotalTime>
  <Words>143</Words>
  <Application>Microsoft Office PowerPoint</Application>
  <PresentationFormat>Widescreen</PresentationFormat>
  <Paragraphs>29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Calibri</vt:lpstr>
      <vt:lpstr>Gill Sans MT</vt:lpstr>
      <vt:lpstr>Wingdings 2</vt:lpstr>
      <vt:lpstr>Dividend</vt:lpstr>
      <vt:lpstr>SPEEDOMETER</vt:lpstr>
      <vt:lpstr>CIRCUIT Requirements</vt:lpstr>
      <vt:lpstr>WHATS HAPPENING?</vt:lpstr>
      <vt:lpstr>WHATS HAPPENING?</vt:lpstr>
      <vt:lpstr>EXPLAINING THE CIRCUIT</vt:lpstr>
      <vt:lpstr>EXPLAINING THE CIRCUIT</vt:lpstr>
      <vt:lpstr>PowerPoint Presentation</vt:lpstr>
      <vt:lpstr>7-Segment display explanation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SPEEDOMETER</dc:title>
  <dc:creator>L215692Muhammad Hassan KhaLid</dc:creator>
  <cp:lastModifiedBy>L215692Muhammad Hassan KhaLid</cp:lastModifiedBy>
  <cp:revision>2</cp:revision>
  <dcterms:created xsi:type="dcterms:W3CDTF">2022-05-31T19:59:38Z</dcterms:created>
  <dcterms:modified xsi:type="dcterms:W3CDTF">2022-06-02T08:47:05Z</dcterms:modified>
</cp:coreProperties>
</file>