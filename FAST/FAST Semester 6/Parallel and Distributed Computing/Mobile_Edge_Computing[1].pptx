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5"/>
  </p:notesMasterIdLst>
  <p:sldIdLst>
    <p:sldId id="256" r:id="rId2"/>
    <p:sldId id="258" r:id="rId3"/>
    <p:sldId id="259" r:id="rId4"/>
    <p:sldId id="261" r:id="rId5"/>
    <p:sldId id="308" r:id="rId6"/>
    <p:sldId id="298" r:id="rId7"/>
    <p:sldId id="309" r:id="rId8"/>
    <p:sldId id="325" r:id="rId9"/>
    <p:sldId id="310" r:id="rId10"/>
    <p:sldId id="262" r:id="rId11"/>
    <p:sldId id="311" r:id="rId12"/>
    <p:sldId id="303" r:id="rId13"/>
    <p:sldId id="312" r:id="rId14"/>
    <p:sldId id="317" r:id="rId15"/>
    <p:sldId id="324" r:id="rId16"/>
    <p:sldId id="315" r:id="rId17"/>
    <p:sldId id="263" r:id="rId18"/>
    <p:sldId id="266" r:id="rId19"/>
    <p:sldId id="265" r:id="rId20"/>
    <p:sldId id="313" r:id="rId21"/>
    <p:sldId id="306" r:id="rId22"/>
    <p:sldId id="314" r:id="rId23"/>
    <p:sldId id="307" r:id="rId24"/>
  </p:sldIdLst>
  <p:sldSz cx="9144000" cy="5143500" type="screen16x9"/>
  <p:notesSz cx="6858000" cy="9144000"/>
  <p:embeddedFontLst>
    <p:embeddedFont>
      <p:font typeface="Albert Sans" panose="020B0604020202020204" charset="0"/>
      <p:regular r:id="rId26"/>
      <p:bold r:id="rId27"/>
      <p:italic r:id="rId28"/>
      <p:boldItalic r:id="rId29"/>
    </p:embeddedFont>
    <p:embeddedFont>
      <p:font typeface="Albert Sans Medium" panose="020B0604020202020204" charset="0"/>
      <p:regular r:id="rId30"/>
      <p:bold r:id="rId31"/>
      <p:italic r:id="rId32"/>
      <p:boldItalic r:id="rId33"/>
    </p:embeddedFont>
    <p:embeddedFont>
      <p:font typeface="Plus Jakarta Sans" panose="020B0604020202020204" charset="0"/>
      <p:regular r:id="rId34"/>
      <p:bold r:id="rId35"/>
      <p:italic r:id="rId36"/>
      <p:boldItalic r:id="rId37"/>
    </p:embeddedFont>
    <p:embeddedFont>
      <p:font typeface="Raleway"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9A77EB-567C-44E9-BA34-CC3E17D8414D}">
  <a:tblStyle styleId="{6F9A77EB-567C-44E9-BA34-CC3E17D8414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92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681124281b_0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2681124281b_0_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5829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9242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7179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4191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21258269c9b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21258269c9b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9006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3683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8215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11e375b9f55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11e375b9f5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5765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7768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11e375b9f55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11e375b9f5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1e375b9f5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1e375b9f5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2361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69812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5528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1202756"/>
            <a:ext cx="4141200" cy="12447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3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5100" y="2663356"/>
            <a:ext cx="2608200" cy="5217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0" y="535000"/>
            <a:ext cx="9229575" cy="4073075"/>
            <a:chOff x="0" y="535000"/>
            <a:chExt cx="9229575" cy="4073075"/>
          </a:xfrm>
        </p:grpSpPr>
        <p:cxnSp>
          <p:nvCxnSpPr>
            <p:cNvPr id="12" name="Google Shape;12;p2"/>
            <p:cNvCxnSpPr/>
            <p:nvPr/>
          </p:nvCxnSpPr>
          <p:spPr>
            <a:xfrm>
              <a:off x="2031675" y="460807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3" name="Google Shape;13;p2"/>
            <p:cNvCxnSpPr/>
            <p:nvPr/>
          </p:nvCxnSpPr>
          <p:spPr>
            <a:xfrm>
              <a:off x="0" y="53500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715100" y="2279275"/>
            <a:ext cx="3658800" cy="17769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715100" y="1087338"/>
            <a:ext cx="1117500" cy="1088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b="1">
                <a:latin typeface="Albert Sans"/>
                <a:ea typeface="Albert Sans"/>
                <a:cs typeface="Albert Sans"/>
                <a:sym typeface="Albert Sans"/>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17" name="Google Shape;17;p3"/>
          <p:cNvGrpSpPr/>
          <p:nvPr/>
        </p:nvGrpSpPr>
        <p:grpSpPr>
          <a:xfrm>
            <a:off x="0" y="535000"/>
            <a:ext cx="9229575" cy="4073075"/>
            <a:chOff x="0" y="535000"/>
            <a:chExt cx="9229575" cy="4073075"/>
          </a:xfrm>
        </p:grpSpPr>
        <p:cxnSp>
          <p:nvCxnSpPr>
            <p:cNvPr id="18" name="Google Shape;18;p3"/>
            <p:cNvCxnSpPr/>
            <p:nvPr/>
          </p:nvCxnSpPr>
          <p:spPr>
            <a:xfrm>
              <a:off x="2031675" y="460807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9" name="Google Shape;19;p3"/>
            <p:cNvCxnSpPr/>
            <p:nvPr/>
          </p:nvCxnSpPr>
          <p:spPr>
            <a:xfrm>
              <a:off x="0" y="53500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 name="Google Shape;28;p5"/>
          <p:cNvSpPr txBox="1">
            <a:spLocks noGrp="1"/>
          </p:cNvSpPr>
          <p:nvPr>
            <p:ph type="subTitle" idx="1"/>
          </p:nvPr>
        </p:nvSpPr>
        <p:spPr>
          <a:xfrm>
            <a:off x="3924868" y="2574150"/>
            <a:ext cx="2505600" cy="16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 name="Google Shape;29;p5"/>
          <p:cNvSpPr txBox="1">
            <a:spLocks noGrp="1"/>
          </p:cNvSpPr>
          <p:nvPr>
            <p:ph type="subTitle" idx="2"/>
          </p:nvPr>
        </p:nvSpPr>
        <p:spPr>
          <a:xfrm>
            <a:off x="716994" y="2574150"/>
            <a:ext cx="2505600" cy="16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 name="Google Shape;30;p5"/>
          <p:cNvSpPr txBox="1">
            <a:spLocks noGrp="1"/>
          </p:cNvSpPr>
          <p:nvPr>
            <p:ph type="subTitle" idx="3"/>
          </p:nvPr>
        </p:nvSpPr>
        <p:spPr>
          <a:xfrm>
            <a:off x="717000" y="2091447"/>
            <a:ext cx="25056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31" name="Google Shape;31;p5"/>
          <p:cNvSpPr txBox="1">
            <a:spLocks noGrp="1"/>
          </p:cNvSpPr>
          <p:nvPr>
            <p:ph type="subTitle" idx="4"/>
          </p:nvPr>
        </p:nvSpPr>
        <p:spPr>
          <a:xfrm>
            <a:off x="3924875" y="2091447"/>
            <a:ext cx="25056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grpSp>
        <p:nvGrpSpPr>
          <p:cNvPr id="32" name="Google Shape;32;p5"/>
          <p:cNvGrpSpPr/>
          <p:nvPr/>
        </p:nvGrpSpPr>
        <p:grpSpPr>
          <a:xfrm>
            <a:off x="-30077" y="270450"/>
            <a:ext cx="9172568" cy="4609975"/>
            <a:chOff x="-1049" y="270450"/>
            <a:chExt cx="9172568" cy="4609975"/>
          </a:xfrm>
        </p:grpSpPr>
        <p:cxnSp>
          <p:nvCxnSpPr>
            <p:cNvPr id="33" name="Google Shape;33;p5"/>
            <p:cNvCxnSpPr/>
            <p:nvPr/>
          </p:nvCxnSpPr>
          <p:spPr>
            <a:xfrm>
              <a:off x="1973619" y="4880425"/>
              <a:ext cx="7197900" cy="0"/>
            </a:xfrm>
            <a:prstGeom prst="straightConnector1">
              <a:avLst/>
            </a:prstGeom>
            <a:noFill/>
            <a:ln w="19050" cap="flat" cmpd="sng">
              <a:solidFill>
                <a:schemeClr val="accent1">
                  <a:lumMod val="75000"/>
                </a:schemeClr>
              </a:solidFill>
              <a:prstDash val="solid"/>
              <a:round/>
              <a:headEnd type="none" w="med" len="med"/>
              <a:tailEnd type="none" w="med" len="med"/>
            </a:ln>
          </p:spPr>
        </p:cxnSp>
        <p:cxnSp>
          <p:nvCxnSpPr>
            <p:cNvPr id="34" name="Google Shape;34;p5"/>
            <p:cNvCxnSpPr/>
            <p:nvPr/>
          </p:nvCxnSpPr>
          <p:spPr>
            <a:xfrm>
              <a:off x="-1049" y="270450"/>
              <a:ext cx="7197900" cy="0"/>
            </a:xfrm>
            <a:prstGeom prst="straightConnector1">
              <a:avLst/>
            </a:prstGeom>
            <a:noFill/>
            <a:ln w="19050" cap="flat" cmpd="sng">
              <a:solidFill>
                <a:schemeClr val="accent2">
                  <a:lumMod val="50000"/>
                </a:schemeClr>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49" name="Google Shape;49;p8"/>
          <p:cNvGrpSpPr/>
          <p:nvPr/>
        </p:nvGrpSpPr>
        <p:grpSpPr>
          <a:xfrm>
            <a:off x="0" y="535000"/>
            <a:ext cx="9229575" cy="4073075"/>
            <a:chOff x="0" y="535000"/>
            <a:chExt cx="9229575" cy="4073075"/>
          </a:xfrm>
        </p:grpSpPr>
        <p:cxnSp>
          <p:nvCxnSpPr>
            <p:cNvPr id="50" name="Google Shape;50;p8"/>
            <p:cNvCxnSpPr/>
            <p:nvPr/>
          </p:nvCxnSpPr>
          <p:spPr>
            <a:xfrm>
              <a:off x="2031675" y="460807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51" name="Google Shape;51;p8"/>
            <p:cNvCxnSpPr/>
            <p:nvPr/>
          </p:nvCxnSpPr>
          <p:spPr>
            <a:xfrm>
              <a:off x="0" y="53500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4" name="Google Shape;54;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5" name="Google Shape;55;p9"/>
          <p:cNvGrpSpPr/>
          <p:nvPr/>
        </p:nvGrpSpPr>
        <p:grpSpPr>
          <a:xfrm>
            <a:off x="0" y="535000"/>
            <a:ext cx="9229575" cy="4073075"/>
            <a:chOff x="0" y="535000"/>
            <a:chExt cx="9229575" cy="4073075"/>
          </a:xfrm>
        </p:grpSpPr>
        <p:cxnSp>
          <p:nvCxnSpPr>
            <p:cNvPr id="56" name="Google Shape;56;p9"/>
            <p:cNvCxnSpPr/>
            <p:nvPr/>
          </p:nvCxnSpPr>
          <p:spPr>
            <a:xfrm>
              <a:off x="2031675" y="460807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57" name="Google Shape;57;p9"/>
            <p:cNvCxnSpPr/>
            <p:nvPr/>
          </p:nvCxnSpPr>
          <p:spPr>
            <a:xfrm>
              <a:off x="0" y="53500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1"/>
        <p:cNvGrpSpPr/>
        <p:nvPr/>
      </p:nvGrpSpPr>
      <p:grpSpPr>
        <a:xfrm>
          <a:off x="0" y="0"/>
          <a:ext cx="0" cy="0"/>
          <a:chOff x="0" y="0"/>
          <a:chExt cx="0" cy="0"/>
        </a:xfrm>
      </p:grpSpPr>
      <p:grpSp>
        <p:nvGrpSpPr>
          <p:cNvPr id="62" name="Google Shape;62;p11"/>
          <p:cNvGrpSpPr/>
          <p:nvPr/>
        </p:nvGrpSpPr>
        <p:grpSpPr>
          <a:xfrm>
            <a:off x="0" y="535000"/>
            <a:ext cx="9229575" cy="4073075"/>
            <a:chOff x="0" y="535000"/>
            <a:chExt cx="9229575" cy="4073075"/>
          </a:xfrm>
        </p:grpSpPr>
        <p:cxnSp>
          <p:nvCxnSpPr>
            <p:cNvPr id="63" name="Google Shape;63;p11"/>
            <p:cNvCxnSpPr/>
            <p:nvPr/>
          </p:nvCxnSpPr>
          <p:spPr>
            <a:xfrm>
              <a:off x="2031675" y="460807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64" name="Google Shape;64;p11"/>
            <p:cNvCxnSpPr/>
            <p:nvPr/>
          </p:nvCxnSpPr>
          <p:spPr>
            <a:xfrm>
              <a:off x="0" y="535000"/>
              <a:ext cx="7197900" cy="0"/>
            </a:xfrm>
            <a:prstGeom prst="straightConnector1">
              <a:avLst/>
            </a:prstGeom>
            <a:noFill/>
            <a:ln w="9525" cap="flat" cmpd="sng">
              <a:solidFill>
                <a:schemeClr val="accent6"/>
              </a:solidFill>
              <a:prstDash val="solid"/>
              <a:round/>
              <a:headEnd type="none" w="med" len="med"/>
              <a:tailEnd type="none" w="med" len="med"/>
            </a:ln>
          </p:spPr>
        </p:cxnSp>
      </p:grpSp>
      <p:sp>
        <p:nvSpPr>
          <p:cNvPr id="65" name="Google Shape;65;p11"/>
          <p:cNvSpPr txBox="1">
            <a:spLocks noGrp="1"/>
          </p:cNvSpPr>
          <p:nvPr>
            <p:ph type="title" hasCustomPrompt="1"/>
          </p:nvPr>
        </p:nvSpPr>
        <p:spPr>
          <a:xfrm>
            <a:off x="715100" y="1362725"/>
            <a:ext cx="2899800" cy="11520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b="1">
                <a:latin typeface="Albert Sans"/>
                <a:ea typeface="Albert Sans"/>
                <a:cs typeface="Albert Sans"/>
                <a:sym typeface="Albert Sans"/>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 name="Google Shape;66;p11"/>
          <p:cNvSpPr txBox="1">
            <a:spLocks noGrp="1"/>
          </p:cNvSpPr>
          <p:nvPr>
            <p:ph type="subTitle" idx="1"/>
          </p:nvPr>
        </p:nvSpPr>
        <p:spPr>
          <a:xfrm>
            <a:off x="715100" y="2571750"/>
            <a:ext cx="2899800" cy="1066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68"/>
        <p:cNvGrpSpPr/>
        <p:nvPr/>
      </p:nvGrpSpPr>
      <p:grpSpPr>
        <a:xfrm>
          <a:off x="0" y="0"/>
          <a:ext cx="0" cy="0"/>
          <a:chOff x="0" y="0"/>
          <a:chExt cx="0" cy="0"/>
        </a:xfrm>
      </p:grpSpPr>
      <p:sp>
        <p:nvSpPr>
          <p:cNvPr id="69" name="Google Shape;69;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0" name="Google Shape;70;p13"/>
          <p:cNvSpPr txBox="1">
            <a:spLocks noGrp="1"/>
          </p:cNvSpPr>
          <p:nvPr>
            <p:ph type="title" idx="2" hasCustomPrompt="1"/>
          </p:nvPr>
        </p:nvSpPr>
        <p:spPr>
          <a:xfrm>
            <a:off x="719975" y="14319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a:spLocks noGrp="1"/>
          </p:cNvSpPr>
          <p:nvPr>
            <p:ph type="title" idx="3" hasCustomPrompt="1"/>
          </p:nvPr>
        </p:nvSpPr>
        <p:spPr>
          <a:xfrm>
            <a:off x="719975" y="286540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2" name="Google Shape;72;p13"/>
          <p:cNvSpPr txBox="1">
            <a:spLocks noGrp="1"/>
          </p:cNvSpPr>
          <p:nvPr>
            <p:ph type="title" idx="4" hasCustomPrompt="1"/>
          </p:nvPr>
        </p:nvSpPr>
        <p:spPr>
          <a:xfrm>
            <a:off x="2702324" y="14319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3" name="Google Shape;73;p13"/>
          <p:cNvSpPr txBox="1">
            <a:spLocks noGrp="1"/>
          </p:cNvSpPr>
          <p:nvPr>
            <p:ph type="title" idx="5" hasCustomPrompt="1"/>
          </p:nvPr>
        </p:nvSpPr>
        <p:spPr>
          <a:xfrm>
            <a:off x="2702324" y="286540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a:spLocks noGrp="1"/>
          </p:cNvSpPr>
          <p:nvPr>
            <p:ph type="title" idx="6" hasCustomPrompt="1"/>
          </p:nvPr>
        </p:nvSpPr>
        <p:spPr>
          <a:xfrm>
            <a:off x="4678506" y="14319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 name="Google Shape;75;p13"/>
          <p:cNvSpPr txBox="1">
            <a:spLocks noGrp="1"/>
          </p:cNvSpPr>
          <p:nvPr>
            <p:ph type="title" idx="7" hasCustomPrompt="1"/>
          </p:nvPr>
        </p:nvSpPr>
        <p:spPr>
          <a:xfrm>
            <a:off x="4678506" y="286540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 name="Google Shape;76;p13"/>
          <p:cNvSpPr txBox="1">
            <a:spLocks noGrp="1"/>
          </p:cNvSpPr>
          <p:nvPr>
            <p:ph type="subTitle" idx="1"/>
          </p:nvPr>
        </p:nvSpPr>
        <p:spPr>
          <a:xfrm>
            <a:off x="719975" y="2080275"/>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77" name="Google Shape;77;p13"/>
          <p:cNvSpPr txBox="1">
            <a:spLocks noGrp="1"/>
          </p:cNvSpPr>
          <p:nvPr>
            <p:ph type="subTitle" idx="8"/>
          </p:nvPr>
        </p:nvSpPr>
        <p:spPr>
          <a:xfrm>
            <a:off x="2702324" y="2080275"/>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78" name="Google Shape;78;p13"/>
          <p:cNvSpPr txBox="1">
            <a:spLocks noGrp="1"/>
          </p:cNvSpPr>
          <p:nvPr>
            <p:ph type="subTitle" idx="9"/>
          </p:nvPr>
        </p:nvSpPr>
        <p:spPr>
          <a:xfrm>
            <a:off x="4678506" y="2080275"/>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79" name="Google Shape;79;p13"/>
          <p:cNvSpPr txBox="1">
            <a:spLocks noGrp="1"/>
          </p:cNvSpPr>
          <p:nvPr>
            <p:ph type="subTitle" idx="13"/>
          </p:nvPr>
        </p:nvSpPr>
        <p:spPr>
          <a:xfrm>
            <a:off x="719975" y="3513750"/>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80" name="Google Shape;80;p13"/>
          <p:cNvSpPr txBox="1">
            <a:spLocks noGrp="1"/>
          </p:cNvSpPr>
          <p:nvPr>
            <p:ph type="subTitle" idx="14"/>
          </p:nvPr>
        </p:nvSpPr>
        <p:spPr>
          <a:xfrm>
            <a:off x="2702324" y="3513750"/>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81" name="Google Shape;81;p13"/>
          <p:cNvSpPr txBox="1">
            <a:spLocks noGrp="1"/>
          </p:cNvSpPr>
          <p:nvPr>
            <p:ph type="subTitle" idx="15"/>
          </p:nvPr>
        </p:nvSpPr>
        <p:spPr>
          <a:xfrm>
            <a:off x="4678506" y="3513750"/>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grpSp>
        <p:nvGrpSpPr>
          <p:cNvPr id="82" name="Google Shape;82;p13"/>
          <p:cNvGrpSpPr/>
          <p:nvPr/>
        </p:nvGrpSpPr>
        <p:grpSpPr>
          <a:xfrm>
            <a:off x="-15563" y="270450"/>
            <a:ext cx="9245138" cy="4609975"/>
            <a:chOff x="-15563" y="270450"/>
            <a:chExt cx="9245138" cy="4609975"/>
          </a:xfrm>
        </p:grpSpPr>
        <p:cxnSp>
          <p:nvCxnSpPr>
            <p:cNvPr id="83" name="Google Shape;83;p13"/>
            <p:cNvCxnSpPr/>
            <p:nvPr/>
          </p:nvCxnSpPr>
          <p:spPr>
            <a:xfrm>
              <a:off x="2031675" y="488042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84" name="Google Shape;84;p13"/>
            <p:cNvCxnSpPr/>
            <p:nvPr/>
          </p:nvCxnSpPr>
          <p:spPr>
            <a:xfrm>
              <a:off x="-15563" y="27045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95"/>
        <p:cNvGrpSpPr/>
        <p:nvPr/>
      </p:nvGrpSpPr>
      <p:grpSpPr>
        <a:xfrm>
          <a:off x="0" y="0"/>
          <a:ext cx="0" cy="0"/>
          <a:chOff x="0" y="0"/>
          <a:chExt cx="0" cy="0"/>
        </a:xfrm>
      </p:grpSpPr>
      <p:sp>
        <p:nvSpPr>
          <p:cNvPr id="96" name="Google Shape;96;p15"/>
          <p:cNvSpPr txBox="1">
            <a:spLocks noGrp="1"/>
          </p:cNvSpPr>
          <p:nvPr>
            <p:ph type="title" hasCustomPrompt="1"/>
          </p:nvPr>
        </p:nvSpPr>
        <p:spPr>
          <a:xfrm>
            <a:off x="714670" y="1905170"/>
            <a:ext cx="3492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3600" b="1">
                <a:latin typeface="Albert Sans"/>
                <a:ea typeface="Albert Sans"/>
                <a:cs typeface="Albert Sans"/>
                <a:sym typeface="Albert Sans"/>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97" name="Google Shape;97;p15"/>
          <p:cNvSpPr txBox="1">
            <a:spLocks noGrp="1"/>
          </p:cNvSpPr>
          <p:nvPr>
            <p:ph type="subTitle" idx="1"/>
          </p:nvPr>
        </p:nvSpPr>
        <p:spPr>
          <a:xfrm>
            <a:off x="714670" y="2625221"/>
            <a:ext cx="34926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98" name="Google Shape;98;p15"/>
          <p:cNvSpPr txBox="1">
            <a:spLocks noGrp="1"/>
          </p:cNvSpPr>
          <p:nvPr>
            <p:ph type="title" idx="2" hasCustomPrompt="1"/>
          </p:nvPr>
        </p:nvSpPr>
        <p:spPr>
          <a:xfrm>
            <a:off x="714670" y="3275341"/>
            <a:ext cx="3492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3600" b="1">
                <a:latin typeface="Albert Sans"/>
                <a:ea typeface="Albert Sans"/>
                <a:cs typeface="Albert Sans"/>
                <a:sym typeface="Albert Sans"/>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99" name="Google Shape;99;p15"/>
          <p:cNvSpPr txBox="1">
            <a:spLocks noGrp="1"/>
          </p:cNvSpPr>
          <p:nvPr>
            <p:ph type="subTitle" idx="3"/>
          </p:nvPr>
        </p:nvSpPr>
        <p:spPr>
          <a:xfrm>
            <a:off x="714670" y="3995391"/>
            <a:ext cx="34926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100" name="Google Shape;100;p15"/>
          <p:cNvSpPr txBox="1">
            <a:spLocks noGrp="1"/>
          </p:cNvSpPr>
          <p:nvPr>
            <p:ph type="title" idx="4" hasCustomPrompt="1"/>
          </p:nvPr>
        </p:nvSpPr>
        <p:spPr>
          <a:xfrm>
            <a:off x="714670" y="535000"/>
            <a:ext cx="3492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3600" b="1">
                <a:latin typeface="Albert Sans"/>
                <a:ea typeface="Albert Sans"/>
                <a:cs typeface="Albert Sans"/>
                <a:sym typeface="Albert Sans"/>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01" name="Google Shape;101;p15"/>
          <p:cNvSpPr txBox="1">
            <a:spLocks noGrp="1"/>
          </p:cNvSpPr>
          <p:nvPr>
            <p:ph type="subTitle" idx="5"/>
          </p:nvPr>
        </p:nvSpPr>
        <p:spPr>
          <a:xfrm>
            <a:off x="714670" y="1255051"/>
            <a:ext cx="34926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grpSp>
        <p:nvGrpSpPr>
          <p:cNvPr id="102" name="Google Shape;102;p15"/>
          <p:cNvGrpSpPr/>
          <p:nvPr/>
        </p:nvGrpSpPr>
        <p:grpSpPr>
          <a:xfrm>
            <a:off x="-15563" y="270450"/>
            <a:ext cx="9245138" cy="4609975"/>
            <a:chOff x="-15563" y="270450"/>
            <a:chExt cx="9245138" cy="4609975"/>
          </a:xfrm>
        </p:grpSpPr>
        <p:cxnSp>
          <p:nvCxnSpPr>
            <p:cNvPr id="103" name="Google Shape;103;p15"/>
            <p:cNvCxnSpPr/>
            <p:nvPr/>
          </p:nvCxnSpPr>
          <p:spPr>
            <a:xfrm>
              <a:off x="2031675" y="488042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04" name="Google Shape;104;p15"/>
            <p:cNvCxnSpPr/>
            <p:nvPr/>
          </p:nvCxnSpPr>
          <p:spPr>
            <a:xfrm>
              <a:off x="-15563" y="27045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0" name="Google Shape;120;p18"/>
          <p:cNvSpPr txBox="1">
            <a:spLocks noGrp="1"/>
          </p:cNvSpPr>
          <p:nvPr>
            <p:ph type="subTitle" idx="1"/>
          </p:nvPr>
        </p:nvSpPr>
        <p:spPr>
          <a:xfrm>
            <a:off x="716800" y="2591099"/>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1" name="Google Shape;121;p18"/>
          <p:cNvSpPr txBox="1">
            <a:spLocks noGrp="1"/>
          </p:cNvSpPr>
          <p:nvPr>
            <p:ph type="subTitle" idx="2"/>
          </p:nvPr>
        </p:nvSpPr>
        <p:spPr>
          <a:xfrm>
            <a:off x="3263525" y="2591098"/>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2" name="Google Shape;122;p18"/>
          <p:cNvSpPr txBox="1">
            <a:spLocks noGrp="1"/>
          </p:cNvSpPr>
          <p:nvPr>
            <p:ph type="subTitle" idx="3"/>
          </p:nvPr>
        </p:nvSpPr>
        <p:spPr>
          <a:xfrm>
            <a:off x="5810250" y="2591098"/>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 name="Google Shape;123;p18"/>
          <p:cNvSpPr txBox="1">
            <a:spLocks noGrp="1"/>
          </p:cNvSpPr>
          <p:nvPr>
            <p:ph type="subTitle" idx="4"/>
          </p:nvPr>
        </p:nvSpPr>
        <p:spPr>
          <a:xfrm>
            <a:off x="716800" y="1968000"/>
            <a:ext cx="21753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24" name="Google Shape;124;p18"/>
          <p:cNvSpPr txBox="1">
            <a:spLocks noGrp="1"/>
          </p:cNvSpPr>
          <p:nvPr>
            <p:ph type="subTitle" idx="5"/>
          </p:nvPr>
        </p:nvSpPr>
        <p:spPr>
          <a:xfrm>
            <a:off x="3263528" y="1968000"/>
            <a:ext cx="21753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25" name="Google Shape;125;p18"/>
          <p:cNvSpPr txBox="1">
            <a:spLocks noGrp="1"/>
          </p:cNvSpPr>
          <p:nvPr>
            <p:ph type="subTitle" idx="6"/>
          </p:nvPr>
        </p:nvSpPr>
        <p:spPr>
          <a:xfrm>
            <a:off x="5810250" y="1968000"/>
            <a:ext cx="21753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grpSp>
        <p:nvGrpSpPr>
          <p:cNvPr id="126" name="Google Shape;126;p18"/>
          <p:cNvGrpSpPr/>
          <p:nvPr/>
        </p:nvGrpSpPr>
        <p:grpSpPr>
          <a:xfrm>
            <a:off x="-15563" y="270450"/>
            <a:ext cx="9245138" cy="4609975"/>
            <a:chOff x="-15563" y="270450"/>
            <a:chExt cx="9245138" cy="4609975"/>
          </a:xfrm>
        </p:grpSpPr>
        <p:cxnSp>
          <p:nvCxnSpPr>
            <p:cNvPr id="127" name="Google Shape;127;p18"/>
            <p:cNvCxnSpPr/>
            <p:nvPr/>
          </p:nvCxnSpPr>
          <p:spPr>
            <a:xfrm>
              <a:off x="2031675" y="488042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28" name="Google Shape;128;p18"/>
            <p:cNvCxnSpPr/>
            <p:nvPr/>
          </p:nvCxnSpPr>
          <p:spPr>
            <a:xfrm>
              <a:off x="-15563" y="27045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40"/>
        <p:cNvGrpSpPr/>
        <p:nvPr/>
      </p:nvGrpSpPr>
      <p:grpSpPr>
        <a:xfrm>
          <a:off x="0" y="0"/>
          <a:ext cx="0" cy="0"/>
          <a:chOff x="0" y="0"/>
          <a:chExt cx="0" cy="0"/>
        </a:xfrm>
      </p:grpSpPr>
      <p:sp>
        <p:nvSpPr>
          <p:cNvPr id="141" name="Google Shape;141;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2" name="Google Shape;142;p20"/>
          <p:cNvSpPr txBox="1">
            <a:spLocks noGrp="1"/>
          </p:cNvSpPr>
          <p:nvPr>
            <p:ph type="subTitle" idx="1"/>
          </p:nvPr>
        </p:nvSpPr>
        <p:spPr>
          <a:xfrm>
            <a:off x="1370606" y="1236050"/>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43" name="Google Shape;143;p20"/>
          <p:cNvSpPr txBox="1">
            <a:spLocks noGrp="1"/>
          </p:cNvSpPr>
          <p:nvPr>
            <p:ph type="subTitle" idx="2"/>
          </p:nvPr>
        </p:nvSpPr>
        <p:spPr>
          <a:xfrm>
            <a:off x="1370606" y="1761950"/>
            <a:ext cx="2967000" cy="809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4" name="Google Shape;144;p20"/>
          <p:cNvSpPr txBox="1">
            <a:spLocks noGrp="1"/>
          </p:cNvSpPr>
          <p:nvPr>
            <p:ph type="subTitle" idx="3"/>
          </p:nvPr>
        </p:nvSpPr>
        <p:spPr>
          <a:xfrm>
            <a:off x="5548027" y="1761950"/>
            <a:ext cx="2967000" cy="809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5" name="Google Shape;145;p20"/>
          <p:cNvSpPr txBox="1">
            <a:spLocks noGrp="1"/>
          </p:cNvSpPr>
          <p:nvPr>
            <p:ph type="subTitle" idx="4"/>
          </p:nvPr>
        </p:nvSpPr>
        <p:spPr>
          <a:xfrm>
            <a:off x="1370606" y="3348148"/>
            <a:ext cx="2967000" cy="809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6" name="Google Shape;146;p20"/>
          <p:cNvSpPr txBox="1">
            <a:spLocks noGrp="1"/>
          </p:cNvSpPr>
          <p:nvPr>
            <p:ph type="subTitle" idx="5"/>
          </p:nvPr>
        </p:nvSpPr>
        <p:spPr>
          <a:xfrm>
            <a:off x="5548027" y="3348148"/>
            <a:ext cx="2967000" cy="809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7" name="Google Shape;147;p20"/>
          <p:cNvSpPr txBox="1">
            <a:spLocks noGrp="1"/>
          </p:cNvSpPr>
          <p:nvPr>
            <p:ph type="subTitle" idx="6"/>
          </p:nvPr>
        </p:nvSpPr>
        <p:spPr>
          <a:xfrm>
            <a:off x="1370606" y="2822238"/>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48" name="Google Shape;148;p20"/>
          <p:cNvSpPr txBox="1">
            <a:spLocks noGrp="1"/>
          </p:cNvSpPr>
          <p:nvPr>
            <p:ph type="subTitle" idx="7"/>
          </p:nvPr>
        </p:nvSpPr>
        <p:spPr>
          <a:xfrm>
            <a:off x="5548027" y="1236050"/>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49" name="Google Shape;149;p20"/>
          <p:cNvSpPr txBox="1">
            <a:spLocks noGrp="1"/>
          </p:cNvSpPr>
          <p:nvPr>
            <p:ph type="subTitle" idx="8"/>
          </p:nvPr>
        </p:nvSpPr>
        <p:spPr>
          <a:xfrm>
            <a:off x="5548027" y="2822238"/>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grpSp>
        <p:nvGrpSpPr>
          <p:cNvPr id="150" name="Google Shape;150;p20"/>
          <p:cNvGrpSpPr/>
          <p:nvPr/>
        </p:nvGrpSpPr>
        <p:grpSpPr>
          <a:xfrm>
            <a:off x="-15563" y="270450"/>
            <a:ext cx="9245138" cy="4609975"/>
            <a:chOff x="-15563" y="270450"/>
            <a:chExt cx="9245138" cy="4609975"/>
          </a:xfrm>
        </p:grpSpPr>
        <p:cxnSp>
          <p:nvCxnSpPr>
            <p:cNvPr id="151" name="Google Shape;151;p20"/>
            <p:cNvCxnSpPr/>
            <p:nvPr/>
          </p:nvCxnSpPr>
          <p:spPr>
            <a:xfrm>
              <a:off x="2031675" y="488042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52" name="Google Shape;152;p20"/>
            <p:cNvCxnSpPr/>
            <p:nvPr/>
          </p:nvCxnSpPr>
          <p:spPr>
            <a:xfrm>
              <a:off x="-15563" y="27045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53"/>
        <p:cNvGrpSpPr/>
        <p:nvPr/>
      </p:nvGrpSpPr>
      <p:grpSpPr>
        <a:xfrm>
          <a:off x="0" y="0"/>
          <a:ext cx="0" cy="0"/>
          <a:chOff x="0" y="0"/>
          <a:chExt cx="0" cy="0"/>
        </a:xfrm>
      </p:grpSpPr>
      <p:sp>
        <p:nvSpPr>
          <p:cNvPr id="154" name="Google Shape;154;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5" name="Google Shape;155;p21"/>
          <p:cNvSpPr txBox="1">
            <a:spLocks noGrp="1"/>
          </p:cNvSpPr>
          <p:nvPr>
            <p:ph type="subTitle" idx="1"/>
          </p:nvPr>
        </p:nvSpPr>
        <p:spPr>
          <a:xfrm>
            <a:off x="1222967" y="1765524"/>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21"/>
          <p:cNvSpPr txBox="1">
            <a:spLocks noGrp="1"/>
          </p:cNvSpPr>
          <p:nvPr>
            <p:ph type="subTitle" idx="2"/>
          </p:nvPr>
        </p:nvSpPr>
        <p:spPr>
          <a:xfrm>
            <a:off x="3834884" y="1765524"/>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7" name="Google Shape;157;p21"/>
          <p:cNvSpPr txBox="1">
            <a:spLocks noGrp="1"/>
          </p:cNvSpPr>
          <p:nvPr>
            <p:ph type="subTitle" idx="3"/>
          </p:nvPr>
        </p:nvSpPr>
        <p:spPr>
          <a:xfrm>
            <a:off x="1222967" y="3342751"/>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8" name="Google Shape;158;p21"/>
          <p:cNvSpPr txBox="1">
            <a:spLocks noGrp="1"/>
          </p:cNvSpPr>
          <p:nvPr>
            <p:ph type="subTitle" idx="4"/>
          </p:nvPr>
        </p:nvSpPr>
        <p:spPr>
          <a:xfrm>
            <a:off x="3834884" y="3342751"/>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21"/>
          <p:cNvSpPr txBox="1">
            <a:spLocks noGrp="1"/>
          </p:cNvSpPr>
          <p:nvPr>
            <p:ph type="subTitle" idx="5"/>
          </p:nvPr>
        </p:nvSpPr>
        <p:spPr>
          <a:xfrm>
            <a:off x="6437999" y="1765524"/>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21"/>
          <p:cNvSpPr txBox="1">
            <a:spLocks noGrp="1"/>
          </p:cNvSpPr>
          <p:nvPr>
            <p:ph type="subTitle" idx="6"/>
          </p:nvPr>
        </p:nvSpPr>
        <p:spPr>
          <a:xfrm>
            <a:off x="6437999" y="3342751"/>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21"/>
          <p:cNvSpPr txBox="1">
            <a:spLocks noGrp="1"/>
          </p:cNvSpPr>
          <p:nvPr>
            <p:ph type="subTitle" idx="7"/>
          </p:nvPr>
        </p:nvSpPr>
        <p:spPr>
          <a:xfrm>
            <a:off x="1226872" y="1388426"/>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62" name="Google Shape;162;p21"/>
          <p:cNvSpPr txBox="1">
            <a:spLocks noGrp="1"/>
          </p:cNvSpPr>
          <p:nvPr>
            <p:ph type="subTitle" idx="8"/>
          </p:nvPr>
        </p:nvSpPr>
        <p:spPr>
          <a:xfrm>
            <a:off x="3838785" y="1388426"/>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63" name="Google Shape;163;p21"/>
          <p:cNvSpPr txBox="1">
            <a:spLocks noGrp="1"/>
          </p:cNvSpPr>
          <p:nvPr>
            <p:ph type="subTitle" idx="9"/>
          </p:nvPr>
        </p:nvSpPr>
        <p:spPr>
          <a:xfrm>
            <a:off x="6441895" y="1388426"/>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64" name="Google Shape;164;p21"/>
          <p:cNvSpPr txBox="1">
            <a:spLocks noGrp="1"/>
          </p:cNvSpPr>
          <p:nvPr>
            <p:ph type="subTitle" idx="13"/>
          </p:nvPr>
        </p:nvSpPr>
        <p:spPr>
          <a:xfrm>
            <a:off x="1226872" y="2970295"/>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65" name="Google Shape;165;p21"/>
          <p:cNvSpPr txBox="1">
            <a:spLocks noGrp="1"/>
          </p:cNvSpPr>
          <p:nvPr>
            <p:ph type="subTitle" idx="14"/>
          </p:nvPr>
        </p:nvSpPr>
        <p:spPr>
          <a:xfrm>
            <a:off x="3838785" y="2970295"/>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66" name="Google Shape;166;p21"/>
          <p:cNvSpPr txBox="1">
            <a:spLocks noGrp="1"/>
          </p:cNvSpPr>
          <p:nvPr>
            <p:ph type="subTitle" idx="15"/>
          </p:nvPr>
        </p:nvSpPr>
        <p:spPr>
          <a:xfrm>
            <a:off x="6441895" y="2970295"/>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grpSp>
        <p:nvGrpSpPr>
          <p:cNvPr id="167" name="Google Shape;167;p21"/>
          <p:cNvGrpSpPr/>
          <p:nvPr/>
        </p:nvGrpSpPr>
        <p:grpSpPr>
          <a:xfrm>
            <a:off x="-15563" y="270450"/>
            <a:ext cx="9245138" cy="4609975"/>
            <a:chOff x="-15563" y="270450"/>
            <a:chExt cx="9245138" cy="4609975"/>
          </a:xfrm>
        </p:grpSpPr>
        <p:cxnSp>
          <p:nvCxnSpPr>
            <p:cNvPr id="168" name="Google Shape;168;p21"/>
            <p:cNvCxnSpPr/>
            <p:nvPr/>
          </p:nvCxnSpPr>
          <p:spPr>
            <a:xfrm>
              <a:off x="2031675" y="4880425"/>
              <a:ext cx="7197900" cy="0"/>
            </a:xfrm>
            <a:prstGeom prst="straightConnector1">
              <a:avLst/>
            </a:prstGeom>
            <a:noFill/>
            <a:ln w="19050" cap="flat" cmpd="sng">
              <a:solidFill>
                <a:schemeClr val="tx2">
                  <a:lumMod val="75000"/>
                </a:schemeClr>
              </a:solidFill>
              <a:prstDash val="solid"/>
              <a:round/>
              <a:headEnd type="none" w="med" len="med"/>
              <a:tailEnd type="none" w="med" len="med"/>
            </a:ln>
          </p:spPr>
        </p:cxnSp>
        <p:cxnSp>
          <p:nvCxnSpPr>
            <p:cNvPr id="169" name="Google Shape;169;p21"/>
            <p:cNvCxnSpPr/>
            <p:nvPr/>
          </p:nvCxnSpPr>
          <p:spPr>
            <a:xfrm>
              <a:off x="-15563" y="270450"/>
              <a:ext cx="7197900" cy="0"/>
            </a:xfrm>
            <a:prstGeom prst="straightConnector1">
              <a:avLst/>
            </a:prstGeom>
            <a:noFill/>
            <a:ln w="19050" cap="flat" cmpd="sng">
              <a:solidFill>
                <a:schemeClr val="accent6">
                  <a:lumMod val="60000"/>
                  <a:lumOff val="40000"/>
                </a:schemeClr>
              </a:solidFill>
              <a:prstDash val="solid"/>
              <a:round/>
              <a:headEnd type="none" w="med" len="med"/>
              <a:tailEnd type="none" w="med" len="med"/>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8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86"/>
        <p:cNvGrpSpPr/>
        <p:nvPr/>
      </p:nvGrpSpPr>
      <p:grpSpPr>
        <a:xfrm>
          <a:off x="0" y="0"/>
          <a:ext cx="0" cy="0"/>
          <a:chOff x="0" y="0"/>
          <a:chExt cx="0" cy="0"/>
        </a:xfrm>
      </p:grpSpPr>
      <p:grpSp>
        <p:nvGrpSpPr>
          <p:cNvPr id="187" name="Google Shape;187;p25"/>
          <p:cNvGrpSpPr/>
          <p:nvPr/>
        </p:nvGrpSpPr>
        <p:grpSpPr>
          <a:xfrm>
            <a:off x="-15563" y="270450"/>
            <a:ext cx="9245138" cy="4609975"/>
            <a:chOff x="-15563" y="270450"/>
            <a:chExt cx="9245138" cy="4609975"/>
          </a:xfrm>
        </p:grpSpPr>
        <p:cxnSp>
          <p:nvCxnSpPr>
            <p:cNvPr id="188" name="Google Shape;188;p25"/>
            <p:cNvCxnSpPr/>
            <p:nvPr/>
          </p:nvCxnSpPr>
          <p:spPr>
            <a:xfrm>
              <a:off x="2031675" y="488042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89" name="Google Shape;189;p25"/>
            <p:cNvCxnSpPr/>
            <p:nvPr/>
          </p:nvCxnSpPr>
          <p:spPr>
            <a:xfrm>
              <a:off x="-15563" y="27045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6"/>
              </a:buClr>
              <a:buSzPts val="3000"/>
              <a:buFont typeface="Albert Sans Medium"/>
              <a:buNone/>
              <a:defRPr sz="3000">
                <a:solidFill>
                  <a:schemeClr val="accent6"/>
                </a:solidFill>
                <a:latin typeface="Albert Sans Medium"/>
                <a:ea typeface="Albert Sans Medium"/>
                <a:cs typeface="Albert Sans Medium"/>
                <a:sym typeface="Albert Sans Medium"/>
              </a:defRPr>
            </a:lvl1pPr>
            <a:lvl2pPr lvl="1"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2pPr>
            <a:lvl3pPr lvl="2"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3pPr>
            <a:lvl4pPr lvl="3"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4pPr>
            <a:lvl5pPr lvl="4"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5pPr>
            <a:lvl6pPr lvl="5"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6pPr>
            <a:lvl7pPr lvl="6"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7pPr>
            <a:lvl8pPr lvl="7"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8pPr>
            <a:lvl9pPr lvl="8"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1pPr>
            <a:lvl2pPr marL="914400" lvl="1"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2pPr>
            <a:lvl3pPr marL="1371600" lvl="2"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3pPr>
            <a:lvl4pPr marL="1828800" lvl="3"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4pPr>
            <a:lvl5pPr marL="2286000" lvl="4"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5pPr>
            <a:lvl6pPr marL="2743200" lvl="5"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6pPr>
            <a:lvl7pPr marL="3200400" lvl="6"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7pPr>
            <a:lvl8pPr marL="3657600" lvl="7"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8pPr>
            <a:lvl9pPr marL="4114800" lvl="8"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4" r:id="rId4"/>
    <p:sldLayoutId id="2147483655" r:id="rId5"/>
    <p:sldLayoutId id="2147483657" r:id="rId6"/>
    <p:sldLayoutId id="2147483658" r:id="rId7"/>
    <p:sldLayoutId id="2147483659" r:id="rId8"/>
    <p:sldLayoutId id="2147483661" r:id="rId9"/>
    <p:sldLayoutId id="2147483664" r:id="rId10"/>
    <p:sldLayoutId id="2147483666" r:id="rId11"/>
    <p:sldLayoutId id="2147483667" r:id="rId12"/>
    <p:sldLayoutId id="2147483670" r:id="rId13"/>
    <p:sldLayoutId id="214748367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17" name="Google Shape;217;p29"/>
          <p:cNvSpPr txBox="1">
            <a:spLocks noGrp="1"/>
          </p:cNvSpPr>
          <p:nvPr>
            <p:ph type="ctrTitle"/>
          </p:nvPr>
        </p:nvSpPr>
        <p:spPr>
          <a:xfrm>
            <a:off x="336029" y="784302"/>
            <a:ext cx="4141200" cy="124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latin typeface="Times New Roman" panose="02020603050405020304" pitchFamily="18" charset="0"/>
                <a:ea typeface="Tahoma" panose="020B0604030504040204" pitchFamily="34" charset="0"/>
                <a:cs typeface="Times New Roman" panose="02020603050405020304" pitchFamily="18" charset="0"/>
              </a:rPr>
              <a:t>Mobile Edge Computing</a:t>
            </a:r>
            <a:endParaRPr dirty="0">
              <a:latin typeface="Times New Roman" panose="02020603050405020304" pitchFamily="18" charset="0"/>
              <a:ea typeface="Tahoma" panose="020B0604030504040204" pitchFamily="34" charset="0"/>
              <a:cs typeface="Times New Roman" panose="02020603050405020304" pitchFamily="18" charset="0"/>
              <a:sym typeface="Albert Sans"/>
            </a:endParaRPr>
          </a:p>
        </p:txBody>
      </p:sp>
      <p:sp>
        <p:nvSpPr>
          <p:cNvPr id="218" name="Google Shape;218;p29"/>
          <p:cNvSpPr txBox="1">
            <a:spLocks noGrp="1"/>
          </p:cNvSpPr>
          <p:nvPr>
            <p:ph type="subTitle" idx="1"/>
          </p:nvPr>
        </p:nvSpPr>
        <p:spPr>
          <a:xfrm>
            <a:off x="196544" y="1440096"/>
            <a:ext cx="3840317" cy="3519694"/>
          </a:xfrm>
          <a:prstGeom prst="rect">
            <a:avLst/>
          </a:prstGeom>
        </p:spPr>
        <p:txBody>
          <a:bodyPr spcFirstLastPara="1" wrap="square" lIns="91425" tIns="91425" rIns="91425" bIns="91425" anchor="ctr" anchorCtr="0">
            <a:noAutofit/>
          </a:bodyPr>
          <a:lstStyle/>
          <a:p>
            <a:r>
              <a:rPr lang="en-US" sz="2000" b="1" dirty="0">
                <a:latin typeface="Times New Roman" panose="02020603050405020304" pitchFamily="18" charset="0"/>
                <a:ea typeface="Tahoma" panose="020B0604030504040204" pitchFamily="34" charset="0"/>
                <a:cs typeface="Times New Roman" panose="02020603050405020304" pitchFamily="18" charset="0"/>
              </a:rPr>
              <a:t>Transforming </a:t>
            </a:r>
          </a:p>
          <a:p>
            <a:r>
              <a:rPr lang="en-US" sz="2000" b="1" dirty="0">
                <a:latin typeface="Times New Roman" panose="02020603050405020304" pitchFamily="18" charset="0"/>
                <a:ea typeface="Tahoma" panose="020B0604030504040204" pitchFamily="34" charset="0"/>
                <a:cs typeface="Times New Roman" panose="02020603050405020304" pitchFamily="18" charset="0"/>
              </a:rPr>
              <a:t>Telecommunications</a:t>
            </a:r>
          </a:p>
          <a:p>
            <a:r>
              <a:rPr lang="en-US" sz="2000" b="1" dirty="0">
                <a:latin typeface="Times New Roman" panose="02020603050405020304" pitchFamily="18" charset="0"/>
                <a:ea typeface="Tahoma" panose="020B0604030504040204" pitchFamily="34" charset="0"/>
                <a:cs typeface="Times New Roman" panose="02020603050405020304" pitchFamily="18" charset="0"/>
              </a:rPr>
              <a:t>Infrastructure</a:t>
            </a:r>
          </a:p>
          <a:p>
            <a:endParaRPr lang="en-US" sz="1600" dirty="0">
              <a:latin typeface="Times New Roman" panose="02020603050405020304" pitchFamily="18" charset="0"/>
              <a:ea typeface="Tahoma" panose="020B0604030504040204" pitchFamily="34" charset="0"/>
              <a:cs typeface="Times New Roman" panose="02020603050405020304" pitchFamily="18" charset="0"/>
            </a:endParaRPr>
          </a:p>
          <a:p>
            <a:r>
              <a:rPr lang="en-US" sz="1200"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Sohaib Ahmed ( 21L-5635 )</a:t>
            </a:r>
          </a:p>
          <a:p>
            <a:r>
              <a:rPr lang="en-US" sz="1200"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M Hassan Khalid ( 21L-5692 )</a:t>
            </a:r>
          </a:p>
          <a:p>
            <a:r>
              <a:rPr lang="en-US" sz="1200"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M Hamza ( 21L-5636 )</a:t>
            </a:r>
          </a:p>
          <a:p>
            <a:endParaRPr lang="en-US" sz="1200"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endParaRPr>
          </a:p>
          <a:p>
            <a:r>
              <a:rPr lang="en-US" sz="1200" b="1"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Instructor</a:t>
            </a:r>
            <a:r>
              <a:rPr lang="en-US" sz="1200"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 </a:t>
            </a:r>
            <a:r>
              <a:rPr lang="en-US" sz="1200" b="1"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Danyal Farhat</a:t>
            </a:r>
          </a:p>
        </p:txBody>
      </p:sp>
      <p:pic>
        <p:nvPicPr>
          <p:cNvPr id="1026" name="Picture 2" descr="NSF Grant Supports Research to Advance Mobile Edge Computing | News | New  York Tech">
            <a:extLst>
              <a:ext uri="{FF2B5EF4-FFF2-40B4-BE49-F238E27FC236}">
                <a16:creationId xmlns:a16="http://schemas.microsoft.com/office/drawing/2014/main" id="{D83954FB-C3F5-39EA-B559-A1165FB595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8888" y="542441"/>
            <a:ext cx="5835113" cy="40528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Table of contents</a:t>
            </a:r>
            <a:endParaRPr>
              <a:latin typeface="Times New Roman" panose="02020603050405020304" pitchFamily="18" charset="0"/>
              <a:cs typeface="Times New Roman" panose="02020603050405020304" pitchFamily="18" charset="0"/>
            </a:endParaRPr>
          </a:p>
        </p:txBody>
      </p:sp>
      <p:sp>
        <p:nvSpPr>
          <p:cNvPr id="400" name="Google Shape;400;p31"/>
          <p:cNvSpPr txBox="1">
            <a:spLocks noGrp="1"/>
          </p:cNvSpPr>
          <p:nvPr>
            <p:ph type="title" idx="2"/>
          </p:nvPr>
        </p:nvSpPr>
        <p:spPr>
          <a:xfrm>
            <a:off x="719975" y="143197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01</a:t>
            </a:r>
            <a:endParaRPr dirty="0">
              <a:latin typeface="Times New Roman" panose="02020603050405020304" pitchFamily="18" charset="0"/>
              <a:cs typeface="Times New Roman" panose="02020603050405020304" pitchFamily="18" charset="0"/>
            </a:endParaRPr>
          </a:p>
        </p:txBody>
      </p:sp>
      <p:sp>
        <p:nvSpPr>
          <p:cNvPr id="401" name="Google Shape;401;p31"/>
          <p:cNvSpPr txBox="1">
            <a:spLocks noGrp="1"/>
          </p:cNvSpPr>
          <p:nvPr>
            <p:ph type="title" idx="3"/>
          </p:nvPr>
        </p:nvSpPr>
        <p:spPr>
          <a:xfrm>
            <a:off x="743222" y="2966139"/>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05</a:t>
            </a:r>
            <a:endParaRPr dirty="0">
              <a:latin typeface="Times New Roman" panose="02020603050405020304" pitchFamily="18" charset="0"/>
              <a:cs typeface="Times New Roman" panose="02020603050405020304" pitchFamily="18" charset="0"/>
            </a:endParaRPr>
          </a:p>
        </p:txBody>
      </p:sp>
      <p:sp>
        <p:nvSpPr>
          <p:cNvPr id="402" name="Google Shape;402;p31"/>
          <p:cNvSpPr txBox="1">
            <a:spLocks noGrp="1"/>
          </p:cNvSpPr>
          <p:nvPr>
            <p:ph type="title" idx="4"/>
          </p:nvPr>
        </p:nvSpPr>
        <p:spPr>
          <a:xfrm>
            <a:off x="2702324" y="143197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02</a:t>
            </a:r>
            <a:endParaRPr>
              <a:latin typeface="Times New Roman" panose="02020603050405020304" pitchFamily="18" charset="0"/>
              <a:cs typeface="Times New Roman" panose="02020603050405020304" pitchFamily="18" charset="0"/>
            </a:endParaRPr>
          </a:p>
        </p:txBody>
      </p:sp>
      <p:sp>
        <p:nvSpPr>
          <p:cNvPr id="403" name="Google Shape;403;p31"/>
          <p:cNvSpPr txBox="1">
            <a:spLocks noGrp="1"/>
          </p:cNvSpPr>
          <p:nvPr>
            <p:ph type="title" idx="5"/>
          </p:nvPr>
        </p:nvSpPr>
        <p:spPr>
          <a:xfrm>
            <a:off x="2725571" y="2966139"/>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06</a:t>
            </a:r>
            <a:endParaRPr dirty="0">
              <a:latin typeface="Times New Roman" panose="02020603050405020304" pitchFamily="18" charset="0"/>
              <a:cs typeface="Times New Roman" panose="02020603050405020304" pitchFamily="18" charset="0"/>
            </a:endParaRPr>
          </a:p>
        </p:txBody>
      </p:sp>
      <p:sp>
        <p:nvSpPr>
          <p:cNvPr id="404" name="Google Shape;404;p31"/>
          <p:cNvSpPr txBox="1">
            <a:spLocks noGrp="1"/>
          </p:cNvSpPr>
          <p:nvPr>
            <p:ph type="title" idx="6"/>
          </p:nvPr>
        </p:nvSpPr>
        <p:spPr>
          <a:xfrm>
            <a:off x="4678506" y="143197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03</a:t>
            </a:r>
            <a:endParaRPr>
              <a:latin typeface="Times New Roman" panose="02020603050405020304" pitchFamily="18" charset="0"/>
              <a:cs typeface="Times New Roman" panose="02020603050405020304" pitchFamily="18" charset="0"/>
            </a:endParaRPr>
          </a:p>
        </p:txBody>
      </p:sp>
      <p:sp>
        <p:nvSpPr>
          <p:cNvPr id="405" name="Google Shape;405;p31"/>
          <p:cNvSpPr txBox="1">
            <a:spLocks noGrp="1"/>
          </p:cNvSpPr>
          <p:nvPr>
            <p:ph type="title" idx="7"/>
          </p:nvPr>
        </p:nvSpPr>
        <p:spPr>
          <a:xfrm>
            <a:off x="4701753" y="2997135"/>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07</a:t>
            </a:r>
            <a:endParaRPr dirty="0">
              <a:latin typeface="Times New Roman" panose="02020603050405020304" pitchFamily="18" charset="0"/>
              <a:cs typeface="Times New Roman" panose="02020603050405020304" pitchFamily="18" charset="0"/>
            </a:endParaRPr>
          </a:p>
        </p:txBody>
      </p:sp>
      <p:sp>
        <p:nvSpPr>
          <p:cNvPr id="406" name="Google Shape;406;p31"/>
          <p:cNvSpPr txBox="1">
            <a:spLocks noGrp="1"/>
          </p:cNvSpPr>
          <p:nvPr>
            <p:ph type="subTitle" idx="1"/>
          </p:nvPr>
        </p:nvSpPr>
        <p:spPr>
          <a:xfrm>
            <a:off x="712228" y="1720842"/>
            <a:ext cx="1747500"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Abstract</a:t>
            </a:r>
            <a:endParaRPr dirty="0">
              <a:solidFill>
                <a:schemeClr val="tx1"/>
              </a:solidFill>
              <a:latin typeface="Times New Roman" panose="02020603050405020304" pitchFamily="18" charset="0"/>
              <a:cs typeface="Times New Roman" panose="02020603050405020304" pitchFamily="18" charset="0"/>
            </a:endParaRPr>
          </a:p>
        </p:txBody>
      </p:sp>
      <p:sp>
        <p:nvSpPr>
          <p:cNvPr id="407" name="Google Shape;407;p31"/>
          <p:cNvSpPr txBox="1">
            <a:spLocks noGrp="1"/>
          </p:cNvSpPr>
          <p:nvPr>
            <p:ph type="subTitle" idx="8"/>
          </p:nvPr>
        </p:nvSpPr>
        <p:spPr>
          <a:xfrm>
            <a:off x="2608764" y="1726054"/>
            <a:ext cx="1747500"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Introduction</a:t>
            </a:r>
          </a:p>
        </p:txBody>
      </p:sp>
      <p:sp>
        <p:nvSpPr>
          <p:cNvPr id="408" name="Google Shape;408;p31"/>
          <p:cNvSpPr txBox="1">
            <a:spLocks noGrp="1"/>
          </p:cNvSpPr>
          <p:nvPr>
            <p:ph type="subTitle" idx="9"/>
          </p:nvPr>
        </p:nvSpPr>
        <p:spPr>
          <a:xfrm>
            <a:off x="4655258" y="1948541"/>
            <a:ext cx="2094253"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Literature</a:t>
            </a:r>
          </a:p>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 Review</a:t>
            </a:r>
          </a:p>
        </p:txBody>
      </p:sp>
      <p:sp>
        <p:nvSpPr>
          <p:cNvPr id="409" name="Google Shape;409;p31"/>
          <p:cNvSpPr txBox="1">
            <a:spLocks noGrp="1"/>
          </p:cNvSpPr>
          <p:nvPr>
            <p:ph type="subTitle" idx="13"/>
          </p:nvPr>
        </p:nvSpPr>
        <p:spPr>
          <a:xfrm>
            <a:off x="712227" y="3529386"/>
            <a:ext cx="1747500"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Potential Research Gaps</a:t>
            </a:r>
          </a:p>
        </p:txBody>
      </p:sp>
      <p:sp>
        <p:nvSpPr>
          <p:cNvPr id="410" name="Google Shape;410;p31"/>
          <p:cNvSpPr txBox="1">
            <a:spLocks noGrp="1"/>
          </p:cNvSpPr>
          <p:nvPr>
            <p:ph type="subTitle" idx="14"/>
          </p:nvPr>
        </p:nvSpPr>
        <p:spPr>
          <a:xfrm>
            <a:off x="2604348" y="3230485"/>
            <a:ext cx="2000002"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Medium"/>
                <a:cs typeface="Times New Roman" panose="02020603050405020304" pitchFamily="18" charset="0"/>
                <a:sym typeface="Plus Jakarta Sans Medium"/>
              </a:rPr>
              <a:t>Implementation</a:t>
            </a:r>
          </a:p>
        </p:txBody>
      </p:sp>
      <p:sp>
        <p:nvSpPr>
          <p:cNvPr id="411" name="Google Shape;411;p31"/>
          <p:cNvSpPr txBox="1">
            <a:spLocks noGrp="1"/>
          </p:cNvSpPr>
          <p:nvPr>
            <p:ph type="subTitle" idx="15"/>
          </p:nvPr>
        </p:nvSpPr>
        <p:spPr>
          <a:xfrm>
            <a:off x="4709042" y="3561553"/>
            <a:ext cx="1986228"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Medium"/>
                <a:cs typeface="Times New Roman" panose="02020603050405020304" pitchFamily="18" charset="0"/>
                <a:sym typeface="Plus Jakarta Sans Medium"/>
              </a:rPr>
              <a:t>Conclusion &amp;</a:t>
            </a:r>
          </a:p>
          <a:p>
            <a:pPr marL="0" lvl="0" indent="0" algn="l" rtl="0">
              <a:spcBef>
                <a:spcPts val="0"/>
              </a:spcBef>
              <a:spcAft>
                <a:spcPts val="0"/>
              </a:spcAft>
              <a:buNone/>
            </a:pPr>
            <a:r>
              <a:rPr lang="en-US" b="1" dirty="0">
                <a:solidFill>
                  <a:schemeClr val="tx1"/>
                </a:solidFill>
                <a:latin typeface="Times New Roman" panose="02020603050405020304" pitchFamily="18" charset="0"/>
                <a:ea typeface="Plus Jakarta Sans Medium"/>
                <a:cs typeface="Times New Roman" panose="02020603050405020304" pitchFamily="18" charset="0"/>
                <a:sym typeface="Plus Jakarta Sans Medium"/>
              </a:rPr>
              <a:t>Future Directions</a:t>
            </a:r>
            <a:endParaRPr lang="en-US" sz="1800" b="1" dirty="0">
              <a:solidFill>
                <a:schemeClr val="tx1"/>
              </a:solidFill>
              <a:latin typeface="Times New Roman" panose="02020603050405020304" pitchFamily="18" charset="0"/>
              <a:ea typeface="Plus Jakarta Sans Medium"/>
              <a:cs typeface="Times New Roman" panose="02020603050405020304" pitchFamily="18" charset="0"/>
              <a:sym typeface="Plus Jakarta Sans Medium"/>
            </a:endParaRPr>
          </a:p>
        </p:txBody>
      </p:sp>
      <p:sp>
        <p:nvSpPr>
          <p:cNvPr id="513" name="Google Shape;513;p31"/>
          <p:cNvSpPr/>
          <p:nvPr/>
        </p:nvSpPr>
        <p:spPr>
          <a:xfrm>
            <a:off x="6269453" y="2960269"/>
            <a:ext cx="164325" cy="367400"/>
          </a:xfrm>
          <a:custGeom>
            <a:avLst/>
            <a:gdLst/>
            <a:ahLst/>
            <a:cxnLst/>
            <a:rect l="l" t="t" r="r" b="b"/>
            <a:pathLst>
              <a:path w="6573" h="14696" extrusionOk="0">
                <a:moveTo>
                  <a:pt x="6573" y="0"/>
                </a:moveTo>
                <a:cubicBezTo>
                  <a:pt x="4309" y="3021"/>
                  <a:pt x="601" y="5519"/>
                  <a:pt x="42" y="9253"/>
                </a:cubicBezTo>
                <a:cubicBezTo>
                  <a:pt x="-295" y="11504"/>
                  <a:pt x="2343" y="13330"/>
                  <a:pt x="4163" y="14696"/>
                </a:cubicBezTo>
              </a:path>
            </a:pathLst>
          </a:custGeom>
          <a:noFill/>
          <a:ln w="9525" cap="flat" cmpd="sng">
            <a:solidFill>
              <a:schemeClr val="accent2"/>
            </a:solidFill>
            <a:prstDash val="solid"/>
            <a:round/>
            <a:headEnd type="none" w="med" len="med"/>
            <a:tailEnd type="none" w="med" len="med"/>
          </a:ln>
        </p:spPr>
        <p:txBody>
          <a:bodyPr/>
          <a:lstStyle/>
          <a:p>
            <a:endParaRPr lang="en-US"/>
          </a:p>
        </p:txBody>
      </p:sp>
      <p:sp>
        <p:nvSpPr>
          <p:cNvPr id="2" name="Google Shape;404;p31">
            <a:extLst>
              <a:ext uri="{FF2B5EF4-FFF2-40B4-BE49-F238E27FC236}">
                <a16:creationId xmlns:a16="http://schemas.microsoft.com/office/drawing/2014/main" id="{A447D747-5A8D-84C0-F525-B6A2FFD99A1A}"/>
              </a:ext>
            </a:extLst>
          </p:cNvPr>
          <p:cNvSpPr txBox="1">
            <a:spLocks/>
          </p:cNvSpPr>
          <p:nvPr/>
        </p:nvSpPr>
        <p:spPr>
          <a:xfrm>
            <a:off x="6676527" y="1431973"/>
            <a:ext cx="7347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3000"/>
              <a:buFont typeface="Albert Sans Medium"/>
              <a:buNone/>
              <a:defRPr sz="3000" b="1" i="0" u="none" strike="noStrike" cap="none">
                <a:solidFill>
                  <a:schemeClr val="accent6"/>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2pPr>
            <a:lvl3pPr marR="0" lvl="2"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3pPr>
            <a:lvl4pPr marR="0" lvl="3"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4pPr>
            <a:lvl5pPr marR="0" lvl="4"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5pPr>
            <a:lvl6pPr marR="0" lvl="5"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6pPr>
            <a:lvl7pPr marR="0" lvl="6"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7pPr>
            <a:lvl8pPr marR="0" lvl="7"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8pPr>
            <a:lvl9pPr marR="0" lvl="8"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9pPr>
          </a:lstStyle>
          <a:p>
            <a:r>
              <a:rPr lang="en" dirty="0">
                <a:latin typeface="Times New Roman" panose="02020603050405020304" pitchFamily="18" charset="0"/>
                <a:cs typeface="Times New Roman" panose="02020603050405020304" pitchFamily="18" charset="0"/>
              </a:rPr>
              <a:t>04</a:t>
            </a:r>
          </a:p>
        </p:txBody>
      </p:sp>
      <p:sp>
        <p:nvSpPr>
          <p:cNvPr id="3" name="Google Shape;408;p31">
            <a:extLst>
              <a:ext uri="{FF2B5EF4-FFF2-40B4-BE49-F238E27FC236}">
                <a16:creationId xmlns:a16="http://schemas.microsoft.com/office/drawing/2014/main" id="{221D1099-F7F7-CDB4-F7F8-D93A5DF16B17}"/>
              </a:ext>
            </a:extLst>
          </p:cNvPr>
          <p:cNvSpPr txBox="1">
            <a:spLocks/>
          </p:cNvSpPr>
          <p:nvPr/>
        </p:nvSpPr>
        <p:spPr>
          <a:xfrm>
            <a:off x="6676529" y="1925295"/>
            <a:ext cx="1747500" cy="63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accent6"/>
                </a:solidFill>
                <a:latin typeface="Albert Sans Medium"/>
                <a:ea typeface="Albert Sans Medium"/>
                <a:cs typeface="Albert Sans Medium"/>
                <a:sym typeface="Albert Sans Medium"/>
              </a:defRPr>
            </a:lvl1pPr>
            <a:lvl2pPr marL="914400" marR="0" lvl="1"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Research Methodology</a:t>
            </a:r>
          </a:p>
        </p:txBody>
      </p:sp>
      <p:sp>
        <p:nvSpPr>
          <p:cNvPr id="6" name="Google Shape;404;p31">
            <a:extLst>
              <a:ext uri="{FF2B5EF4-FFF2-40B4-BE49-F238E27FC236}">
                <a16:creationId xmlns:a16="http://schemas.microsoft.com/office/drawing/2014/main" id="{88D663F5-FDBA-41FF-44A7-F864C72AB663}"/>
              </a:ext>
            </a:extLst>
          </p:cNvPr>
          <p:cNvSpPr txBox="1">
            <a:spLocks/>
          </p:cNvSpPr>
          <p:nvPr/>
        </p:nvSpPr>
        <p:spPr>
          <a:xfrm>
            <a:off x="6701755" y="2966185"/>
            <a:ext cx="7347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3000"/>
              <a:buFont typeface="Albert Sans Medium"/>
              <a:buNone/>
              <a:defRPr sz="3000" b="1" i="0" u="none" strike="noStrike" cap="none">
                <a:solidFill>
                  <a:schemeClr val="accent6"/>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2pPr>
            <a:lvl3pPr marR="0" lvl="2"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3pPr>
            <a:lvl4pPr marR="0" lvl="3"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4pPr>
            <a:lvl5pPr marR="0" lvl="4"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5pPr>
            <a:lvl6pPr marR="0" lvl="5"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6pPr>
            <a:lvl7pPr marR="0" lvl="6"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7pPr>
            <a:lvl8pPr marR="0" lvl="7"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8pPr>
            <a:lvl9pPr marR="0" lvl="8"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9pPr>
          </a:lstStyle>
          <a:p>
            <a:r>
              <a:rPr lang="en" dirty="0">
                <a:latin typeface="Times New Roman" panose="02020603050405020304" pitchFamily="18" charset="0"/>
                <a:cs typeface="Times New Roman" panose="02020603050405020304" pitchFamily="18" charset="0"/>
              </a:rPr>
              <a:t>08</a:t>
            </a:r>
          </a:p>
        </p:txBody>
      </p:sp>
      <p:sp>
        <p:nvSpPr>
          <p:cNvPr id="7" name="Google Shape;408;p31">
            <a:extLst>
              <a:ext uri="{FF2B5EF4-FFF2-40B4-BE49-F238E27FC236}">
                <a16:creationId xmlns:a16="http://schemas.microsoft.com/office/drawing/2014/main" id="{C4D1EB86-282E-C056-3AEA-ADD485B2B260}"/>
              </a:ext>
            </a:extLst>
          </p:cNvPr>
          <p:cNvSpPr txBox="1">
            <a:spLocks/>
          </p:cNvSpPr>
          <p:nvPr/>
        </p:nvSpPr>
        <p:spPr>
          <a:xfrm>
            <a:off x="6738088" y="3281177"/>
            <a:ext cx="1747500" cy="63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accent6"/>
                </a:solidFill>
                <a:latin typeface="Albert Sans Medium"/>
                <a:ea typeface="Albert Sans Medium"/>
                <a:cs typeface="Albert Sans Medium"/>
                <a:sym typeface="Albert Sans Medium"/>
              </a:defRPr>
            </a:lvl1pPr>
            <a:lvl2pPr marL="914400" marR="0" lvl="1"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Medium"/>
                <a:cs typeface="Times New Roman" panose="02020603050405020304" pitchFamily="18" charset="0"/>
                <a:sym typeface="Plus Jakarta Sans Medium"/>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658800"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b="1" dirty="0">
                <a:solidFill>
                  <a:schemeClr val="bg1"/>
                </a:solidFill>
                <a:latin typeface="Plus Jakarta Sans" panose="020B0604020202020204" charset="0"/>
                <a:ea typeface="Plus Jakarta Sans"/>
                <a:cs typeface="Plus Jakarta Sans" panose="020B0604020202020204" charset="0"/>
                <a:sym typeface="Plus Jakarta Sans"/>
              </a:rPr>
              <a:t>Abstract</a:t>
            </a:r>
            <a:endParaRPr dirty="0">
              <a:solidFill>
                <a:schemeClr val="bg1"/>
              </a:solidFill>
            </a:endParaRPr>
          </a:p>
        </p:txBody>
      </p:sp>
      <p:sp>
        <p:nvSpPr>
          <p:cNvPr id="557" name="Google Shape;557;p32"/>
          <p:cNvSpPr txBox="1">
            <a:spLocks noGrp="1"/>
          </p:cNvSpPr>
          <p:nvPr>
            <p:ph type="title" idx="2"/>
          </p:nvPr>
        </p:nvSpPr>
        <p:spPr>
          <a:xfrm>
            <a:off x="257899" y="955602"/>
            <a:ext cx="1117500"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01</a:t>
            </a:r>
            <a:endParaRPr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2" name="Google Shape;612;p34"/>
          <p:cNvSpPr txBox="1">
            <a:spLocks noGrp="1"/>
          </p:cNvSpPr>
          <p:nvPr>
            <p:ph type="subTitle" idx="1"/>
          </p:nvPr>
        </p:nvSpPr>
        <p:spPr>
          <a:xfrm>
            <a:off x="4614542" y="2202191"/>
            <a:ext cx="4180746" cy="2245823"/>
          </a:xfrm>
          <a:prstGeom prst="rect">
            <a:avLst/>
          </a:prstGeom>
        </p:spPr>
        <p:txBody>
          <a:bodyPr spcFirstLastPara="1" wrap="square" lIns="91425" tIns="91425" rIns="91425" bIns="91425" anchor="t" anchorCtr="0">
            <a:noAutofit/>
          </a:bodyPr>
          <a:lstStyle/>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study explores the structural distinctions of MEC compared to traditional cloud computing, highlights the roles of NFV and SDN in enhancing scalability and flexibility, and discusses the integral challenges of security and privacy within MEC systems.</a:t>
            </a:r>
          </a:p>
        </p:txBody>
      </p:sp>
      <p:sp>
        <p:nvSpPr>
          <p:cNvPr id="613" name="Google Shape;613;p34"/>
          <p:cNvSpPr txBox="1">
            <a:spLocks noGrp="1"/>
          </p:cNvSpPr>
          <p:nvPr>
            <p:ph type="subTitle" idx="2"/>
          </p:nvPr>
        </p:nvSpPr>
        <p:spPr>
          <a:xfrm>
            <a:off x="410981" y="2233188"/>
            <a:ext cx="3990537" cy="1811870"/>
          </a:xfrm>
          <a:prstGeom prst="rect">
            <a:avLst/>
          </a:prstGeom>
        </p:spPr>
        <p:txBody>
          <a:bodyPr spcFirstLastPara="1" wrap="square" lIns="91425" tIns="91425" rIns="91425" bIns="91425" anchor="t" anchorCtr="0">
            <a:noAutofit/>
          </a:bodyPr>
          <a:lstStyle/>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Mobile Edge Computing (MEC) enhances user experiences by significantly reducing latency and optimizing the processing of data near its source, which results in faster response times and improved efficiency.</a:t>
            </a:r>
          </a:p>
        </p:txBody>
      </p:sp>
      <p:pic>
        <p:nvPicPr>
          <p:cNvPr id="2" name="Picture 1">
            <a:extLst>
              <a:ext uri="{FF2B5EF4-FFF2-40B4-BE49-F238E27FC236}">
                <a16:creationId xmlns:a16="http://schemas.microsoft.com/office/drawing/2014/main" id="{80D7A31B-B4F8-63E2-DB19-609BC1FD4B06}"/>
              </a:ext>
            </a:extLst>
          </p:cNvPr>
          <p:cNvPicPr>
            <a:picLocks noChangeAspect="1"/>
          </p:cNvPicPr>
          <p:nvPr/>
        </p:nvPicPr>
        <p:blipFill>
          <a:blip r:embed="rId3"/>
          <a:stretch>
            <a:fillRect/>
          </a:stretch>
        </p:blipFill>
        <p:spPr>
          <a:xfrm>
            <a:off x="1046713" y="1326220"/>
            <a:ext cx="693842" cy="644094"/>
          </a:xfrm>
          <a:prstGeom prst="rect">
            <a:avLst/>
          </a:prstGeom>
        </p:spPr>
      </p:pic>
      <p:pic>
        <p:nvPicPr>
          <p:cNvPr id="3" name="Picture 2">
            <a:extLst>
              <a:ext uri="{FF2B5EF4-FFF2-40B4-BE49-F238E27FC236}">
                <a16:creationId xmlns:a16="http://schemas.microsoft.com/office/drawing/2014/main" id="{2F15B499-685B-DCBA-FEA3-86E151D75EB4}"/>
              </a:ext>
            </a:extLst>
          </p:cNvPr>
          <p:cNvPicPr>
            <a:picLocks noChangeAspect="1"/>
          </p:cNvPicPr>
          <p:nvPr/>
        </p:nvPicPr>
        <p:blipFill>
          <a:blip r:embed="rId3"/>
          <a:stretch>
            <a:fillRect/>
          </a:stretch>
        </p:blipFill>
        <p:spPr>
          <a:xfrm>
            <a:off x="5195729" y="1388213"/>
            <a:ext cx="693842" cy="644094"/>
          </a:xfrm>
          <a:prstGeom prst="rect">
            <a:avLst/>
          </a:prstGeom>
        </p:spPr>
      </p:pic>
      <p:sp>
        <p:nvSpPr>
          <p:cNvPr id="5" name="TextBox 4">
            <a:extLst>
              <a:ext uri="{FF2B5EF4-FFF2-40B4-BE49-F238E27FC236}">
                <a16:creationId xmlns:a16="http://schemas.microsoft.com/office/drawing/2014/main" id="{55477102-6188-AFE2-33F7-D1004E56C727}"/>
              </a:ext>
            </a:extLst>
          </p:cNvPr>
          <p:cNvSpPr txBox="1"/>
          <p:nvPr/>
        </p:nvSpPr>
        <p:spPr>
          <a:xfrm>
            <a:off x="823586" y="616462"/>
            <a:ext cx="4628366"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Exploring the Frontier of Mobile Edge Computing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4011884"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a:solidFill>
                  <a:schemeClr val="bg1"/>
                </a:solidFill>
                <a:latin typeface="Plus Jakarta Sans" panose="020B0604020202020204" charset="0"/>
                <a:ea typeface="Plus Jakarta Sans"/>
                <a:cs typeface="Plus Jakarta Sans" panose="020B0604020202020204" charset="0"/>
                <a:sym typeface="Plus Jakarta Sans"/>
              </a:rPr>
              <a:t>Introduction</a:t>
            </a:r>
            <a:endParaRPr dirty="0">
              <a:solidFill>
                <a:schemeClr val="bg1"/>
              </a:solidFill>
            </a:endParaRPr>
          </a:p>
        </p:txBody>
      </p:sp>
      <p:sp>
        <p:nvSpPr>
          <p:cNvPr id="557" name="Google Shape;557;p32"/>
          <p:cNvSpPr txBox="1">
            <a:spLocks noGrp="1"/>
          </p:cNvSpPr>
          <p:nvPr>
            <p:ph type="title" idx="2"/>
          </p:nvPr>
        </p:nvSpPr>
        <p:spPr>
          <a:xfrm>
            <a:off x="257899" y="955602"/>
            <a:ext cx="117569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02</a:t>
            </a:r>
            <a:endParaRPr dirty="0">
              <a:solidFill>
                <a:schemeClr val="bg1"/>
              </a:solidFill>
            </a:endParaRPr>
          </a:p>
        </p:txBody>
      </p:sp>
    </p:spTree>
    <p:extLst>
      <p:ext uri="{BB962C8B-B14F-4D97-AF65-F5344CB8AC3E}">
        <p14:creationId xmlns:p14="http://schemas.microsoft.com/office/powerpoint/2010/main" val="3642981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2" name="Google Shape;612;p34"/>
          <p:cNvSpPr txBox="1">
            <a:spLocks noGrp="1"/>
          </p:cNvSpPr>
          <p:nvPr>
            <p:ph type="subTitle" idx="1"/>
          </p:nvPr>
        </p:nvSpPr>
        <p:spPr>
          <a:xfrm>
            <a:off x="4784168" y="2203964"/>
            <a:ext cx="3620796" cy="1641600"/>
          </a:xfrm>
          <a:prstGeom prst="rect">
            <a:avLst/>
          </a:prstGeom>
        </p:spPr>
        <p:txBody>
          <a:bodyPr spcFirstLastPara="1" wrap="square" lIns="91425" tIns="91425" rIns="91425" bIns="91425" anchor="t" anchorCtr="0">
            <a:noAutofit/>
          </a:bodyPr>
          <a:lstStyle/>
          <a:p>
            <a:pPr marL="152400" indent="0"/>
            <a:r>
              <a:rPr lang="en-US" sz="1800" dirty="0">
                <a:latin typeface="Times New Roman" panose="02020603050405020304" pitchFamily="18" charset="0"/>
                <a:cs typeface="Times New Roman" panose="02020603050405020304" pitchFamily="18" charset="0"/>
              </a:rPr>
              <a:t>Despite its promise, MEC faces challenges in architecture, energy efficiency, security, and integration with existing technologies.</a:t>
            </a:r>
          </a:p>
          <a:p>
            <a:br>
              <a:rPr lang="en-US" dirty="0">
                <a:latin typeface="Times New Roman" panose="02020603050405020304" pitchFamily="18" charset="0"/>
                <a:cs typeface="Times New Roman" panose="02020603050405020304" pitchFamily="18" charset="0"/>
              </a:rPr>
            </a:br>
            <a:endParaRPr dirty="0">
              <a:latin typeface="Times New Roman" panose="02020603050405020304" pitchFamily="18" charset="0"/>
              <a:cs typeface="Times New Roman" panose="02020603050405020304" pitchFamily="18" charset="0"/>
            </a:endParaRPr>
          </a:p>
        </p:txBody>
      </p:sp>
      <p:sp>
        <p:nvSpPr>
          <p:cNvPr id="613" name="Google Shape;613;p34"/>
          <p:cNvSpPr txBox="1">
            <a:spLocks noGrp="1"/>
          </p:cNvSpPr>
          <p:nvPr>
            <p:ph type="subTitle" idx="2"/>
          </p:nvPr>
        </p:nvSpPr>
        <p:spPr>
          <a:xfrm>
            <a:off x="544634" y="2191438"/>
            <a:ext cx="3588954" cy="1641600"/>
          </a:xfrm>
          <a:prstGeom prst="rect">
            <a:avLst/>
          </a:prstGeom>
        </p:spPr>
        <p:txBody>
          <a:bodyPr spcFirstLastPara="1" wrap="square" lIns="91425" tIns="91425" rIns="91425" bIns="91425" anchor="t" anchorCtr="0">
            <a:noAutofit/>
          </a:bodyPr>
          <a:lstStyle/>
          <a:p>
            <a:pPr marL="4381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MEC is a transformative paradigm in telecommunications, enabling low-latency, high-bandwidth applications.</a:t>
            </a:r>
          </a:p>
        </p:txBody>
      </p:sp>
      <p:sp>
        <p:nvSpPr>
          <p:cNvPr id="4" name="TextBox 3">
            <a:extLst>
              <a:ext uri="{FF2B5EF4-FFF2-40B4-BE49-F238E27FC236}">
                <a16:creationId xmlns:a16="http://schemas.microsoft.com/office/drawing/2014/main" id="{417F916D-F562-5AA1-C80F-B3D210DC1ED4}"/>
              </a:ext>
            </a:extLst>
          </p:cNvPr>
          <p:cNvSpPr txBox="1"/>
          <p:nvPr/>
        </p:nvSpPr>
        <p:spPr>
          <a:xfrm>
            <a:off x="673275" y="616462"/>
            <a:ext cx="4628366"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Mobile Edge Computing at the Edge of Innovation</a:t>
            </a:r>
          </a:p>
        </p:txBody>
      </p:sp>
    </p:spTree>
    <p:extLst>
      <p:ext uri="{BB962C8B-B14F-4D97-AF65-F5344CB8AC3E}">
        <p14:creationId xmlns:p14="http://schemas.microsoft.com/office/powerpoint/2010/main" val="2928229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658800"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b="1" dirty="0">
                <a:solidFill>
                  <a:schemeClr val="bg1"/>
                </a:solidFill>
                <a:latin typeface="Plus Jakarta Sans" panose="020B0604020202020204" charset="0"/>
                <a:cs typeface="Plus Jakarta Sans" panose="020B0604020202020204" charset="0"/>
              </a:rPr>
              <a:t>Literature Review</a:t>
            </a:r>
            <a:br>
              <a:rPr lang="en-US" sz="4800" dirty="0">
                <a:latin typeface="Plus Jakarta Sans" panose="020B0604020202020204" charset="0"/>
                <a:cs typeface="Plus Jakarta Sans" panose="020B0604020202020204" charset="0"/>
              </a:rPr>
            </a:br>
            <a:endParaRPr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03</a:t>
            </a:r>
            <a:endParaRPr dirty="0">
              <a:solidFill>
                <a:schemeClr val="bg1"/>
              </a:solidFill>
            </a:endParaRPr>
          </a:p>
        </p:txBody>
      </p:sp>
    </p:spTree>
    <p:extLst>
      <p:ext uri="{BB962C8B-B14F-4D97-AF65-F5344CB8AC3E}">
        <p14:creationId xmlns:p14="http://schemas.microsoft.com/office/powerpoint/2010/main" val="3452360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terature Review Mind Map">
            <a:extLst>
              <a:ext uri="{FF2B5EF4-FFF2-40B4-BE49-F238E27FC236}">
                <a16:creationId xmlns:a16="http://schemas.microsoft.com/office/drawing/2014/main" id="{463E2B54-063F-9812-03AB-37A6A9B017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06463"/>
            <a:ext cx="9144000" cy="33305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C141AD7-411F-0777-BD9D-71B3F5D1C8CE}"/>
              </a:ext>
            </a:extLst>
          </p:cNvPr>
          <p:cNvSpPr/>
          <p:nvPr/>
        </p:nvSpPr>
        <p:spPr>
          <a:xfrm>
            <a:off x="185349" y="2332495"/>
            <a:ext cx="1681566" cy="5114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4A75437-3FAD-5561-ABEA-CFC0E746E5DA}"/>
              </a:ext>
            </a:extLst>
          </p:cNvPr>
          <p:cNvSpPr txBox="1"/>
          <p:nvPr/>
        </p:nvSpPr>
        <p:spPr>
          <a:xfrm>
            <a:off x="175232" y="2449286"/>
            <a:ext cx="2228850"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Mobile Edge Computing</a:t>
            </a:r>
          </a:p>
        </p:txBody>
      </p:sp>
      <p:sp>
        <p:nvSpPr>
          <p:cNvPr id="2" name="TextBox 1">
            <a:extLst>
              <a:ext uri="{FF2B5EF4-FFF2-40B4-BE49-F238E27FC236}">
                <a16:creationId xmlns:a16="http://schemas.microsoft.com/office/drawing/2014/main" id="{B4604C11-131F-A140-CF39-F93356CD0547}"/>
              </a:ext>
            </a:extLst>
          </p:cNvPr>
          <p:cNvSpPr txBox="1"/>
          <p:nvPr/>
        </p:nvSpPr>
        <p:spPr>
          <a:xfrm>
            <a:off x="3688795" y="247708"/>
            <a:ext cx="2039881" cy="369332"/>
          </a:xfrm>
          <a:prstGeom prst="rect">
            <a:avLst/>
          </a:prstGeom>
          <a:noFill/>
        </p:spPr>
        <p:txBody>
          <a:bodyPr wrap="square" rtlCol="0">
            <a:spAutoFit/>
          </a:bodyPr>
          <a:lstStyle/>
          <a:p>
            <a:r>
              <a:rPr lang="en-US" sz="1800" u="sng" dirty="0">
                <a:solidFill>
                  <a:schemeClr val="accent5">
                    <a:lumMod val="75000"/>
                  </a:schemeClr>
                </a:solidFill>
                <a:latin typeface="Times New Roman" panose="02020603050405020304" pitchFamily="18" charset="0"/>
                <a:cs typeface="Times New Roman" panose="02020603050405020304" pitchFamily="18" charset="0"/>
              </a:rPr>
              <a:t>Literature Review</a:t>
            </a:r>
          </a:p>
        </p:txBody>
      </p:sp>
    </p:spTree>
    <p:extLst>
      <p:ext uri="{BB962C8B-B14F-4D97-AF65-F5344CB8AC3E}">
        <p14:creationId xmlns:p14="http://schemas.microsoft.com/office/powerpoint/2010/main" val="177239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658800"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solidFill>
                  <a:schemeClr val="bg1"/>
                </a:solidFill>
                <a:latin typeface="Plus Jakarta Sans" panose="020B0604020202020204" charset="0"/>
                <a:cs typeface="Plus Jakarta Sans" panose="020B0604020202020204" charset="0"/>
              </a:rPr>
              <a:t>Research Methodology</a:t>
            </a:r>
            <a:endParaRPr sz="3600"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04</a:t>
            </a:r>
            <a:endParaRPr dirty="0">
              <a:solidFill>
                <a:schemeClr val="bg1"/>
              </a:solidFill>
            </a:endParaRPr>
          </a:p>
        </p:txBody>
      </p:sp>
    </p:spTree>
    <p:extLst>
      <p:ext uri="{BB962C8B-B14F-4D97-AF65-F5344CB8AC3E}">
        <p14:creationId xmlns:p14="http://schemas.microsoft.com/office/powerpoint/2010/main" val="1986697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7" name="Google Shape;647;p35"/>
          <p:cNvSpPr txBox="1">
            <a:spLocks noGrp="1"/>
          </p:cNvSpPr>
          <p:nvPr>
            <p:ph type="subTitle" idx="4"/>
          </p:nvPr>
        </p:nvSpPr>
        <p:spPr>
          <a:xfrm>
            <a:off x="538569" y="1836264"/>
            <a:ext cx="21753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Edge Cloud Architecture</a:t>
            </a:r>
            <a:endParaRPr sz="2000" dirty="0">
              <a:latin typeface="Times New Roman" panose="02020603050405020304" pitchFamily="18" charset="0"/>
              <a:cs typeface="Times New Roman" panose="02020603050405020304" pitchFamily="18" charset="0"/>
            </a:endParaRPr>
          </a:p>
        </p:txBody>
      </p:sp>
      <p:sp>
        <p:nvSpPr>
          <p:cNvPr id="648" name="Google Shape;648;p35"/>
          <p:cNvSpPr txBox="1">
            <a:spLocks noGrp="1"/>
          </p:cNvSpPr>
          <p:nvPr>
            <p:ph type="subTitle" idx="5"/>
          </p:nvPr>
        </p:nvSpPr>
        <p:spPr>
          <a:xfrm>
            <a:off x="3516798" y="1840206"/>
            <a:ext cx="21753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Offloading Algorithm</a:t>
            </a:r>
            <a:endParaRPr sz="2000" dirty="0">
              <a:latin typeface="Times New Roman" panose="02020603050405020304" pitchFamily="18" charset="0"/>
              <a:cs typeface="Times New Roman" panose="02020603050405020304" pitchFamily="18" charset="0"/>
            </a:endParaRPr>
          </a:p>
        </p:txBody>
      </p:sp>
      <p:sp>
        <p:nvSpPr>
          <p:cNvPr id="649" name="Google Shape;649;p35"/>
          <p:cNvSpPr txBox="1">
            <a:spLocks noGrp="1"/>
          </p:cNvSpPr>
          <p:nvPr>
            <p:ph type="subTitle" idx="1"/>
          </p:nvPr>
        </p:nvSpPr>
        <p:spPr>
          <a:xfrm>
            <a:off x="375730" y="2434311"/>
            <a:ext cx="2546725" cy="1501800"/>
          </a:xfrm>
          <a:prstGeom prst="rect">
            <a:avLst/>
          </a:prstGeom>
        </p:spPr>
        <p:txBody>
          <a:bodyPr spcFirstLastPara="1" wrap="square" lIns="91425" tIns="91425" rIns="91425" bIns="91425" anchor="t" anchorCtr="0">
            <a:noAutofit/>
          </a:bodyPr>
          <a:lstStyle/>
          <a:p>
            <a:pPr marL="152400" indent="0" algn="l"/>
            <a:r>
              <a:rPr lang="en-US" sz="1600" dirty="0">
                <a:latin typeface="Times New Roman" panose="02020603050405020304" pitchFamily="18" charset="0"/>
                <a:cs typeface="Times New Roman" panose="02020603050405020304" pitchFamily="18" charset="0"/>
              </a:rPr>
              <a:t>Three-tier structure for efficient task handling and resource distribution. IoT Device Tier, Edge Server Tier, and Cloud Layer.</a:t>
            </a:r>
          </a:p>
        </p:txBody>
      </p:sp>
      <p:sp>
        <p:nvSpPr>
          <p:cNvPr id="650" name="Google Shape;650;p35"/>
          <p:cNvSpPr txBox="1">
            <a:spLocks noGrp="1"/>
          </p:cNvSpPr>
          <p:nvPr>
            <p:ph type="subTitle" idx="2"/>
          </p:nvPr>
        </p:nvSpPr>
        <p:spPr>
          <a:xfrm>
            <a:off x="3566899" y="2375621"/>
            <a:ext cx="2175300" cy="150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Delay-Aware Energy-Efficient (DAEE) algorithm for energy-efficient offloading.</a:t>
            </a:r>
            <a:endParaRPr sz="1600" dirty="0">
              <a:latin typeface="Times New Roman" panose="02020603050405020304" pitchFamily="18" charset="0"/>
              <a:cs typeface="Times New Roman" panose="02020603050405020304" pitchFamily="18" charset="0"/>
            </a:endParaRPr>
          </a:p>
        </p:txBody>
      </p:sp>
      <p:sp>
        <p:nvSpPr>
          <p:cNvPr id="651" name="Google Shape;651;p35"/>
          <p:cNvSpPr txBox="1">
            <a:spLocks noGrp="1"/>
          </p:cNvSpPr>
          <p:nvPr>
            <p:ph type="subTitle" idx="3"/>
          </p:nvPr>
        </p:nvSpPr>
        <p:spPr>
          <a:xfrm>
            <a:off x="6147294" y="2444035"/>
            <a:ext cx="2175300" cy="130124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Improving security through local computation and cluster aggregation.</a:t>
            </a:r>
            <a:endParaRPr sz="1600" dirty="0">
              <a:latin typeface="Times New Roman" panose="02020603050405020304" pitchFamily="18" charset="0"/>
              <a:cs typeface="Times New Roman" panose="02020603050405020304" pitchFamily="18" charset="0"/>
            </a:endParaRPr>
          </a:p>
        </p:txBody>
      </p:sp>
      <p:sp>
        <p:nvSpPr>
          <p:cNvPr id="652" name="Google Shape;652;p35"/>
          <p:cNvSpPr txBox="1">
            <a:spLocks noGrp="1"/>
          </p:cNvSpPr>
          <p:nvPr>
            <p:ph type="subTitle" idx="6"/>
          </p:nvPr>
        </p:nvSpPr>
        <p:spPr>
          <a:xfrm>
            <a:off x="6118153" y="1820937"/>
            <a:ext cx="3266069"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Hierarchical Federated Learning (HFL)</a:t>
            </a:r>
            <a:endParaRPr sz="2000" dirty="0">
              <a:latin typeface="Times New Roman" panose="02020603050405020304" pitchFamily="18" charset="0"/>
              <a:cs typeface="Times New Roman" panose="02020603050405020304" pitchFamily="18" charset="0"/>
            </a:endParaRPr>
          </a:p>
        </p:txBody>
      </p:sp>
      <p:pic>
        <p:nvPicPr>
          <p:cNvPr id="2050" name="Picture 2" descr="Edge - Edge Computing Icon Png,Network Solutions Icon - free transparent  png images - pngaaa.com">
            <a:extLst>
              <a:ext uri="{FF2B5EF4-FFF2-40B4-BE49-F238E27FC236}">
                <a16:creationId xmlns:a16="http://schemas.microsoft.com/office/drawing/2014/main" id="{20D8230E-94B3-0C44-490D-D1BF87708A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576" y="1012141"/>
            <a:ext cx="753739" cy="51761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Edge - Edge Computing Icon Png,Network Solutions Icon - free transparent  png images - pngaaa.com">
            <a:extLst>
              <a:ext uri="{FF2B5EF4-FFF2-40B4-BE49-F238E27FC236}">
                <a16:creationId xmlns:a16="http://schemas.microsoft.com/office/drawing/2014/main" id="{444E830C-6B1D-CAF0-D08E-849CD7EBD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6795" y="1012141"/>
            <a:ext cx="753739" cy="51761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dge - Edge Computing Icon Png,Network Solutions Icon - free transparent  png images - pngaaa.com">
            <a:extLst>
              <a:ext uri="{FF2B5EF4-FFF2-40B4-BE49-F238E27FC236}">
                <a16:creationId xmlns:a16="http://schemas.microsoft.com/office/drawing/2014/main" id="{760CB7FF-3825-D92E-7491-38D0F6E10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8154" y="1012141"/>
            <a:ext cx="753739" cy="517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329959"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solidFill>
                  <a:schemeClr val="bg1"/>
                </a:solidFill>
                <a:latin typeface="Plus Jakarta Sans" panose="020B0604020202020204" charset="0"/>
                <a:cs typeface="Plus Jakarta Sans" panose="020B0604020202020204" charset="0"/>
              </a:rPr>
              <a:t>Potential Research Gaps</a:t>
            </a:r>
            <a:endParaRPr sz="3600"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05</a:t>
            </a:r>
            <a:endParaRPr dirty="0">
              <a:solidFill>
                <a:schemeClr val="bg1"/>
              </a:solidFill>
            </a:endParaRPr>
          </a:p>
        </p:txBody>
      </p:sp>
    </p:spTree>
    <p:extLst>
      <p:ext uri="{BB962C8B-B14F-4D97-AF65-F5344CB8AC3E}">
        <p14:creationId xmlns:p14="http://schemas.microsoft.com/office/powerpoint/2010/main" val="4177683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2" name="Subtitle 1">
            <a:extLst>
              <a:ext uri="{FF2B5EF4-FFF2-40B4-BE49-F238E27FC236}">
                <a16:creationId xmlns:a16="http://schemas.microsoft.com/office/drawing/2014/main" id="{86815789-F768-350D-9BC0-3D1131C70844}"/>
              </a:ext>
            </a:extLst>
          </p:cNvPr>
          <p:cNvSpPr>
            <a:spLocks noGrp="1"/>
          </p:cNvSpPr>
          <p:nvPr>
            <p:ph type="subTitle" idx="1"/>
          </p:nvPr>
        </p:nvSpPr>
        <p:spPr>
          <a:xfrm>
            <a:off x="660832" y="1465718"/>
            <a:ext cx="3086705" cy="1037400"/>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Despite theoretical advancements in Mobile Edge Computing (MEC), there is a notable gap in the real-world testing and validation of these proposed solutions.</a:t>
            </a:r>
          </a:p>
          <a:p>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26FFBAB-3F90-502C-3921-03DED3B79A4C}"/>
              </a:ext>
            </a:extLst>
          </p:cNvPr>
          <p:cNvSpPr>
            <a:spLocks noGrp="1"/>
          </p:cNvSpPr>
          <p:nvPr>
            <p:ph type="subTitle" idx="2"/>
          </p:nvPr>
        </p:nvSpPr>
        <p:spPr>
          <a:xfrm>
            <a:off x="4546913" y="1458222"/>
            <a:ext cx="3217988" cy="1037400"/>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paper might lack extensive coverage on the application of MEC across diverse industries such as healthcare, agriculture, and smart cities, suggesting a gap in cross-domain applicability.</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7C6038DE-90F6-3421-8BDE-F5AE029BCC60}"/>
              </a:ext>
            </a:extLst>
          </p:cNvPr>
          <p:cNvSpPr>
            <a:spLocks noGrp="1"/>
          </p:cNvSpPr>
          <p:nvPr>
            <p:ph type="subTitle" idx="3"/>
          </p:nvPr>
        </p:nvSpPr>
        <p:spPr>
          <a:xfrm>
            <a:off x="4543281" y="2908033"/>
            <a:ext cx="3521424" cy="1037400"/>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paper does not thoroughly explore the economic implications and potential business models that MEC enables, representing another significant research gap.</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C8D79691-870F-BF46-3BB8-892D66830588}"/>
              </a:ext>
            </a:extLst>
          </p:cNvPr>
          <p:cNvSpPr>
            <a:spLocks noGrp="1"/>
          </p:cNvSpPr>
          <p:nvPr>
            <p:ph type="subTitle" idx="5"/>
          </p:nvPr>
        </p:nvSpPr>
        <p:spPr>
          <a:xfrm>
            <a:off x="569347" y="2942247"/>
            <a:ext cx="3477994" cy="1037400"/>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There is a potential oversight in integrating user-centric design principles within the development of MEC applications, focusing predominantly on technological and infrastructural aspects.</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C620B1B-76E9-5668-E309-0C746D8A0CB9}"/>
              </a:ext>
            </a:extLst>
          </p:cNvPr>
          <p:cNvSpPr txBox="1"/>
          <p:nvPr/>
        </p:nvSpPr>
        <p:spPr>
          <a:xfrm>
            <a:off x="1326627" y="1270177"/>
            <a:ext cx="1813810" cy="30777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Real-World Testing</a:t>
            </a:r>
            <a:r>
              <a:rPr lang="en-US" dirty="0">
                <a:latin typeface="Times New Roman" panose="02020603050405020304" pitchFamily="18" charset="0"/>
                <a:cs typeface="Times New Roman" panose="02020603050405020304" pitchFamily="18" charset="0"/>
              </a:rPr>
              <a:t> </a:t>
            </a:r>
            <a:endParaRPr lang="en-US" dirty="0"/>
          </a:p>
        </p:txBody>
      </p:sp>
      <p:sp>
        <p:nvSpPr>
          <p:cNvPr id="12" name="TextBox 11">
            <a:extLst>
              <a:ext uri="{FF2B5EF4-FFF2-40B4-BE49-F238E27FC236}">
                <a16:creationId xmlns:a16="http://schemas.microsoft.com/office/drawing/2014/main" id="{4AA9B5CD-B851-2087-6C30-411A9AB3E288}"/>
              </a:ext>
            </a:extLst>
          </p:cNvPr>
          <p:cNvSpPr txBox="1"/>
          <p:nvPr/>
        </p:nvSpPr>
        <p:spPr>
          <a:xfrm>
            <a:off x="1341617" y="2724223"/>
            <a:ext cx="1836295" cy="30777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User-Centric Design</a:t>
            </a:r>
            <a:r>
              <a:rPr lang="en-US" dirty="0">
                <a:latin typeface="Times New Roman" panose="02020603050405020304" pitchFamily="18" charset="0"/>
                <a:cs typeface="Times New Roman" panose="02020603050405020304" pitchFamily="18" charset="0"/>
              </a:rPr>
              <a:t> </a:t>
            </a:r>
            <a:endParaRPr lang="en-US" dirty="0"/>
          </a:p>
        </p:txBody>
      </p:sp>
      <p:sp>
        <p:nvSpPr>
          <p:cNvPr id="14" name="TextBox 13">
            <a:extLst>
              <a:ext uri="{FF2B5EF4-FFF2-40B4-BE49-F238E27FC236}">
                <a16:creationId xmlns:a16="http://schemas.microsoft.com/office/drawing/2014/main" id="{7B2FFD75-60DF-A8C6-1F8C-A4704C46665C}"/>
              </a:ext>
            </a:extLst>
          </p:cNvPr>
          <p:cNvSpPr txBox="1"/>
          <p:nvPr/>
        </p:nvSpPr>
        <p:spPr>
          <a:xfrm>
            <a:off x="5149119" y="1262682"/>
            <a:ext cx="2338466" cy="30777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Cross-Domain Applications</a:t>
            </a:r>
            <a:endParaRPr lang="en-US" dirty="0"/>
          </a:p>
        </p:txBody>
      </p:sp>
      <p:sp>
        <p:nvSpPr>
          <p:cNvPr id="16" name="TextBox 15">
            <a:extLst>
              <a:ext uri="{FF2B5EF4-FFF2-40B4-BE49-F238E27FC236}">
                <a16:creationId xmlns:a16="http://schemas.microsoft.com/office/drawing/2014/main" id="{7E1AAB46-AF89-CB1F-4322-F67CF0E26D84}"/>
              </a:ext>
            </a:extLst>
          </p:cNvPr>
          <p:cNvSpPr txBox="1"/>
          <p:nvPr/>
        </p:nvSpPr>
        <p:spPr>
          <a:xfrm>
            <a:off x="5254049" y="2716728"/>
            <a:ext cx="1618938" cy="30777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Economic Impact</a:t>
            </a:r>
            <a:endParaRPr lang="en-US" dirty="0"/>
          </a:p>
        </p:txBody>
      </p:sp>
      <p:cxnSp>
        <p:nvCxnSpPr>
          <p:cNvPr id="22" name="Straight Connector 21">
            <a:extLst>
              <a:ext uri="{FF2B5EF4-FFF2-40B4-BE49-F238E27FC236}">
                <a16:creationId xmlns:a16="http://schemas.microsoft.com/office/drawing/2014/main" id="{CB9AC7B0-B9A2-EBF9-6B8A-5B041087735E}"/>
              </a:ext>
            </a:extLst>
          </p:cNvPr>
          <p:cNvCxnSpPr>
            <a:cxnSpLocks/>
          </p:cNvCxnSpPr>
          <p:nvPr/>
        </p:nvCxnSpPr>
        <p:spPr>
          <a:xfrm>
            <a:off x="4174761" y="786984"/>
            <a:ext cx="59960" cy="3657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417AA82-5866-4692-6F88-3AC6E7C62F79}"/>
              </a:ext>
            </a:extLst>
          </p:cNvPr>
          <p:cNvCxnSpPr>
            <a:cxnSpLocks/>
          </p:cNvCxnSpPr>
          <p:nvPr/>
        </p:nvCxnSpPr>
        <p:spPr>
          <a:xfrm>
            <a:off x="1203212" y="2625776"/>
            <a:ext cx="6164454" cy="5746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6010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422948"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b="1" dirty="0">
                <a:solidFill>
                  <a:schemeClr val="bg1"/>
                </a:solidFill>
                <a:latin typeface="Plus Jakarta Sans" panose="020B0604020202020204" charset="0"/>
                <a:cs typeface="Plus Jakarta Sans" panose="020B0604020202020204" charset="0"/>
              </a:rPr>
              <a:t>Implementation</a:t>
            </a:r>
            <a:endParaRPr sz="3200"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06</a:t>
            </a:r>
            <a:endParaRPr dirty="0">
              <a:solidFill>
                <a:schemeClr val="bg1"/>
              </a:solidFill>
            </a:endParaRPr>
          </a:p>
        </p:txBody>
      </p:sp>
    </p:spTree>
    <p:extLst>
      <p:ext uri="{BB962C8B-B14F-4D97-AF65-F5344CB8AC3E}">
        <p14:creationId xmlns:p14="http://schemas.microsoft.com/office/powerpoint/2010/main" val="3223410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99" name="Google Shape;1099;p39"/>
          <p:cNvSpPr txBox="1">
            <a:spLocks noGrp="1"/>
          </p:cNvSpPr>
          <p:nvPr>
            <p:ph type="subTitle" idx="1"/>
          </p:nvPr>
        </p:nvSpPr>
        <p:spPr>
          <a:xfrm>
            <a:off x="244922" y="1113449"/>
            <a:ext cx="7534973" cy="3128767"/>
          </a:xfrm>
          <a:prstGeom prst="rect">
            <a:avLst/>
          </a:prstGeom>
        </p:spPr>
        <p:txBody>
          <a:bodyPr spcFirstLastPara="1" wrap="square" lIns="91425" tIns="91425" rIns="91425" bIns="91425" anchor="t" anchorCtr="0">
            <a:noAutofit/>
          </a:bodyPr>
          <a:lstStyle/>
          <a:p>
            <a:pPr algn="l">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NFV and SDN Integration:</a:t>
            </a:r>
            <a:r>
              <a:rPr lang="en-US" dirty="0">
                <a:latin typeface="Times New Roman" panose="02020603050405020304" pitchFamily="18" charset="0"/>
                <a:cs typeface="Times New Roman" panose="02020603050405020304" pitchFamily="18" charset="0"/>
              </a:rPr>
              <a:t> </a:t>
            </a:r>
          </a:p>
          <a:p>
            <a:pPr marL="609600" lvl="1" indent="0" algn="l"/>
            <a:r>
              <a:rPr lang="en-US" sz="1400" dirty="0">
                <a:latin typeface="Times New Roman" panose="02020603050405020304" pitchFamily="18" charset="0"/>
                <a:cs typeface="Times New Roman" panose="02020603050405020304" pitchFamily="18" charset="0"/>
              </a:rPr>
              <a:t>Integrates Network Function Virtualization (NFV) and Software-Defined Networking (SDN) to manage MEC resources effectively. NFV turns network functions into software applications, while SDN centralizes control for real-time resource and traffic management.</a:t>
            </a:r>
          </a:p>
          <a:p>
            <a:pPr algn="l">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Dynamic Resource Allocation: </a:t>
            </a:r>
          </a:p>
          <a:p>
            <a:pPr marL="609600" lvl="1" indent="0" algn="l"/>
            <a:r>
              <a:rPr lang="en-US" sz="1400" dirty="0">
                <a:latin typeface="Times New Roman" panose="02020603050405020304" pitchFamily="18" charset="0"/>
                <a:cs typeface="Times New Roman" panose="02020603050405020304" pitchFamily="18" charset="0"/>
              </a:rPr>
              <a:t>NFV and SDN facilitate the dynamic allocation of resources, adjusting quickly to demand fluctuations to maintain optimal performance and enhance user satisfaction.</a:t>
            </a:r>
          </a:p>
          <a:p>
            <a:pPr algn="l">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Reduced Latency and Energy Efficiency:</a:t>
            </a:r>
          </a:p>
          <a:p>
            <a:pPr marL="609600" lvl="1" indent="0" algn="l"/>
            <a:r>
              <a:rPr lang="en-US" sz="1400" dirty="0">
                <a:latin typeface="Times New Roman" panose="02020603050405020304" pitchFamily="18" charset="0"/>
                <a:cs typeface="Times New Roman" panose="02020603050405020304" pitchFamily="18" charset="0"/>
              </a:rPr>
              <a:t>Optimizing network routing and service placement at the edge reduces latency and conserves energy by minimizing dependence on physical hardware.</a:t>
            </a:r>
          </a:p>
          <a:p>
            <a:pPr algn="l">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Operational Cost Reduction: </a:t>
            </a:r>
          </a:p>
          <a:p>
            <a:pPr marL="609600" lvl="1" indent="0" algn="l"/>
            <a:r>
              <a:rPr lang="en-US" sz="1400" dirty="0">
                <a:latin typeface="Times New Roman" panose="02020603050405020304" pitchFamily="18" charset="0"/>
                <a:cs typeface="Times New Roman" panose="02020603050405020304" pitchFamily="18" charset="0"/>
              </a:rPr>
              <a:t>Streamlining resource management and reducing specialized hardware needs cuts operational costs significantly in deploying and managing network services.</a:t>
            </a:r>
          </a:p>
        </p:txBody>
      </p:sp>
    </p:spTree>
    <p:extLst>
      <p:ext uri="{BB962C8B-B14F-4D97-AF65-F5344CB8AC3E}">
        <p14:creationId xmlns:p14="http://schemas.microsoft.com/office/powerpoint/2010/main" val="3816968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396A8-609C-3C27-8A86-DCC6C43202E2}"/>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3FCF7548-EECF-1BA1-1CDF-8997E90DBA39}"/>
              </a:ext>
            </a:extLst>
          </p:cNvPr>
          <p:cNvSpPr>
            <a:spLocks noGrp="1"/>
          </p:cNvSpPr>
          <p:nvPr>
            <p:ph type="subTitle" idx="1"/>
          </p:nvPr>
        </p:nvSpPr>
        <p:spPr/>
        <p:txBody>
          <a:bodyPr/>
          <a:lstStyle/>
          <a:p>
            <a:endParaRPr lang="en-US"/>
          </a:p>
        </p:txBody>
      </p:sp>
      <p:pic>
        <p:nvPicPr>
          <p:cNvPr id="1026" name="Picture 2" descr="NFV and SDN Interaction - Neutral Theme">
            <a:extLst>
              <a:ext uri="{FF2B5EF4-FFF2-40B4-BE49-F238E27FC236}">
                <a16:creationId xmlns:a16="http://schemas.microsoft.com/office/drawing/2014/main" id="{FBA6B5B7-90C9-F54C-E6C0-72E0CFDBCA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8280"/>
            <a:ext cx="9144000" cy="3306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337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329959"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solidFill>
                  <a:schemeClr val="bg1"/>
                </a:solidFill>
                <a:latin typeface="Plus Jakarta Sans" panose="020B0604020202020204" charset="0"/>
                <a:cs typeface="Plus Jakarta Sans" panose="020B0604020202020204" charset="0"/>
              </a:rPr>
              <a:t>Conclusion &amp; </a:t>
            </a:r>
            <a:br>
              <a:rPr lang="en-US" sz="3600" b="1" dirty="0">
                <a:solidFill>
                  <a:schemeClr val="bg1"/>
                </a:solidFill>
                <a:latin typeface="Plus Jakarta Sans" panose="020B0604020202020204" charset="0"/>
                <a:cs typeface="Plus Jakarta Sans" panose="020B0604020202020204" charset="0"/>
              </a:rPr>
            </a:br>
            <a:r>
              <a:rPr lang="en-US" sz="3600" b="1" dirty="0">
                <a:solidFill>
                  <a:schemeClr val="bg1"/>
                </a:solidFill>
                <a:latin typeface="Plus Jakarta Sans" panose="020B0604020202020204" charset="0"/>
                <a:cs typeface="Plus Jakarta Sans" panose="020B0604020202020204" charset="0"/>
              </a:rPr>
              <a:t>Future Directions</a:t>
            </a:r>
            <a:endParaRPr sz="3600"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07</a:t>
            </a:r>
            <a:endParaRPr dirty="0">
              <a:solidFill>
                <a:schemeClr val="bg1"/>
              </a:solidFill>
            </a:endParaRPr>
          </a:p>
        </p:txBody>
      </p:sp>
    </p:spTree>
    <p:extLst>
      <p:ext uri="{BB962C8B-B14F-4D97-AF65-F5344CB8AC3E}">
        <p14:creationId xmlns:p14="http://schemas.microsoft.com/office/powerpoint/2010/main" val="1132070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69" name="Google Shape;769;p36"/>
          <p:cNvSpPr txBox="1">
            <a:spLocks noGrp="1"/>
          </p:cNvSpPr>
          <p:nvPr>
            <p:ph type="subTitle" idx="2"/>
          </p:nvPr>
        </p:nvSpPr>
        <p:spPr>
          <a:xfrm>
            <a:off x="1161379" y="1653462"/>
            <a:ext cx="2967000" cy="809700"/>
          </a:xfrm>
          <a:prstGeom prst="rect">
            <a:avLst/>
          </a:prstGeom>
        </p:spPr>
        <p:txBody>
          <a:bodyPr spcFirstLastPara="1" wrap="square" lIns="91425" tIns="91425" rIns="91425" bIns="91425" anchor="t" anchorCtr="0">
            <a:noAutofit/>
          </a:bodyPr>
          <a:lstStyle/>
          <a:p>
            <a:pPr marL="4381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Dynamic orchestration and integration with existing infrastructure.</a:t>
            </a:r>
          </a:p>
        </p:txBody>
      </p:sp>
      <p:sp>
        <p:nvSpPr>
          <p:cNvPr id="770" name="Google Shape;770;p36"/>
          <p:cNvSpPr txBox="1">
            <a:spLocks noGrp="1"/>
          </p:cNvSpPr>
          <p:nvPr>
            <p:ph type="subTitle" idx="3"/>
          </p:nvPr>
        </p:nvSpPr>
        <p:spPr>
          <a:xfrm>
            <a:off x="4572000" y="1639751"/>
            <a:ext cx="4270149" cy="809700"/>
          </a:xfrm>
          <a:prstGeom prst="rect">
            <a:avLst/>
          </a:prstGeom>
        </p:spPr>
        <p:txBody>
          <a:bodyPr spcFirstLastPara="1" wrap="square" lIns="91425" tIns="91425" rIns="91425" bIns="91425" anchor="t" anchorCtr="0">
            <a:noAutofit/>
          </a:bodyPr>
          <a:lstStyle/>
          <a:p>
            <a:pPr marL="4381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Innovative approaches for energy consumption and resource allocation.</a:t>
            </a:r>
          </a:p>
          <a:p>
            <a:pPr marL="4381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Robust security mechanisms.</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771" name="Google Shape;771;p36"/>
          <p:cNvSpPr txBox="1">
            <a:spLocks noGrp="1"/>
          </p:cNvSpPr>
          <p:nvPr>
            <p:ph type="subTitle" idx="4"/>
          </p:nvPr>
        </p:nvSpPr>
        <p:spPr>
          <a:xfrm>
            <a:off x="1161379" y="3098899"/>
            <a:ext cx="2967000" cy="809700"/>
          </a:xfrm>
          <a:prstGeom prst="rect">
            <a:avLst/>
          </a:prstGeom>
        </p:spPr>
        <p:txBody>
          <a:bodyPr spcFirstLastPara="1" wrap="square" lIns="91425" tIns="91425" rIns="91425" bIns="91425" anchor="t" anchorCtr="0">
            <a:noAutofit/>
          </a:bodyPr>
          <a:lstStyle/>
          <a:p>
            <a:pPr marL="4381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Application of AI and ML for network management and predictive resource allocation.</a:t>
            </a:r>
          </a:p>
        </p:txBody>
      </p:sp>
      <p:sp>
        <p:nvSpPr>
          <p:cNvPr id="772" name="Google Shape;772;p36"/>
          <p:cNvSpPr txBox="1">
            <a:spLocks noGrp="1"/>
          </p:cNvSpPr>
          <p:nvPr>
            <p:ph type="subTitle" idx="5"/>
          </p:nvPr>
        </p:nvSpPr>
        <p:spPr>
          <a:xfrm>
            <a:off x="4254286" y="3098899"/>
            <a:ext cx="3728336" cy="809700"/>
          </a:xfrm>
          <a:prstGeom prst="rect">
            <a:avLst/>
          </a:prstGeom>
        </p:spPr>
        <p:txBody>
          <a:bodyPr spcFirstLastPara="1" wrap="square" lIns="91425" tIns="91425" rIns="91425" bIns="91425" anchor="t" anchorCtr="0">
            <a:noAutofit/>
          </a:bodyPr>
          <a:lstStyle/>
          <a:p>
            <a:pPr marL="742950" lvl="1"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Ensuring interoperability and collaboration across heterogeneous platforms.</a:t>
            </a:r>
            <a:br>
              <a:rPr lang="en-US" sz="1600" dirty="0">
                <a:latin typeface="Times New Roman" panose="02020603050405020304" pitchFamily="18" charset="0"/>
                <a:cs typeface="Times New Roman" panose="02020603050405020304" pitchFamily="18" charset="0"/>
              </a:rPr>
            </a:br>
            <a:endParaRPr sz="1600" dirty="0">
              <a:latin typeface="Times New Roman" panose="02020603050405020304" pitchFamily="18" charset="0"/>
              <a:cs typeface="Times New Roman" panose="02020603050405020304" pitchFamily="18" charset="0"/>
            </a:endParaRPr>
          </a:p>
        </p:txBody>
      </p:sp>
      <p:sp>
        <p:nvSpPr>
          <p:cNvPr id="773" name="Google Shape;773;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a:r>
              <a:rPr lang="en-US" sz="2000" dirty="0">
                <a:latin typeface="Times New Roman" panose="02020603050405020304" pitchFamily="18" charset="0"/>
                <a:cs typeface="Times New Roman" panose="02020603050405020304" pitchFamily="18" charset="0"/>
              </a:rPr>
              <a:t>MEC is transforming telecommunications by enabling low-latency, high-bandwidth capabilities.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0"/>
        <p:cNvGrpSpPr/>
        <p:nvPr/>
      </p:nvGrpSpPr>
      <p:grpSpPr>
        <a:xfrm>
          <a:off x="0" y="0"/>
          <a:ext cx="0" cy="0"/>
          <a:chOff x="0" y="0"/>
          <a:chExt cx="0" cy="0"/>
        </a:xfrm>
      </p:grpSpPr>
      <p:sp>
        <p:nvSpPr>
          <p:cNvPr id="1099" name="Google Shape;1099;p39"/>
          <p:cNvSpPr txBox="1">
            <a:spLocks noGrp="1"/>
          </p:cNvSpPr>
          <p:nvPr>
            <p:ph type="subTitle" idx="1"/>
          </p:nvPr>
        </p:nvSpPr>
        <p:spPr>
          <a:xfrm>
            <a:off x="22310" y="1081607"/>
            <a:ext cx="3698847" cy="3188176"/>
          </a:xfrm>
          <a:prstGeom prst="rect">
            <a:avLst/>
          </a:prstGeom>
        </p:spPr>
        <p:txBody>
          <a:bodyPr spcFirstLastPara="1" wrap="square" lIns="91425" tIns="91425" rIns="91425" bIns="91425" anchor="t" anchorCtr="0">
            <a:noAutofit/>
          </a:bodyPr>
          <a:lstStyle/>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Results from an experiment analyzing distances between mobile devices and a MEC server.</a:t>
            </a:r>
          </a:p>
          <a:p>
            <a:pPr marL="438150" indent="-285750" algn="l">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Observations on signal strength, device performance, and computational efficiency.</a:t>
            </a:r>
          </a:p>
          <a:p>
            <a:pPr marL="438150" indent="-285750" algn="l">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Importance of considering mobility and signal strength for efficient resource allocation and reduced latency.</a:t>
            </a:r>
          </a:p>
        </p:txBody>
      </p:sp>
      <p:sp>
        <p:nvSpPr>
          <p:cNvPr id="1100" name="Google Shape;1100;p39"/>
          <p:cNvSpPr txBox="1">
            <a:spLocks noGrp="1"/>
          </p:cNvSpPr>
          <p:nvPr>
            <p:ph type="title"/>
          </p:nvPr>
        </p:nvSpPr>
        <p:spPr>
          <a:xfrm>
            <a:off x="3197652" y="547076"/>
            <a:ext cx="2226226" cy="448423"/>
          </a:xfrm>
          <a:prstGeom prst="rect">
            <a:avLst/>
          </a:prstGeom>
        </p:spPr>
        <p:txBody>
          <a:bodyPr spcFirstLastPara="1" wrap="square" lIns="91425" tIns="91425" rIns="91425" bIns="91425" anchor="b" anchorCtr="0">
            <a:noAutofit/>
          </a:bodyPr>
          <a:lstStyle/>
          <a:p>
            <a:pPr algn="l"/>
            <a:r>
              <a:rPr lang="en-US" sz="2000" dirty="0">
                <a:latin typeface="Times New Roman" panose="02020603050405020304" pitchFamily="18" charset="0"/>
                <a:cs typeface="Times New Roman" panose="02020603050405020304" pitchFamily="18" charset="0"/>
              </a:rPr>
              <a:t>Results Obtained</a:t>
            </a:r>
          </a:p>
        </p:txBody>
      </p:sp>
      <p:pic>
        <p:nvPicPr>
          <p:cNvPr id="2" name="Picture 1" descr="A graph showing a number of green lines&#10;&#10;Description automatically generated">
            <a:extLst>
              <a:ext uri="{FF2B5EF4-FFF2-40B4-BE49-F238E27FC236}">
                <a16:creationId xmlns:a16="http://schemas.microsoft.com/office/drawing/2014/main" id="{841A5B82-3707-36EB-E249-79FCFA814711}"/>
              </a:ext>
            </a:extLst>
          </p:cNvPr>
          <p:cNvPicPr>
            <a:picLocks noChangeAspect="1"/>
          </p:cNvPicPr>
          <p:nvPr/>
        </p:nvPicPr>
        <p:blipFill>
          <a:blip r:embed="rId3"/>
          <a:stretch>
            <a:fillRect/>
          </a:stretch>
        </p:blipFill>
        <p:spPr>
          <a:xfrm>
            <a:off x="3487118" y="1154623"/>
            <a:ext cx="5471841" cy="314615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grpSp>
        <p:nvGrpSpPr>
          <p:cNvPr id="907" name="Google Shape;907;p38"/>
          <p:cNvGrpSpPr/>
          <p:nvPr/>
        </p:nvGrpSpPr>
        <p:grpSpPr>
          <a:xfrm>
            <a:off x="4469825" y="2679002"/>
            <a:ext cx="1455200" cy="2203775"/>
            <a:chOff x="973700" y="2605125"/>
            <a:chExt cx="1455200" cy="2203775"/>
          </a:xfrm>
        </p:grpSpPr>
        <p:sp>
          <p:nvSpPr>
            <p:cNvPr id="908" name="Google Shape;908;p38"/>
            <p:cNvSpPr/>
            <p:nvPr/>
          </p:nvSpPr>
          <p:spPr>
            <a:xfrm>
              <a:off x="973700" y="2800475"/>
              <a:ext cx="1455200" cy="2008425"/>
            </a:xfrm>
            <a:custGeom>
              <a:avLst/>
              <a:gdLst/>
              <a:ahLst/>
              <a:cxnLst/>
              <a:rect l="l" t="t" r="r" b="b"/>
              <a:pathLst>
                <a:path w="58208" h="80337" extrusionOk="0">
                  <a:moveTo>
                    <a:pt x="6596" y="1"/>
                  </a:moveTo>
                  <a:cubicBezTo>
                    <a:pt x="2948" y="1"/>
                    <a:pt x="0" y="2980"/>
                    <a:pt x="0" y="6627"/>
                  </a:cubicBezTo>
                  <a:lnTo>
                    <a:pt x="0" y="73710"/>
                  </a:lnTo>
                  <a:cubicBezTo>
                    <a:pt x="0" y="77358"/>
                    <a:pt x="2948" y="80336"/>
                    <a:pt x="6596" y="80336"/>
                  </a:cubicBezTo>
                  <a:lnTo>
                    <a:pt x="51551" y="80336"/>
                  </a:lnTo>
                  <a:cubicBezTo>
                    <a:pt x="55199" y="80336"/>
                    <a:pt x="58147" y="77358"/>
                    <a:pt x="58208" y="73771"/>
                  </a:cubicBezTo>
                  <a:lnTo>
                    <a:pt x="58208" y="6627"/>
                  </a:lnTo>
                  <a:cubicBezTo>
                    <a:pt x="58208" y="2980"/>
                    <a:pt x="55229" y="1"/>
                    <a:pt x="515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9" name="Google Shape;909;p38"/>
            <p:cNvSpPr/>
            <p:nvPr/>
          </p:nvSpPr>
          <p:spPr>
            <a:xfrm>
              <a:off x="1118825" y="2913700"/>
              <a:ext cx="1163425" cy="1759925"/>
            </a:xfrm>
            <a:custGeom>
              <a:avLst/>
              <a:gdLst/>
              <a:ahLst/>
              <a:cxnLst/>
              <a:rect l="l" t="t" r="r" b="b"/>
              <a:pathLst>
                <a:path w="46537" h="70397" extrusionOk="0">
                  <a:moveTo>
                    <a:pt x="1" y="1"/>
                  </a:moveTo>
                  <a:lnTo>
                    <a:pt x="1" y="70397"/>
                  </a:lnTo>
                  <a:lnTo>
                    <a:pt x="46536" y="70397"/>
                  </a:lnTo>
                  <a:lnTo>
                    <a:pt x="465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0" name="Google Shape;910;p38"/>
            <p:cNvSpPr/>
            <p:nvPr/>
          </p:nvSpPr>
          <p:spPr>
            <a:xfrm>
              <a:off x="1362000" y="2605125"/>
              <a:ext cx="676325" cy="373975"/>
            </a:xfrm>
            <a:custGeom>
              <a:avLst/>
              <a:gdLst/>
              <a:ahLst/>
              <a:cxnLst/>
              <a:rect l="l" t="t" r="r" b="b"/>
              <a:pathLst>
                <a:path w="27053" h="14959" extrusionOk="0">
                  <a:moveTo>
                    <a:pt x="15380" y="4015"/>
                  </a:moveTo>
                  <a:cubicBezTo>
                    <a:pt x="16323" y="4015"/>
                    <a:pt x="17143" y="4836"/>
                    <a:pt x="17143" y="5778"/>
                  </a:cubicBezTo>
                  <a:cubicBezTo>
                    <a:pt x="17143" y="6721"/>
                    <a:pt x="16323" y="7511"/>
                    <a:pt x="15380" y="7511"/>
                  </a:cubicBezTo>
                  <a:lnTo>
                    <a:pt x="11672" y="7511"/>
                  </a:lnTo>
                  <a:cubicBezTo>
                    <a:pt x="10700" y="7511"/>
                    <a:pt x="9909" y="6721"/>
                    <a:pt x="9909" y="5778"/>
                  </a:cubicBezTo>
                  <a:cubicBezTo>
                    <a:pt x="9909" y="4836"/>
                    <a:pt x="10700" y="4015"/>
                    <a:pt x="11672" y="4015"/>
                  </a:cubicBezTo>
                  <a:close/>
                  <a:moveTo>
                    <a:pt x="13586" y="1"/>
                  </a:moveTo>
                  <a:cubicBezTo>
                    <a:pt x="13526" y="1"/>
                    <a:pt x="13465" y="1"/>
                    <a:pt x="13405" y="3"/>
                  </a:cubicBezTo>
                  <a:cubicBezTo>
                    <a:pt x="10304" y="34"/>
                    <a:pt x="7751" y="2344"/>
                    <a:pt x="7326" y="5353"/>
                  </a:cubicBezTo>
                  <a:lnTo>
                    <a:pt x="2219" y="5414"/>
                  </a:lnTo>
                  <a:cubicBezTo>
                    <a:pt x="973" y="5414"/>
                    <a:pt x="0" y="6447"/>
                    <a:pt x="31" y="7693"/>
                  </a:cubicBezTo>
                  <a:lnTo>
                    <a:pt x="122" y="12769"/>
                  </a:lnTo>
                  <a:cubicBezTo>
                    <a:pt x="122" y="13997"/>
                    <a:pt x="1095" y="14958"/>
                    <a:pt x="2343" y="14958"/>
                  </a:cubicBezTo>
                  <a:cubicBezTo>
                    <a:pt x="2363" y="14958"/>
                    <a:pt x="2382" y="14958"/>
                    <a:pt x="2402" y="14958"/>
                  </a:cubicBezTo>
                  <a:lnTo>
                    <a:pt x="24803" y="14654"/>
                  </a:lnTo>
                  <a:cubicBezTo>
                    <a:pt x="26049" y="14654"/>
                    <a:pt x="27052" y="13620"/>
                    <a:pt x="27022" y="12374"/>
                  </a:cubicBezTo>
                  <a:lnTo>
                    <a:pt x="26931" y="7298"/>
                  </a:lnTo>
                  <a:cubicBezTo>
                    <a:pt x="26931" y="6070"/>
                    <a:pt x="25928" y="5079"/>
                    <a:pt x="24706" y="5079"/>
                  </a:cubicBezTo>
                  <a:cubicBezTo>
                    <a:pt x="24688" y="5079"/>
                    <a:pt x="24670" y="5079"/>
                    <a:pt x="24651" y="5079"/>
                  </a:cubicBezTo>
                  <a:lnTo>
                    <a:pt x="19636" y="5170"/>
                  </a:lnTo>
                  <a:cubicBezTo>
                    <a:pt x="19159" y="2249"/>
                    <a:pt x="16636" y="1"/>
                    <a:pt x="135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1" name="Google Shape;911;p38"/>
            <p:cNvSpPr/>
            <p:nvPr/>
          </p:nvSpPr>
          <p:spPr>
            <a:xfrm>
              <a:off x="1536775" y="3140925"/>
              <a:ext cx="687725" cy="88925"/>
            </a:xfrm>
            <a:custGeom>
              <a:avLst/>
              <a:gdLst/>
              <a:ahLst/>
              <a:cxnLst/>
              <a:rect l="l" t="t" r="r" b="b"/>
              <a:pathLst>
                <a:path w="27509" h="3557" extrusionOk="0">
                  <a:moveTo>
                    <a:pt x="1794" y="0"/>
                  </a:moveTo>
                  <a:cubicBezTo>
                    <a:pt x="791" y="0"/>
                    <a:pt x="0" y="790"/>
                    <a:pt x="0" y="1793"/>
                  </a:cubicBezTo>
                  <a:cubicBezTo>
                    <a:pt x="0" y="2766"/>
                    <a:pt x="791" y="3556"/>
                    <a:pt x="1794" y="3556"/>
                  </a:cubicBezTo>
                  <a:lnTo>
                    <a:pt x="25715" y="3556"/>
                  </a:lnTo>
                  <a:cubicBezTo>
                    <a:pt x="26718" y="3556"/>
                    <a:pt x="27508" y="2736"/>
                    <a:pt x="27508" y="1793"/>
                  </a:cubicBezTo>
                  <a:cubicBezTo>
                    <a:pt x="27508" y="790"/>
                    <a:pt x="26718" y="0"/>
                    <a:pt x="257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2" name="Google Shape;912;p38"/>
            <p:cNvSpPr/>
            <p:nvPr/>
          </p:nvSpPr>
          <p:spPr>
            <a:xfrm>
              <a:off x="1536775" y="3311125"/>
              <a:ext cx="437725" cy="88925"/>
            </a:xfrm>
            <a:custGeom>
              <a:avLst/>
              <a:gdLst/>
              <a:ahLst/>
              <a:cxnLst/>
              <a:rect l="l" t="t" r="r" b="b"/>
              <a:pathLst>
                <a:path w="17509" h="3557" extrusionOk="0">
                  <a:moveTo>
                    <a:pt x="1763" y="1"/>
                  </a:moveTo>
                  <a:cubicBezTo>
                    <a:pt x="791" y="1"/>
                    <a:pt x="0" y="791"/>
                    <a:pt x="0" y="1764"/>
                  </a:cubicBezTo>
                  <a:cubicBezTo>
                    <a:pt x="0" y="2767"/>
                    <a:pt x="791" y="3557"/>
                    <a:pt x="1763" y="3557"/>
                  </a:cubicBezTo>
                  <a:lnTo>
                    <a:pt x="15715" y="3557"/>
                  </a:lnTo>
                  <a:cubicBezTo>
                    <a:pt x="16718" y="3557"/>
                    <a:pt x="17508" y="2767"/>
                    <a:pt x="17508" y="1764"/>
                  </a:cubicBezTo>
                  <a:cubicBezTo>
                    <a:pt x="17508" y="791"/>
                    <a:pt x="16718" y="1"/>
                    <a:pt x="15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3" name="Google Shape;913;p38"/>
            <p:cNvSpPr/>
            <p:nvPr/>
          </p:nvSpPr>
          <p:spPr>
            <a:xfrm>
              <a:off x="1536775" y="3577100"/>
              <a:ext cx="687725" cy="88925"/>
            </a:xfrm>
            <a:custGeom>
              <a:avLst/>
              <a:gdLst/>
              <a:ahLst/>
              <a:cxnLst/>
              <a:rect l="l" t="t" r="r" b="b"/>
              <a:pathLst>
                <a:path w="27509" h="3557" extrusionOk="0">
                  <a:moveTo>
                    <a:pt x="1794" y="0"/>
                  </a:moveTo>
                  <a:cubicBezTo>
                    <a:pt x="791" y="0"/>
                    <a:pt x="0" y="790"/>
                    <a:pt x="0" y="1763"/>
                  </a:cubicBezTo>
                  <a:cubicBezTo>
                    <a:pt x="0" y="2766"/>
                    <a:pt x="791" y="3556"/>
                    <a:pt x="1794" y="3556"/>
                  </a:cubicBezTo>
                  <a:lnTo>
                    <a:pt x="25715" y="3556"/>
                  </a:lnTo>
                  <a:cubicBezTo>
                    <a:pt x="26718" y="3556"/>
                    <a:pt x="27508" y="2766"/>
                    <a:pt x="27508" y="1763"/>
                  </a:cubicBezTo>
                  <a:cubicBezTo>
                    <a:pt x="27508" y="790"/>
                    <a:pt x="26718" y="0"/>
                    <a:pt x="257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4" name="Google Shape;914;p38"/>
            <p:cNvSpPr/>
            <p:nvPr/>
          </p:nvSpPr>
          <p:spPr>
            <a:xfrm>
              <a:off x="1536775" y="3748075"/>
              <a:ext cx="437725" cy="88925"/>
            </a:xfrm>
            <a:custGeom>
              <a:avLst/>
              <a:gdLst/>
              <a:ahLst/>
              <a:cxnLst/>
              <a:rect l="l" t="t" r="r" b="b"/>
              <a:pathLst>
                <a:path w="17509" h="3557" extrusionOk="0">
                  <a:moveTo>
                    <a:pt x="1763" y="0"/>
                  </a:moveTo>
                  <a:cubicBezTo>
                    <a:pt x="791" y="0"/>
                    <a:pt x="0" y="790"/>
                    <a:pt x="0" y="1763"/>
                  </a:cubicBezTo>
                  <a:cubicBezTo>
                    <a:pt x="0" y="2766"/>
                    <a:pt x="791" y="3556"/>
                    <a:pt x="1763" y="3556"/>
                  </a:cubicBezTo>
                  <a:lnTo>
                    <a:pt x="15715" y="3556"/>
                  </a:lnTo>
                  <a:cubicBezTo>
                    <a:pt x="16718" y="3556"/>
                    <a:pt x="17508" y="2766"/>
                    <a:pt x="17508" y="1763"/>
                  </a:cubicBezTo>
                  <a:cubicBezTo>
                    <a:pt x="17508" y="790"/>
                    <a:pt x="16718" y="0"/>
                    <a:pt x="157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5" name="Google Shape;915;p38"/>
            <p:cNvSpPr/>
            <p:nvPr/>
          </p:nvSpPr>
          <p:spPr>
            <a:xfrm>
              <a:off x="1536775" y="4035300"/>
              <a:ext cx="687725" cy="89700"/>
            </a:xfrm>
            <a:custGeom>
              <a:avLst/>
              <a:gdLst/>
              <a:ahLst/>
              <a:cxnLst/>
              <a:rect l="l" t="t" r="r" b="b"/>
              <a:pathLst>
                <a:path w="27509" h="3588" extrusionOk="0">
                  <a:moveTo>
                    <a:pt x="1794" y="1"/>
                  </a:moveTo>
                  <a:cubicBezTo>
                    <a:pt x="791" y="1"/>
                    <a:pt x="0" y="821"/>
                    <a:pt x="0" y="1794"/>
                  </a:cubicBezTo>
                  <a:cubicBezTo>
                    <a:pt x="0" y="2797"/>
                    <a:pt x="791" y="3587"/>
                    <a:pt x="1794" y="3587"/>
                  </a:cubicBezTo>
                  <a:lnTo>
                    <a:pt x="25715" y="3587"/>
                  </a:lnTo>
                  <a:cubicBezTo>
                    <a:pt x="26718" y="3587"/>
                    <a:pt x="27508" y="2797"/>
                    <a:pt x="27508" y="1794"/>
                  </a:cubicBezTo>
                  <a:cubicBezTo>
                    <a:pt x="27508" y="821"/>
                    <a:pt x="26718" y="1"/>
                    <a:pt x="25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6" name="Google Shape;916;p38"/>
            <p:cNvSpPr/>
            <p:nvPr/>
          </p:nvSpPr>
          <p:spPr>
            <a:xfrm>
              <a:off x="1536775" y="4206275"/>
              <a:ext cx="437725" cy="89700"/>
            </a:xfrm>
            <a:custGeom>
              <a:avLst/>
              <a:gdLst/>
              <a:ahLst/>
              <a:cxnLst/>
              <a:rect l="l" t="t" r="r" b="b"/>
              <a:pathLst>
                <a:path w="17509" h="3588" extrusionOk="0">
                  <a:moveTo>
                    <a:pt x="1763" y="1"/>
                  </a:moveTo>
                  <a:cubicBezTo>
                    <a:pt x="791" y="1"/>
                    <a:pt x="0" y="821"/>
                    <a:pt x="0" y="1794"/>
                  </a:cubicBezTo>
                  <a:cubicBezTo>
                    <a:pt x="0" y="2797"/>
                    <a:pt x="791" y="3587"/>
                    <a:pt x="1763" y="3587"/>
                  </a:cubicBezTo>
                  <a:lnTo>
                    <a:pt x="15715" y="3587"/>
                  </a:lnTo>
                  <a:cubicBezTo>
                    <a:pt x="16718" y="3587"/>
                    <a:pt x="17508" y="2797"/>
                    <a:pt x="17508" y="1794"/>
                  </a:cubicBezTo>
                  <a:cubicBezTo>
                    <a:pt x="17508" y="821"/>
                    <a:pt x="16718" y="1"/>
                    <a:pt x="15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7" name="Google Shape;917;p38"/>
            <p:cNvSpPr/>
            <p:nvPr/>
          </p:nvSpPr>
          <p:spPr>
            <a:xfrm>
              <a:off x="1195575" y="3159900"/>
              <a:ext cx="242425" cy="242450"/>
            </a:xfrm>
            <a:custGeom>
              <a:avLst/>
              <a:gdLst/>
              <a:ahLst/>
              <a:cxnLst/>
              <a:rect l="l" t="t" r="r" b="b"/>
              <a:pathLst>
                <a:path w="9697" h="9698" extrusionOk="0">
                  <a:moveTo>
                    <a:pt x="1" y="1"/>
                  </a:moveTo>
                  <a:lnTo>
                    <a:pt x="1" y="9697"/>
                  </a:lnTo>
                  <a:lnTo>
                    <a:pt x="9697" y="9697"/>
                  </a:lnTo>
                  <a:lnTo>
                    <a:pt x="96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8" name="Google Shape;918;p38"/>
            <p:cNvSpPr/>
            <p:nvPr/>
          </p:nvSpPr>
          <p:spPr>
            <a:xfrm>
              <a:off x="1187225" y="3103350"/>
              <a:ext cx="318425" cy="263275"/>
            </a:xfrm>
            <a:custGeom>
              <a:avLst/>
              <a:gdLst/>
              <a:ahLst/>
              <a:cxnLst/>
              <a:rect l="l" t="t" r="r" b="b"/>
              <a:pathLst>
                <a:path w="12737" h="10531" extrusionOk="0">
                  <a:moveTo>
                    <a:pt x="11251" y="1"/>
                  </a:moveTo>
                  <a:cubicBezTo>
                    <a:pt x="10851" y="1"/>
                    <a:pt x="10453" y="176"/>
                    <a:pt x="10183" y="500"/>
                  </a:cubicBezTo>
                  <a:lnTo>
                    <a:pt x="5016" y="7309"/>
                  </a:lnTo>
                  <a:lnTo>
                    <a:pt x="2341" y="5059"/>
                  </a:lnTo>
                  <a:cubicBezTo>
                    <a:pt x="2099" y="4845"/>
                    <a:pt x="1798" y="4742"/>
                    <a:pt x="1498" y="4742"/>
                  </a:cubicBezTo>
                  <a:cubicBezTo>
                    <a:pt x="1119" y="4742"/>
                    <a:pt x="741" y="4906"/>
                    <a:pt x="487" y="5211"/>
                  </a:cubicBezTo>
                  <a:cubicBezTo>
                    <a:pt x="0" y="5789"/>
                    <a:pt x="61" y="6640"/>
                    <a:pt x="639" y="7096"/>
                  </a:cubicBezTo>
                  <a:lnTo>
                    <a:pt x="4377" y="10196"/>
                  </a:lnTo>
                  <a:cubicBezTo>
                    <a:pt x="4590" y="10379"/>
                    <a:pt x="4894" y="10500"/>
                    <a:pt x="5198" y="10500"/>
                  </a:cubicBezTo>
                  <a:cubicBezTo>
                    <a:pt x="5228" y="10500"/>
                    <a:pt x="5289" y="10500"/>
                    <a:pt x="5350" y="10531"/>
                  </a:cubicBezTo>
                  <a:cubicBezTo>
                    <a:pt x="5715" y="10470"/>
                    <a:pt x="6019" y="10318"/>
                    <a:pt x="6262" y="10014"/>
                  </a:cubicBezTo>
                  <a:lnTo>
                    <a:pt x="12310" y="2111"/>
                  </a:lnTo>
                  <a:cubicBezTo>
                    <a:pt x="12736" y="1533"/>
                    <a:pt x="12614" y="713"/>
                    <a:pt x="12037" y="257"/>
                  </a:cubicBezTo>
                  <a:cubicBezTo>
                    <a:pt x="11802" y="84"/>
                    <a:pt x="11526" y="1"/>
                    <a:pt x="11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9" name="Google Shape;919;p38"/>
            <p:cNvSpPr/>
            <p:nvPr/>
          </p:nvSpPr>
          <p:spPr>
            <a:xfrm>
              <a:off x="1195575" y="3616600"/>
              <a:ext cx="242425" cy="242425"/>
            </a:xfrm>
            <a:custGeom>
              <a:avLst/>
              <a:gdLst/>
              <a:ahLst/>
              <a:cxnLst/>
              <a:rect l="l" t="t" r="r" b="b"/>
              <a:pathLst>
                <a:path w="9697" h="9697" extrusionOk="0">
                  <a:moveTo>
                    <a:pt x="1" y="1"/>
                  </a:moveTo>
                  <a:lnTo>
                    <a:pt x="1" y="9697"/>
                  </a:lnTo>
                  <a:lnTo>
                    <a:pt x="9697" y="9697"/>
                  </a:lnTo>
                  <a:lnTo>
                    <a:pt x="96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0" name="Google Shape;920;p38"/>
            <p:cNvSpPr/>
            <p:nvPr/>
          </p:nvSpPr>
          <p:spPr>
            <a:xfrm>
              <a:off x="1187225" y="3560875"/>
              <a:ext cx="318425" cy="263975"/>
            </a:xfrm>
            <a:custGeom>
              <a:avLst/>
              <a:gdLst/>
              <a:ahLst/>
              <a:cxnLst/>
              <a:rect l="l" t="t" r="r" b="b"/>
              <a:pathLst>
                <a:path w="12737" h="10559" extrusionOk="0">
                  <a:moveTo>
                    <a:pt x="11261" y="0"/>
                  </a:moveTo>
                  <a:cubicBezTo>
                    <a:pt x="10858" y="0"/>
                    <a:pt x="10455" y="182"/>
                    <a:pt x="10183" y="528"/>
                  </a:cubicBezTo>
                  <a:lnTo>
                    <a:pt x="5016" y="7336"/>
                  </a:lnTo>
                  <a:lnTo>
                    <a:pt x="2341" y="5087"/>
                  </a:lnTo>
                  <a:cubicBezTo>
                    <a:pt x="2094" y="4868"/>
                    <a:pt x="1787" y="4760"/>
                    <a:pt x="1481" y="4760"/>
                  </a:cubicBezTo>
                  <a:cubicBezTo>
                    <a:pt x="1108" y="4760"/>
                    <a:pt x="737" y="4921"/>
                    <a:pt x="487" y="5239"/>
                  </a:cubicBezTo>
                  <a:cubicBezTo>
                    <a:pt x="0" y="5816"/>
                    <a:pt x="61" y="6637"/>
                    <a:pt x="639" y="7093"/>
                  </a:cubicBezTo>
                  <a:lnTo>
                    <a:pt x="4377" y="10224"/>
                  </a:lnTo>
                  <a:cubicBezTo>
                    <a:pt x="4590" y="10406"/>
                    <a:pt x="4894" y="10528"/>
                    <a:pt x="5198" y="10528"/>
                  </a:cubicBezTo>
                  <a:cubicBezTo>
                    <a:pt x="5228" y="10528"/>
                    <a:pt x="5289" y="10528"/>
                    <a:pt x="5350" y="10558"/>
                  </a:cubicBezTo>
                  <a:cubicBezTo>
                    <a:pt x="5715" y="10467"/>
                    <a:pt x="6019" y="10315"/>
                    <a:pt x="6262" y="10011"/>
                  </a:cubicBezTo>
                  <a:lnTo>
                    <a:pt x="12310" y="2108"/>
                  </a:lnTo>
                  <a:cubicBezTo>
                    <a:pt x="12736" y="1561"/>
                    <a:pt x="12614" y="710"/>
                    <a:pt x="12037" y="254"/>
                  </a:cubicBezTo>
                  <a:cubicBezTo>
                    <a:pt x="11805" y="83"/>
                    <a:pt x="11533" y="0"/>
                    <a:pt x="112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1" name="Google Shape;921;p38"/>
            <p:cNvSpPr/>
            <p:nvPr/>
          </p:nvSpPr>
          <p:spPr>
            <a:xfrm>
              <a:off x="1195575" y="4087725"/>
              <a:ext cx="242425" cy="242450"/>
            </a:xfrm>
            <a:custGeom>
              <a:avLst/>
              <a:gdLst/>
              <a:ahLst/>
              <a:cxnLst/>
              <a:rect l="l" t="t" r="r" b="b"/>
              <a:pathLst>
                <a:path w="9697" h="9698" extrusionOk="0">
                  <a:moveTo>
                    <a:pt x="1" y="1"/>
                  </a:moveTo>
                  <a:lnTo>
                    <a:pt x="1" y="9697"/>
                  </a:lnTo>
                  <a:lnTo>
                    <a:pt x="9697" y="9697"/>
                  </a:lnTo>
                  <a:lnTo>
                    <a:pt x="96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2" name="Google Shape;922;p38"/>
            <p:cNvSpPr/>
            <p:nvPr/>
          </p:nvSpPr>
          <p:spPr>
            <a:xfrm>
              <a:off x="1187225" y="4031225"/>
              <a:ext cx="318425" cy="263975"/>
            </a:xfrm>
            <a:custGeom>
              <a:avLst/>
              <a:gdLst/>
              <a:ahLst/>
              <a:cxnLst/>
              <a:rect l="l" t="t" r="r" b="b"/>
              <a:pathLst>
                <a:path w="12737" h="10559" extrusionOk="0">
                  <a:moveTo>
                    <a:pt x="11261" y="1"/>
                  </a:moveTo>
                  <a:cubicBezTo>
                    <a:pt x="10858" y="1"/>
                    <a:pt x="10455" y="183"/>
                    <a:pt x="10183" y="528"/>
                  </a:cubicBezTo>
                  <a:lnTo>
                    <a:pt x="5016" y="7307"/>
                  </a:lnTo>
                  <a:lnTo>
                    <a:pt x="2341" y="5088"/>
                  </a:lnTo>
                  <a:cubicBezTo>
                    <a:pt x="2097" y="4858"/>
                    <a:pt x="1794" y="4748"/>
                    <a:pt x="1492" y="4748"/>
                  </a:cubicBezTo>
                  <a:cubicBezTo>
                    <a:pt x="1115" y="4748"/>
                    <a:pt x="740" y="4919"/>
                    <a:pt x="487" y="5240"/>
                  </a:cubicBezTo>
                  <a:cubicBezTo>
                    <a:pt x="0" y="5787"/>
                    <a:pt x="61" y="6638"/>
                    <a:pt x="639" y="7094"/>
                  </a:cubicBezTo>
                  <a:lnTo>
                    <a:pt x="4377" y="10194"/>
                  </a:lnTo>
                  <a:cubicBezTo>
                    <a:pt x="4590" y="10407"/>
                    <a:pt x="4894" y="10498"/>
                    <a:pt x="5198" y="10498"/>
                  </a:cubicBezTo>
                  <a:cubicBezTo>
                    <a:pt x="5228" y="10498"/>
                    <a:pt x="5289" y="10498"/>
                    <a:pt x="5350" y="10559"/>
                  </a:cubicBezTo>
                  <a:cubicBezTo>
                    <a:pt x="5715" y="10468"/>
                    <a:pt x="6019" y="10316"/>
                    <a:pt x="6262" y="10012"/>
                  </a:cubicBezTo>
                  <a:lnTo>
                    <a:pt x="12310" y="2109"/>
                  </a:lnTo>
                  <a:cubicBezTo>
                    <a:pt x="12736" y="1531"/>
                    <a:pt x="12614" y="711"/>
                    <a:pt x="12037" y="255"/>
                  </a:cubicBezTo>
                  <a:cubicBezTo>
                    <a:pt x="11805" y="84"/>
                    <a:pt x="11533" y="1"/>
                    <a:pt x="112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923" name="Google Shape;923;p38"/>
          <p:cNvGrpSpPr/>
          <p:nvPr/>
        </p:nvGrpSpPr>
        <p:grpSpPr>
          <a:xfrm>
            <a:off x="5219186" y="816684"/>
            <a:ext cx="2807927" cy="2647850"/>
            <a:chOff x="4415961" y="499434"/>
            <a:chExt cx="2807927" cy="2647850"/>
          </a:xfrm>
        </p:grpSpPr>
        <p:grpSp>
          <p:nvGrpSpPr>
            <p:cNvPr id="924" name="Google Shape;924;p38"/>
            <p:cNvGrpSpPr/>
            <p:nvPr/>
          </p:nvGrpSpPr>
          <p:grpSpPr>
            <a:xfrm>
              <a:off x="4978108" y="499434"/>
              <a:ext cx="836509" cy="807993"/>
              <a:chOff x="7334550" y="1092713"/>
              <a:chExt cx="1064125" cy="1027850"/>
            </a:xfrm>
          </p:grpSpPr>
          <p:sp>
            <p:nvSpPr>
              <p:cNvPr id="925" name="Google Shape;925;p38"/>
              <p:cNvSpPr/>
              <p:nvPr/>
            </p:nvSpPr>
            <p:spPr>
              <a:xfrm>
                <a:off x="7334550" y="1327213"/>
                <a:ext cx="833975" cy="793350"/>
              </a:xfrm>
              <a:custGeom>
                <a:avLst/>
                <a:gdLst/>
                <a:ahLst/>
                <a:cxnLst/>
                <a:rect l="l" t="t" r="r" b="b"/>
                <a:pathLst>
                  <a:path w="33359" h="31734" extrusionOk="0">
                    <a:moveTo>
                      <a:pt x="31203" y="1"/>
                    </a:moveTo>
                    <a:cubicBezTo>
                      <a:pt x="30765" y="1"/>
                      <a:pt x="30322" y="146"/>
                      <a:pt x="29956" y="439"/>
                    </a:cubicBezTo>
                    <a:cubicBezTo>
                      <a:pt x="21516" y="7277"/>
                      <a:pt x="7440" y="20353"/>
                      <a:pt x="668" y="28592"/>
                    </a:cubicBezTo>
                    <a:cubicBezTo>
                      <a:pt x="1" y="29426"/>
                      <a:pt x="68" y="30627"/>
                      <a:pt x="902" y="31294"/>
                    </a:cubicBezTo>
                    <a:cubicBezTo>
                      <a:pt x="1256" y="31590"/>
                      <a:pt x="1669" y="31734"/>
                      <a:pt x="2084" y="31734"/>
                    </a:cubicBezTo>
                    <a:cubicBezTo>
                      <a:pt x="2373" y="31734"/>
                      <a:pt x="2663" y="31664"/>
                      <a:pt x="2936" y="31528"/>
                    </a:cubicBezTo>
                    <a:cubicBezTo>
                      <a:pt x="3203" y="31428"/>
                      <a:pt x="3403" y="31261"/>
                      <a:pt x="3604" y="31027"/>
                    </a:cubicBezTo>
                    <a:cubicBezTo>
                      <a:pt x="10242" y="23022"/>
                      <a:pt x="24118" y="10112"/>
                      <a:pt x="32391" y="3441"/>
                    </a:cubicBezTo>
                    <a:cubicBezTo>
                      <a:pt x="33225" y="2774"/>
                      <a:pt x="33358" y="1540"/>
                      <a:pt x="32691" y="706"/>
                    </a:cubicBezTo>
                    <a:cubicBezTo>
                      <a:pt x="32317" y="238"/>
                      <a:pt x="31764" y="1"/>
                      <a:pt x="312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6" name="Google Shape;926;p38"/>
              <p:cNvSpPr/>
              <p:nvPr/>
            </p:nvSpPr>
            <p:spPr>
              <a:xfrm>
                <a:off x="7852425" y="1092713"/>
                <a:ext cx="546250" cy="502475"/>
              </a:xfrm>
              <a:custGeom>
                <a:avLst/>
                <a:gdLst/>
                <a:ahLst/>
                <a:cxnLst/>
                <a:rect l="l" t="t" r="r" b="b"/>
                <a:pathLst>
                  <a:path w="21850" h="20099" extrusionOk="0">
                    <a:moveTo>
                      <a:pt x="11480" y="0"/>
                    </a:moveTo>
                    <a:cubicBezTo>
                      <a:pt x="10022" y="0"/>
                      <a:pt x="8541" y="316"/>
                      <a:pt x="7139" y="979"/>
                    </a:cubicBezTo>
                    <a:cubicBezTo>
                      <a:pt x="2136" y="3381"/>
                      <a:pt x="1" y="9385"/>
                      <a:pt x="2402" y="14389"/>
                    </a:cubicBezTo>
                    <a:cubicBezTo>
                      <a:pt x="4135" y="17999"/>
                      <a:pt x="7743" y="20098"/>
                      <a:pt x="11498" y="20098"/>
                    </a:cubicBezTo>
                    <a:cubicBezTo>
                      <a:pt x="12947" y="20098"/>
                      <a:pt x="14418" y="19785"/>
                      <a:pt x="15812" y="19126"/>
                    </a:cubicBezTo>
                    <a:cubicBezTo>
                      <a:pt x="18214" y="17958"/>
                      <a:pt x="20048" y="15890"/>
                      <a:pt x="20982" y="13355"/>
                    </a:cubicBezTo>
                    <a:cubicBezTo>
                      <a:pt x="21850" y="10820"/>
                      <a:pt x="21716" y="8118"/>
                      <a:pt x="20549" y="5683"/>
                    </a:cubicBezTo>
                    <a:cubicBezTo>
                      <a:pt x="18820" y="2081"/>
                      <a:pt x="15225" y="0"/>
                      <a:pt x="114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7" name="Google Shape;927;p38"/>
              <p:cNvSpPr/>
              <p:nvPr/>
            </p:nvSpPr>
            <p:spPr>
              <a:xfrm>
                <a:off x="7909975" y="1142913"/>
                <a:ext cx="457025" cy="401750"/>
              </a:xfrm>
              <a:custGeom>
                <a:avLst/>
                <a:gdLst/>
                <a:ahLst/>
                <a:cxnLst/>
                <a:rect l="l" t="t" r="r" b="b"/>
                <a:pathLst>
                  <a:path w="18281" h="16070" extrusionOk="0">
                    <a:moveTo>
                      <a:pt x="9167" y="0"/>
                    </a:moveTo>
                    <a:cubicBezTo>
                      <a:pt x="7995" y="0"/>
                      <a:pt x="6802" y="259"/>
                      <a:pt x="5671" y="806"/>
                    </a:cubicBezTo>
                    <a:cubicBezTo>
                      <a:pt x="1668" y="2707"/>
                      <a:pt x="0" y="7511"/>
                      <a:pt x="1902" y="11513"/>
                    </a:cubicBezTo>
                    <a:cubicBezTo>
                      <a:pt x="3289" y="14383"/>
                      <a:pt x="6167" y="16070"/>
                      <a:pt x="9136" y="16070"/>
                    </a:cubicBezTo>
                    <a:cubicBezTo>
                      <a:pt x="10308" y="16070"/>
                      <a:pt x="11495" y="15807"/>
                      <a:pt x="12609" y="15249"/>
                    </a:cubicBezTo>
                    <a:cubicBezTo>
                      <a:pt x="16612" y="13348"/>
                      <a:pt x="18280" y="8545"/>
                      <a:pt x="16379" y="4542"/>
                    </a:cubicBezTo>
                    <a:cubicBezTo>
                      <a:pt x="14991" y="1670"/>
                      <a:pt x="12143" y="0"/>
                      <a:pt x="9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928" name="Google Shape;928;p38"/>
            <p:cNvGrpSpPr/>
            <p:nvPr/>
          </p:nvGrpSpPr>
          <p:grpSpPr>
            <a:xfrm>
              <a:off x="4531928" y="1011549"/>
              <a:ext cx="2291167" cy="2135735"/>
              <a:chOff x="2125850" y="2025750"/>
              <a:chExt cx="2914600" cy="2716875"/>
            </a:xfrm>
          </p:grpSpPr>
          <p:sp>
            <p:nvSpPr>
              <p:cNvPr id="929" name="Google Shape;929;p38"/>
              <p:cNvSpPr/>
              <p:nvPr/>
            </p:nvSpPr>
            <p:spPr>
              <a:xfrm>
                <a:off x="2743800" y="3524625"/>
                <a:ext cx="1864675" cy="1218000"/>
              </a:xfrm>
              <a:custGeom>
                <a:avLst/>
                <a:gdLst/>
                <a:ahLst/>
                <a:cxnLst/>
                <a:rect l="l" t="t" r="r" b="b"/>
                <a:pathLst>
                  <a:path w="74587" h="48720" extrusionOk="0">
                    <a:moveTo>
                      <a:pt x="13293" y="1"/>
                    </a:moveTo>
                    <a:cubicBezTo>
                      <a:pt x="8848" y="1"/>
                      <a:pt x="4445" y="641"/>
                      <a:pt x="601" y="2136"/>
                    </a:cubicBezTo>
                    <a:cubicBezTo>
                      <a:pt x="0" y="4371"/>
                      <a:pt x="201" y="6839"/>
                      <a:pt x="1201" y="8941"/>
                    </a:cubicBezTo>
                    <a:cubicBezTo>
                      <a:pt x="2202" y="11009"/>
                      <a:pt x="3937" y="12777"/>
                      <a:pt x="6071" y="13744"/>
                    </a:cubicBezTo>
                    <a:cubicBezTo>
                      <a:pt x="5271" y="16679"/>
                      <a:pt x="6739" y="19948"/>
                      <a:pt x="9107" y="21850"/>
                    </a:cubicBezTo>
                    <a:cubicBezTo>
                      <a:pt x="11320" y="23633"/>
                      <a:pt x="14185" y="24367"/>
                      <a:pt x="17022" y="24367"/>
                    </a:cubicBezTo>
                    <a:cubicBezTo>
                      <a:pt x="17264" y="24367"/>
                      <a:pt x="17505" y="24362"/>
                      <a:pt x="17746" y="24352"/>
                    </a:cubicBezTo>
                    <a:cubicBezTo>
                      <a:pt x="18780" y="26186"/>
                      <a:pt x="20615" y="27354"/>
                      <a:pt x="22683" y="27954"/>
                    </a:cubicBezTo>
                    <a:cubicBezTo>
                      <a:pt x="24718" y="28521"/>
                      <a:pt x="26853" y="28521"/>
                      <a:pt x="28921" y="28588"/>
                    </a:cubicBezTo>
                    <a:cubicBezTo>
                      <a:pt x="30055" y="35326"/>
                      <a:pt x="32724" y="41764"/>
                      <a:pt x="36593" y="47368"/>
                    </a:cubicBezTo>
                    <a:cubicBezTo>
                      <a:pt x="37028" y="48006"/>
                      <a:pt x="37665" y="48720"/>
                      <a:pt x="38394" y="48720"/>
                    </a:cubicBezTo>
                    <a:cubicBezTo>
                      <a:pt x="38503" y="48720"/>
                      <a:pt x="38615" y="48704"/>
                      <a:pt x="38728" y="48669"/>
                    </a:cubicBezTo>
                    <a:cubicBezTo>
                      <a:pt x="39629" y="48435"/>
                      <a:pt x="39862" y="47268"/>
                      <a:pt x="39896" y="46301"/>
                    </a:cubicBezTo>
                    <a:cubicBezTo>
                      <a:pt x="39929" y="43298"/>
                      <a:pt x="39729" y="40296"/>
                      <a:pt x="39262" y="37327"/>
                    </a:cubicBezTo>
                    <a:lnTo>
                      <a:pt x="39262" y="37327"/>
                    </a:lnTo>
                    <a:cubicBezTo>
                      <a:pt x="40692" y="37957"/>
                      <a:pt x="42259" y="38252"/>
                      <a:pt x="43840" y="38252"/>
                    </a:cubicBezTo>
                    <a:cubicBezTo>
                      <a:pt x="46872" y="38252"/>
                      <a:pt x="49958" y="37166"/>
                      <a:pt x="52238" y="35259"/>
                    </a:cubicBezTo>
                    <a:cubicBezTo>
                      <a:pt x="54623" y="36699"/>
                      <a:pt x="57479" y="37419"/>
                      <a:pt x="60324" y="37419"/>
                    </a:cubicBezTo>
                    <a:cubicBezTo>
                      <a:pt x="61895" y="37419"/>
                      <a:pt x="63463" y="37200"/>
                      <a:pt x="64947" y="36760"/>
                    </a:cubicBezTo>
                    <a:cubicBezTo>
                      <a:pt x="69116" y="35493"/>
                      <a:pt x="72719" y="32424"/>
                      <a:pt x="74587" y="28488"/>
                    </a:cubicBezTo>
                    <a:cubicBezTo>
                      <a:pt x="66615" y="22017"/>
                      <a:pt x="57541" y="16513"/>
                      <a:pt x="48568" y="11576"/>
                    </a:cubicBezTo>
                    <a:cubicBezTo>
                      <a:pt x="41397" y="7606"/>
                      <a:pt x="34025" y="3770"/>
                      <a:pt x="26086" y="1669"/>
                    </a:cubicBezTo>
                    <a:cubicBezTo>
                      <a:pt x="22109" y="625"/>
                      <a:pt x="17680" y="1"/>
                      <a:pt x="132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0" name="Google Shape;930;p38"/>
              <p:cNvSpPr/>
              <p:nvPr/>
            </p:nvSpPr>
            <p:spPr>
              <a:xfrm>
                <a:off x="2125850" y="2025750"/>
                <a:ext cx="2914600" cy="2286475"/>
              </a:xfrm>
              <a:custGeom>
                <a:avLst/>
                <a:gdLst/>
                <a:ahLst/>
                <a:cxnLst/>
                <a:rect l="l" t="t" r="r" b="b"/>
                <a:pathLst>
                  <a:path w="116584" h="91459" extrusionOk="0">
                    <a:moveTo>
                      <a:pt x="54983" y="1"/>
                    </a:moveTo>
                    <a:cubicBezTo>
                      <a:pt x="54446" y="1"/>
                      <a:pt x="53909" y="27"/>
                      <a:pt x="53372" y="80"/>
                    </a:cubicBezTo>
                    <a:cubicBezTo>
                      <a:pt x="50203" y="413"/>
                      <a:pt x="47101" y="1681"/>
                      <a:pt x="44533" y="3649"/>
                    </a:cubicBezTo>
                    <a:cubicBezTo>
                      <a:pt x="43932" y="4149"/>
                      <a:pt x="43332" y="4650"/>
                      <a:pt x="42798" y="5183"/>
                    </a:cubicBezTo>
                    <a:cubicBezTo>
                      <a:pt x="42765" y="5183"/>
                      <a:pt x="42698" y="5150"/>
                      <a:pt x="42665" y="5150"/>
                    </a:cubicBezTo>
                    <a:cubicBezTo>
                      <a:pt x="41188" y="4465"/>
                      <a:pt x="39555" y="4131"/>
                      <a:pt x="37919" y="4131"/>
                    </a:cubicBezTo>
                    <a:cubicBezTo>
                      <a:pt x="36526" y="4131"/>
                      <a:pt x="35129" y="4374"/>
                      <a:pt x="33825" y="4850"/>
                    </a:cubicBezTo>
                    <a:cubicBezTo>
                      <a:pt x="31290" y="5817"/>
                      <a:pt x="28955" y="7685"/>
                      <a:pt x="27520" y="10053"/>
                    </a:cubicBezTo>
                    <a:cubicBezTo>
                      <a:pt x="27354" y="10387"/>
                      <a:pt x="27187" y="10687"/>
                      <a:pt x="27020" y="11021"/>
                    </a:cubicBezTo>
                    <a:cubicBezTo>
                      <a:pt x="26920" y="11021"/>
                      <a:pt x="26820" y="10987"/>
                      <a:pt x="26686" y="10987"/>
                    </a:cubicBezTo>
                    <a:cubicBezTo>
                      <a:pt x="26119" y="10902"/>
                      <a:pt x="25544" y="10860"/>
                      <a:pt x="24967" y="10860"/>
                    </a:cubicBezTo>
                    <a:cubicBezTo>
                      <a:pt x="22388" y="10860"/>
                      <a:pt x="19773" y="11696"/>
                      <a:pt x="17647" y="13222"/>
                    </a:cubicBezTo>
                    <a:cubicBezTo>
                      <a:pt x="15445" y="14857"/>
                      <a:pt x="13811" y="17192"/>
                      <a:pt x="13077" y="19827"/>
                    </a:cubicBezTo>
                    <a:cubicBezTo>
                      <a:pt x="12943" y="20327"/>
                      <a:pt x="12810" y="20861"/>
                      <a:pt x="12743" y="21395"/>
                    </a:cubicBezTo>
                    <a:cubicBezTo>
                      <a:pt x="12576" y="21428"/>
                      <a:pt x="12410" y="21495"/>
                      <a:pt x="12276" y="21528"/>
                    </a:cubicBezTo>
                    <a:cubicBezTo>
                      <a:pt x="9274" y="22262"/>
                      <a:pt x="6639" y="24364"/>
                      <a:pt x="5171" y="27066"/>
                    </a:cubicBezTo>
                    <a:cubicBezTo>
                      <a:pt x="3637" y="29934"/>
                      <a:pt x="3437" y="33537"/>
                      <a:pt x="4604" y="36539"/>
                    </a:cubicBezTo>
                    <a:cubicBezTo>
                      <a:pt x="401" y="41843"/>
                      <a:pt x="1" y="49782"/>
                      <a:pt x="3637" y="55519"/>
                    </a:cubicBezTo>
                    <a:cubicBezTo>
                      <a:pt x="3904" y="55920"/>
                      <a:pt x="4170" y="56286"/>
                      <a:pt x="4471" y="56687"/>
                    </a:cubicBezTo>
                    <a:cubicBezTo>
                      <a:pt x="7239" y="60223"/>
                      <a:pt x="11509" y="62524"/>
                      <a:pt x="15979" y="63025"/>
                    </a:cubicBezTo>
                    <a:cubicBezTo>
                      <a:pt x="16246" y="63058"/>
                      <a:pt x="16479" y="63091"/>
                      <a:pt x="16746" y="63091"/>
                    </a:cubicBezTo>
                    <a:cubicBezTo>
                      <a:pt x="17080" y="63113"/>
                      <a:pt x="17412" y="63124"/>
                      <a:pt x="17744" y="63124"/>
                    </a:cubicBezTo>
                    <a:cubicBezTo>
                      <a:pt x="18934" y="63124"/>
                      <a:pt x="20108" y="62985"/>
                      <a:pt x="21283" y="62724"/>
                    </a:cubicBezTo>
                    <a:cubicBezTo>
                      <a:pt x="24465" y="64706"/>
                      <a:pt x="28212" y="65715"/>
                      <a:pt x="31953" y="65715"/>
                    </a:cubicBezTo>
                    <a:cubicBezTo>
                      <a:pt x="34448" y="65715"/>
                      <a:pt x="36940" y="65266"/>
                      <a:pt x="39262" y="64359"/>
                    </a:cubicBezTo>
                    <a:cubicBezTo>
                      <a:pt x="39596" y="64225"/>
                      <a:pt x="39863" y="64092"/>
                      <a:pt x="40163" y="63959"/>
                    </a:cubicBezTo>
                    <a:lnTo>
                      <a:pt x="40163" y="63959"/>
                    </a:lnTo>
                    <a:cubicBezTo>
                      <a:pt x="40029" y="64225"/>
                      <a:pt x="39963" y="64459"/>
                      <a:pt x="39863" y="64759"/>
                    </a:cubicBezTo>
                    <a:cubicBezTo>
                      <a:pt x="38628" y="68795"/>
                      <a:pt x="40363" y="73932"/>
                      <a:pt x="42798" y="77435"/>
                    </a:cubicBezTo>
                    <a:cubicBezTo>
                      <a:pt x="45333" y="81138"/>
                      <a:pt x="49469" y="83639"/>
                      <a:pt x="53839" y="84707"/>
                    </a:cubicBezTo>
                    <a:cubicBezTo>
                      <a:pt x="55564" y="85115"/>
                      <a:pt x="57335" y="85289"/>
                      <a:pt x="59118" y="85289"/>
                    </a:cubicBezTo>
                    <a:cubicBezTo>
                      <a:pt x="61853" y="85289"/>
                      <a:pt x="64617" y="84879"/>
                      <a:pt x="67282" y="84273"/>
                    </a:cubicBezTo>
                    <a:cubicBezTo>
                      <a:pt x="71320" y="86986"/>
                      <a:pt x="76126" y="88346"/>
                      <a:pt x="80957" y="88346"/>
                    </a:cubicBezTo>
                    <a:cubicBezTo>
                      <a:pt x="83790" y="88346"/>
                      <a:pt x="86631" y="87879"/>
                      <a:pt x="89331" y="86942"/>
                    </a:cubicBezTo>
                    <a:cubicBezTo>
                      <a:pt x="90132" y="88943"/>
                      <a:pt x="91833" y="90544"/>
                      <a:pt x="93901" y="91145"/>
                    </a:cubicBezTo>
                    <a:cubicBezTo>
                      <a:pt x="94598" y="91355"/>
                      <a:pt x="95334" y="91459"/>
                      <a:pt x="96071" y="91459"/>
                    </a:cubicBezTo>
                    <a:cubicBezTo>
                      <a:pt x="97558" y="91459"/>
                      <a:pt x="99046" y="91036"/>
                      <a:pt x="100206" y="90211"/>
                    </a:cubicBezTo>
                    <a:cubicBezTo>
                      <a:pt x="100856" y="90246"/>
                      <a:pt x="101497" y="90290"/>
                      <a:pt x="102129" y="90290"/>
                    </a:cubicBezTo>
                    <a:cubicBezTo>
                      <a:pt x="102696" y="90290"/>
                      <a:pt x="103256" y="90255"/>
                      <a:pt x="103808" y="90144"/>
                    </a:cubicBezTo>
                    <a:cubicBezTo>
                      <a:pt x="105009" y="89944"/>
                      <a:pt x="106177" y="89444"/>
                      <a:pt x="106977" y="88576"/>
                    </a:cubicBezTo>
                    <a:cubicBezTo>
                      <a:pt x="107844" y="87609"/>
                      <a:pt x="108211" y="86308"/>
                      <a:pt x="108311" y="85040"/>
                    </a:cubicBezTo>
                    <a:cubicBezTo>
                      <a:pt x="108311" y="84407"/>
                      <a:pt x="108278" y="83773"/>
                      <a:pt x="108178" y="83139"/>
                    </a:cubicBezTo>
                    <a:cubicBezTo>
                      <a:pt x="108111" y="82472"/>
                      <a:pt x="107978" y="81805"/>
                      <a:pt x="107844" y="81138"/>
                    </a:cubicBezTo>
                    <a:cubicBezTo>
                      <a:pt x="108011" y="81104"/>
                      <a:pt x="108145" y="81104"/>
                      <a:pt x="108278" y="81071"/>
                    </a:cubicBezTo>
                    <a:cubicBezTo>
                      <a:pt x="111714" y="80370"/>
                      <a:pt x="114349" y="77101"/>
                      <a:pt x="115283" y="73632"/>
                    </a:cubicBezTo>
                    <a:cubicBezTo>
                      <a:pt x="115984" y="70930"/>
                      <a:pt x="115850" y="68262"/>
                      <a:pt x="115350" y="65593"/>
                    </a:cubicBezTo>
                    <a:cubicBezTo>
                      <a:pt x="115183" y="64726"/>
                      <a:pt x="115016" y="63792"/>
                      <a:pt x="114749" y="63025"/>
                    </a:cubicBezTo>
                    <a:cubicBezTo>
                      <a:pt x="114849" y="62925"/>
                      <a:pt x="114883" y="62891"/>
                      <a:pt x="114916" y="62791"/>
                    </a:cubicBezTo>
                    <a:cubicBezTo>
                      <a:pt x="116350" y="61223"/>
                      <a:pt x="116584" y="58788"/>
                      <a:pt x="116084" y="56720"/>
                    </a:cubicBezTo>
                    <a:cubicBezTo>
                      <a:pt x="115917" y="56053"/>
                      <a:pt x="115717" y="55419"/>
                      <a:pt x="115416" y="54785"/>
                    </a:cubicBezTo>
                    <a:cubicBezTo>
                      <a:pt x="115016" y="53785"/>
                      <a:pt x="114482" y="52884"/>
                      <a:pt x="113882" y="51950"/>
                    </a:cubicBezTo>
                    <a:cubicBezTo>
                      <a:pt x="113649" y="51550"/>
                      <a:pt x="113348" y="51183"/>
                      <a:pt x="113081" y="50749"/>
                    </a:cubicBezTo>
                    <a:cubicBezTo>
                      <a:pt x="113148" y="50682"/>
                      <a:pt x="113182" y="50616"/>
                      <a:pt x="113215" y="50549"/>
                    </a:cubicBezTo>
                    <a:cubicBezTo>
                      <a:pt x="114482" y="48381"/>
                      <a:pt x="114983" y="45746"/>
                      <a:pt x="114516" y="43277"/>
                    </a:cubicBezTo>
                    <a:cubicBezTo>
                      <a:pt x="114049" y="40742"/>
                      <a:pt x="112681" y="38340"/>
                      <a:pt x="110646" y="36706"/>
                    </a:cubicBezTo>
                    <a:cubicBezTo>
                      <a:pt x="111013" y="31769"/>
                      <a:pt x="107911" y="26932"/>
                      <a:pt x="103475" y="24897"/>
                    </a:cubicBezTo>
                    <a:lnTo>
                      <a:pt x="103475" y="24063"/>
                    </a:lnTo>
                    <a:cubicBezTo>
                      <a:pt x="103408" y="21195"/>
                      <a:pt x="102207" y="18359"/>
                      <a:pt x="100139" y="16391"/>
                    </a:cubicBezTo>
                    <a:cubicBezTo>
                      <a:pt x="98504" y="14857"/>
                      <a:pt x="96370" y="13723"/>
                      <a:pt x="94168" y="13356"/>
                    </a:cubicBezTo>
                    <a:cubicBezTo>
                      <a:pt x="93657" y="13254"/>
                      <a:pt x="93146" y="13214"/>
                      <a:pt x="92628" y="13214"/>
                    </a:cubicBezTo>
                    <a:cubicBezTo>
                      <a:pt x="92300" y="13214"/>
                      <a:pt x="91969" y="13230"/>
                      <a:pt x="91633" y="13256"/>
                    </a:cubicBezTo>
                    <a:cubicBezTo>
                      <a:pt x="91533" y="13056"/>
                      <a:pt x="91466" y="12889"/>
                      <a:pt x="91333" y="12722"/>
                    </a:cubicBezTo>
                    <a:cubicBezTo>
                      <a:pt x="90132" y="10687"/>
                      <a:pt x="88297" y="9019"/>
                      <a:pt x="86129" y="7985"/>
                    </a:cubicBezTo>
                    <a:cubicBezTo>
                      <a:pt x="84521" y="7243"/>
                      <a:pt x="82693" y="6831"/>
                      <a:pt x="80889" y="6831"/>
                    </a:cubicBezTo>
                    <a:cubicBezTo>
                      <a:pt x="80261" y="6831"/>
                      <a:pt x="79636" y="6881"/>
                      <a:pt x="79024" y="6985"/>
                    </a:cubicBezTo>
                    <a:cubicBezTo>
                      <a:pt x="78824" y="7018"/>
                      <a:pt x="78657" y="7051"/>
                      <a:pt x="78457" y="7085"/>
                    </a:cubicBezTo>
                    <a:cubicBezTo>
                      <a:pt x="78323" y="6918"/>
                      <a:pt x="78190" y="6751"/>
                      <a:pt x="78023" y="6584"/>
                    </a:cubicBezTo>
                    <a:cubicBezTo>
                      <a:pt x="76522" y="4816"/>
                      <a:pt x="74487" y="3515"/>
                      <a:pt x="72219" y="2848"/>
                    </a:cubicBezTo>
                    <a:cubicBezTo>
                      <a:pt x="71009" y="2483"/>
                      <a:pt x="69736" y="2289"/>
                      <a:pt x="68486" y="2289"/>
                    </a:cubicBezTo>
                    <a:cubicBezTo>
                      <a:pt x="67910" y="2289"/>
                      <a:pt x="67339" y="2330"/>
                      <a:pt x="66782" y="2415"/>
                    </a:cubicBezTo>
                    <a:lnTo>
                      <a:pt x="66715" y="2415"/>
                    </a:lnTo>
                    <a:cubicBezTo>
                      <a:pt x="66048" y="2515"/>
                      <a:pt x="65381" y="2681"/>
                      <a:pt x="64714" y="2915"/>
                    </a:cubicBezTo>
                    <a:lnTo>
                      <a:pt x="64113" y="2548"/>
                    </a:lnTo>
                    <a:cubicBezTo>
                      <a:pt x="61342" y="920"/>
                      <a:pt x="58180" y="1"/>
                      <a:pt x="549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1" name="Google Shape;931;p38"/>
              <p:cNvSpPr/>
              <p:nvPr/>
            </p:nvSpPr>
            <p:spPr>
              <a:xfrm>
                <a:off x="3491825" y="2421750"/>
                <a:ext cx="1282625" cy="1494025"/>
              </a:xfrm>
              <a:custGeom>
                <a:avLst/>
                <a:gdLst/>
                <a:ahLst/>
                <a:cxnLst/>
                <a:rect l="l" t="t" r="r" b="b"/>
                <a:pathLst>
                  <a:path w="51305" h="59761" extrusionOk="0">
                    <a:moveTo>
                      <a:pt x="14739" y="0"/>
                    </a:moveTo>
                    <a:cubicBezTo>
                      <a:pt x="14578" y="0"/>
                      <a:pt x="14433" y="120"/>
                      <a:pt x="14378" y="284"/>
                    </a:cubicBezTo>
                    <a:cubicBezTo>
                      <a:pt x="14344" y="518"/>
                      <a:pt x="14478" y="718"/>
                      <a:pt x="14678" y="751"/>
                    </a:cubicBezTo>
                    <a:cubicBezTo>
                      <a:pt x="17313" y="1385"/>
                      <a:pt x="20048" y="2052"/>
                      <a:pt x="22450" y="3387"/>
                    </a:cubicBezTo>
                    <a:cubicBezTo>
                      <a:pt x="24885" y="4754"/>
                      <a:pt x="26620" y="6722"/>
                      <a:pt x="27220" y="8857"/>
                    </a:cubicBezTo>
                    <a:cubicBezTo>
                      <a:pt x="26019" y="8924"/>
                      <a:pt x="24718" y="9057"/>
                      <a:pt x="23384" y="9257"/>
                    </a:cubicBezTo>
                    <a:cubicBezTo>
                      <a:pt x="23384" y="9257"/>
                      <a:pt x="23384" y="9224"/>
                      <a:pt x="23351" y="9224"/>
                    </a:cubicBezTo>
                    <a:cubicBezTo>
                      <a:pt x="21766" y="8112"/>
                      <a:pt x="19719" y="7556"/>
                      <a:pt x="17188" y="7556"/>
                    </a:cubicBezTo>
                    <a:cubicBezTo>
                      <a:pt x="16682" y="7556"/>
                      <a:pt x="16157" y="7579"/>
                      <a:pt x="15612" y="7623"/>
                    </a:cubicBezTo>
                    <a:cubicBezTo>
                      <a:pt x="14611" y="7723"/>
                      <a:pt x="13544" y="7890"/>
                      <a:pt x="12543" y="8023"/>
                    </a:cubicBezTo>
                    <a:cubicBezTo>
                      <a:pt x="11009" y="8223"/>
                      <a:pt x="9374" y="8457"/>
                      <a:pt x="7840" y="8457"/>
                    </a:cubicBezTo>
                    <a:cubicBezTo>
                      <a:pt x="6138" y="8457"/>
                      <a:pt x="2970" y="8090"/>
                      <a:pt x="1102" y="5788"/>
                    </a:cubicBezTo>
                    <a:cubicBezTo>
                      <a:pt x="1031" y="5700"/>
                      <a:pt x="923" y="5659"/>
                      <a:pt x="813" y="5659"/>
                    </a:cubicBezTo>
                    <a:cubicBezTo>
                      <a:pt x="714" y="5659"/>
                      <a:pt x="613" y="5692"/>
                      <a:pt x="534" y="5755"/>
                    </a:cubicBezTo>
                    <a:cubicBezTo>
                      <a:pt x="368" y="5888"/>
                      <a:pt x="368" y="6122"/>
                      <a:pt x="501" y="6289"/>
                    </a:cubicBezTo>
                    <a:cubicBezTo>
                      <a:pt x="2603" y="8857"/>
                      <a:pt x="6005" y="9224"/>
                      <a:pt x="7840" y="9257"/>
                    </a:cubicBezTo>
                    <a:lnTo>
                      <a:pt x="7940" y="9257"/>
                    </a:lnTo>
                    <a:cubicBezTo>
                      <a:pt x="9508" y="9257"/>
                      <a:pt x="11142" y="9024"/>
                      <a:pt x="12676" y="8790"/>
                    </a:cubicBezTo>
                    <a:cubicBezTo>
                      <a:pt x="13644" y="8690"/>
                      <a:pt x="14678" y="8524"/>
                      <a:pt x="15645" y="8424"/>
                    </a:cubicBezTo>
                    <a:cubicBezTo>
                      <a:pt x="16196" y="8378"/>
                      <a:pt x="16722" y="8355"/>
                      <a:pt x="17225" y="8355"/>
                    </a:cubicBezTo>
                    <a:cubicBezTo>
                      <a:pt x="19280" y="8355"/>
                      <a:pt x="20943" y="8734"/>
                      <a:pt x="22283" y="9458"/>
                    </a:cubicBezTo>
                    <a:cubicBezTo>
                      <a:pt x="21183" y="9691"/>
                      <a:pt x="20048" y="9925"/>
                      <a:pt x="18881" y="10225"/>
                    </a:cubicBezTo>
                    <a:cubicBezTo>
                      <a:pt x="18681" y="10258"/>
                      <a:pt x="18547" y="10458"/>
                      <a:pt x="18647" y="10692"/>
                    </a:cubicBezTo>
                    <a:cubicBezTo>
                      <a:pt x="18673" y="10845"/>
                      <a:pt x="18796" y="10959"/>
                      <a:pt x="18943" y="10959"/>
                    </a:cubicBezTo>
                    <a:cubicBezTo>
                      <a:pt x="18987" y="10959"/>
                      <a:pt x="19034" y="10949"/>
                      <a:pt x="19081" y="10925"/>
                    </a:cubicBezTo>
                    <a:cubicBezTo>
                      <a:pt x="22667" y="10007"/>
                      <a:pt x="25859" y="9535"/>
                      <a:pt x="28772" y="9535"/>
                    </a:cubicBezTo>
                    <a:cubicBezTo>
                      <a:pt x="29137" y="9535"/>
                      <a:pt x="29498" y="9543"/>
                      <a:pt x="29855" y="9558"/>
                    </a:cubicBezTo>
                    <a:cubicBezTo>
                      <a:pt x="26920" y="10725"/>
                      <a:pt x="24418" y="12927"/>
                      <a:pt x="22050" y="15062"/>
                    </a:cubicBezTo>
                    <a:lnTo>
                      <a:pt x="21683" y="15395"/>
                    </a:lnTo>
                    <a:cubicBezTo>
                      <a:pt x="18848" y="17897"/>
                      <a:pt x="15512" y="20599"/>
                      <a:pt x="11609" y="20899"/>
                    </a:cubicBezTo>
                    <a:cubicBezTo>
                      <a:pt x="11376" y="20899"/>
                      <a:pt x="11209" y="21099"/>
                      <a:pt x="11275" y="21299"/>
                    </a:cubicBezTo>
                    <a:cubicBezTo>
                      <a:pt x="11275" y="21533"/>
                      <a:pt x="11442" y="21633"/>
                      <a:pt x="11642" y="21633"/>
                    </a:cubicBezTo>
                    <a:lnTo>
                      <a:pt x="11676" y="21633"/>
                    </a:lnTo>
                    <a:cubicBezTo>
                      <a:pt x="15845" y="21366"/>
                      <a:pt x="19315" y="18564"/>
                      <a:pt x="22217" y="15996"/>
                    </a:cubicBezTo>
                    <a:lnTo>
                      <a:pt x="22617" y="15629"/>
                    </a:lnTo>
                    <a:cubicBezTo>
                      <a:pt x="25386" y="13127"/>
                      <a:pt x="28321" y="10558"/>
                      <a:pt x="31890" y="9724"/>
                    </a:cubicBezTo>
                    <a:cubicBezTo>
                      <a:pt x="32824" y="9858"/>
                      <a:pt x="33691" y="10025"/>
                      <a:pt x="34559" y="10258"/>
                    </a:cubicBezTo>
                    <a:cubicBezTo>
                      <a:pt x="36694" y="12893"/>
                      <a:pt x="37728" y="16396"/>
                      <a:pt x="37294" y="19732"/>
                    </a:cubicBezTo>
                    <a:cubicBezTo>
                      <a:pt x="37227" y="19932"/>
                      <a:pt x="37394" y="20165"/>
                      <a:pt x="37628" y="20165"/>
                    </a:cubicBezTo>
                    <a:lnTo>
                      <a:pt x="37661" y="20165"/>
                    </a:lnTo>
                    <a:cubicBezTo>
                      <a:pt x="37861" y="20165"/>
                      <a:pt x="37995" y="20032"/>
                      <a:pt x="38028" y="19832"/>
                    </a:cubicBezTo>
                    <a:cubicBezTo>
                      <a:pt x="38462" y="16596"/>
                      <a:pt x="37628" y="13260"/>
                      <a:pt x="35793" y="10592"/>
                    </a:cubicBezTo>
                    <a:lnTo>
                      <a:pt x="35793" y="10592"/>
                    </a:lnTo>
                    <a:cubicBezTo>
                      <a:pt x="36360" y="10825"/>
                      <a:pt x="36960" y="11025"/>
                      <a:pt x="37528" y="11259"/>
                    </a:cubicBezTo>
                    <a:cubicBezTo>
                      <a:pt x="40363" y="12593"/>
                      <a:pt x="42965" y="14761"/>
                      <a:pt x="44966" y="17563"/>
                    </a:cubicBezTo>
                    <a:cubicBezTo>
                      <a:pt x="45800" y="21400"/>
                      <a:pt x="45366" y="25536"/>
                      <a:pt x="43832" y="29138"/>
                    </a:cubicBezTo>
                    <a:cubicBezTo>
                      <a:pt x="43732" y="29372"/>
                      <a:pt x="43832" y="29572"/>
                      <a:pt x="44032" y="29639"/>
                    </a:cubicBezTo>
                    <a:cubicBezTo>
                      <a:pt x="44066" y="29705"/>
                      <a:pt x="44132" y="29705"/>
                      <a:pt x="44199" y="29705"/>
                    </a:cubicBezTo>
                    <a:cubicBezTo>
                      <a:pt x="44366" y="29705"/>
                      <a:pt x="44499" y="29605"/>
                      <a:pt x="44533" y="29505"/>
                    </a:cubicBezTo>
                    <a:cubicBezTo>
                      <a:pt x="45967" y="26236"/>
                      <a:pt x="46401" y="22667"/>
                      <a:pt x="46000" y="19131"/>
                    </a:cubicBezTo>
                    <a:lnTo>
                      <a:pt x="46000" y="19131"/>
                    </a:lnTo>
                    <a:cubicBezTo>
                      <a:pt x="46167" y="19398"/>
                      <a:pt x="46300" y="19632"/>
                      <a:pt x="46467" y="19898"/>
                    </a:cubicBezTo>
                    <a:cubicBezTo>
                      <a:pt x="48369" y="23268"/>
                      <a:pt x="49536" y="27337"/>
                      <a:pt x="50003" y="31907"/>
                    </a:cubicBezTo>
                    <a:cubicBezTo>
                      <a:pt x="50370" y="35676"/>
                      <a:pt x="50337" y="42615"/>
                      <a:pt x="45900" y="46918"/>
                    </a:cubicBezTo>
                    <a:cubicBezTo>
                      <a:pt x="42998" y="49753"/>
                      <a:pt x="38895" y="50754"/>
                      <a:pt x="35993" y="51054"/>
                    </a:cubicBezTo>
                    <a:cubicBezTo>
                      <a:pt x="34760" y="51188"/>
                      <a:pt x="33527" y="51235"/>
                      <a:pt x="32297" y="51235"/>
                    </a:cubicBezTo>
                    <a:cubicBezTo>
                      <a:pt x="30765" y="51235"/>
                      <a:pt x="29238" y="51161"/>
                      <a:pt x="27721" y="51087"/>
                    </a:cubicBezTo>
                    <a:cubicBezTo>
                      <a:pt x="26787" y="51054"/>
                      <a:pt x="25819" y="51021"/>
                      <a:pt x="24818" y="50954"/>
                    </a:cubicBezTo>
                    <a:cubicBezTo>
                      <a:pt x="24257" y="50943"/>
                      <a:pt x="23694" y="50937"/>
                      <a:pt x="23129" y="50937"/>
                    </a:cubicBezTo>
                    <a:cubicBezTo>
                      <a:pt x="20307" y="50937"/>
                      <a:pt x="17458" y="51076"/>
                      <a:pt x="14678" y="51354"/>
                    </a:cubicBezTo>
                    <a:lnTo>
                      <a:pt x="14611" y="51354"/>
                    </a:lnTo>
                    <a:cubicBezTo>
                      <a:pt x="9774" y="51821"/>
                      <a:pt x="5004" y="52722"/>
                      <a:pt x="334" y="54056"/>
                    </a:cubicBezTo>
                    <a:cubicBezTo>
                      <a:pt x="134" y="54090"/>
                      <a:pt x="1" y="54290"/>
                      <a:pt x="101" y="54523"/>
                    </a:cubicBezTo>
                    <a:cubicBezTo>
                      <a:pt x="134" y="54690"/>
                      <a:pt x="301" y="54790"/>
                      <a:pt x="468" y="54790"/>
                    </a:cubicBezTo>
                    <a:lnTo>
                      <a:pt x="601" y="54790"/>
                    </a:lnTo>
                    <a:cubicBezTo>
                      <a:pt x="4371" y="53723"/>
                      <a:pt x="8207" y="52922"/>
                      <a:pt x="12109" y="52388"/>
                    </a:cubicBezTo>
                    <a:lnTo>
                      <a:pt x="12109" y="52388"/>
                    </a:lnTo>
                    <a:cubicBezTo>
                      <a:pt x="10875" y="53056"/>
                      <a:pt x="9708" y="53889"/>
                      <a:pt x="8774" y="54790"/>
                    </a:cubicBezTo>
                    <a:lnTo>
                      <a:pt x="7773" y="55791"/>
                    </a:lnTo>
                    <a:cubicBezTo>
                      <a:pt x="6639" y="56958"/>
                      <a:pt x="5505" y="58126"/>
                      <a:pt x="4170" y="59060"/>
                    </a:cubicBezTo>
                    <a:cubicBezTo>
                      <a:pt x="4004" y="59193"/>
                      <a:pt x="3970" y="59393"/>
                      <a:pt x="4104" y="59594"/>
                    </a:cubicBezTo>
                    <a:cubicBezTo>
                      <a:pt x="4170" y="59727"/>
                      <a:pt x="4304" y="59760"/>
                      <a:pt x="4437" y="59760"/>
                    </a:cubicBezTo>
                    <a:cubicBezTo>
                      <a:pt x="4504" y="59760"/>
                      <a:pt x="4604" y="59760"/>
                      <a:pt x="4637" y="59694"/>
                    </a:cubicBezTo>
                    <a:cubicBezTo>
                      <a:pt x="6038" y="58726"/>
                      <a:pt x="7206" y="57525"/>
                      <a:pt x="8340" y="56358"/>
                    </a:cubicBezTo>
                    <a:cubicBezTo>
                      <a:pt x="8674" y="55991"/>
                      <a:pt x="9007" y="55657"/>
                      <a:pt x="9307" y="55357"/>
                    </a:cubicBezTo>
                    <a:cubicBezTo>
                      <a:pt x="10775" y="53889"/>
                      <a:pt x="12843" y="52622"/>
                      <a:pt x="14811" y="52055"/>
                    </a:cubicBezTo>
                    <a:cubicBezTo>
                      <a:pt x="17175" y="51781"/>
                      <a:pt x="19651" y="51637"/>
                      <a:pt x="22154" y="51637"/>
                    </a:cubicBezTo>
                    <a:cubicBezTo>
                      <a:pt x="23007" y="51637"/>
                      <a:pt x="23863" y="51654"/>
                      <a:pt x="24718" y="51688"/>
                    </a:cubicBezTo>
                    <a:lnTo>
                      <a:pt x="27620" y="51788"/>
                    </a:lnTo>
                    <a:cubicBezTo>
                      <a:pt x="29138" y="51862"/>
                      <a:pt x="30686" y="51936"/>
                      <a:pt x="32242" y="51936"/>
                    </a:cubicBezTo>
                    <a:cubicBezTo>
                      <a:pt x="33491" y="51936"/>
                      <a:pt x="34745" y="51888"/>
                      <a:pt x="35993" y="51755"/>
                    </a:cubicBezTo>
                    <a:cubicBezTo>
                      <a:pt x="39029" y="51421"/>
                      <a:pt x="43332" y="50420"/>
                      <a:pt x="46367" y="47418"/>
                    </a:cubicBezTo>
                    <a:cubicBezTo>
                      <a:pt x="49803" y="44082"/>
                      <a:pt x="51304" y="38545"/>
                      <a:pt x="50670" y="31774"/>
                    </a:cubicBezTo>
                    <a:cubicBezTo>
                      <a:pt x="50203" y="27070"/>
                      <a:pt x="49002" y="22934"/>
                      <a:pt x="47034" y="19431"/>
                    </a:cubicBezTo>
                    <a:cubicBezTo>
                      <a:pt x="46034" y="17697"/>
                      <a:pt x="44866" y="16096"/>
                      <a:pt x="43532" y="14728"/>
                    </a:cubicBezTo>
                    <a:lnTo>
                      <a:pt x="43532" y="14728"/>
                    </a:lnTo>
                    <a:cubicBezTo>
                      <a:pt x="45366" y="15462"/>
                      <a:pt x="47401" y="15896"/>
                      <a:pt x="49636" y="16029"/>
                    </a:cubicBezTo>
                    <a:cubicBezTo>
                      <a:pt x="49836" y="16029"/>
                      <a:pt x="50003" y="15862"/>
                      <a:pt x="50003" y="15629"/>
                    </a:cubicBezTo>
                    <a:cubicBezTo>
                      <a:pt x="50003" y="15429"/>
                      <a:pt x="49836" y="15262"/>
                      <a:pt x="49636" y="15262"/>
                    </a:cubicBezTo>
                    <a:cubicBezTo>
                      <a:pt x="46167" y="15095"/>
                      <a:pt x="42998" y="14061"/>
                      <a:pt x="40696" y="12293"/>
                    </a:cubicBezTo>
                    <a:cubicBezTo>
                      <a:pt x="40696" y="12293"/>
                      <a:pt x="40663" y="12293"/>
                      <a:pt x="40663" y="12260"/>
                    </a:cubicBezTo>
                    <a:cubicBezTo>
                      <a:pt x="39729" y="11592"/>
                      <a:pt x="38795" y="11059"/>
                      <a:pt x="37794" y="10592"/>
                    </a:cubicBezTo>
                    <a:cubicBezTo>
                      <a:pt x="36860" y="10191"/>
                      <a:pt x="35893" y="9858"/>
                      <a:pt x="34959" y="9591"/>
                    </a:cubicBezTo>
                    <a:lnTo>
                      <a:pt x="34859" y="9524"/>
                    </a:lnTo>
                    <a:cubicBezTo>
                      <a:pt x="34778" y="9444"/>
                      <a:pt x="34673" y="9399"/>
                      <a:pt x="34573" y="9399"/>
                    </a:cubicBezTo>
                    <a:cubicBezTo>
                      <a:pt x="34508" y="9399"/>
                      <a:pt x="34445" y="9418"/>
                      <a:pt x="34392" y="9458"/>
                    </a:cubicBezTo>
                    <a:cubicBezTo>
                      <a:pt x="33658" y="9291"/>
                      <a:pt x="32891" y="9124"/>
                      <a:pt x="32057" y="9024"/>
                    </a:cubicBezTo>
                    <a:cubicBezTo>
                      <a:pt x="32008" y="8975"/>
                      <a:pt x="31941" y="8944"/>
                      <a:pt x="31870" y="8944"/>
                    </a:cubicBezTo>
                    <a:cubicBezTo>
                      <a:pt x="31844" y="8944"/>
                      <a:pt x="31817" y="8948"/>
                      <a:pt x="31790" y="8957"/>
                    </a:cubicBezTo>
                    <a:cubicBezTo>
                      <a:pt x="30556" y="8857"/>
                      <a:pt x="29322" y="8790"/>
                      <a:pt x="28021" y="8790"/>
                    </a:cubicBezTo>
                    <a:cubicBezTo>
                      <a:pt x="27354" y="6389"/>
                      <a:pt x="25519" y="4221"/>
                      <a:pt x="22817" y="2719"/>
                    </a:cubicBezTo>
                    <a:cubicBezTo>
                      <a:pt x="20315" y="1352"/>
                      <a:pt x="17513" y="685"/>
                      <a:pt x="14845" y="18"/>
                    </a:cubicBezTo>
                    <a:cubicBezTo>
                      <a:pt x="14809" y="6"/>
                      <a:pt x="14774" y="0"/>
                      <a:pt x="14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2" name="Google Shape;932;p38"/>
              <p:cNvSpPr/>
              <p:nvPr/>
            </p:nvSpPr>
            <p:spPr>
              <a:xfrm>
                <a:off x="2505300" y="2085275"/>
                <a:ext cx="1289275" cy="1296775"/>
              </a:xfrm>
              <a:custGeom>
                <a:avLst/>
                <a:gdLst/>
                <a:ahLst/>
                <a:cxnLst/>
                <a:rect l="l" t="t" r="r" b="b"/>
                <a:pathLst>
                  <a:path w="51571" h="51871" extrusionOk="0">
                    <a:moveTo>
                      <a:pt x="51570" y="0"/>
                    </a:moveTo>
                    <a:lnTo>
                      <a:pt x="51570" y="0"/>
                    </a:lnTo>
                    <a:cubicBezTo>
                      <a:pt x="50903" y="67"/>
                      <a:pt x="50236" y="234"/>
                      <a:pt x="49569" y="501"/>
                    </a:cubicBezTo>
                    <a:lnTo>
                      <a:pt x="48935" y="134"/>
                    </a:lnTo>
                    <a:cubicBezTo>
                      <a:pt x="44165" y="1902"/>
                      <a:pt x="38228" y="5137"/>
                      <a:pt x="35292" y="10641"/>
                    </a:cubicBezTo>
                    <a:cubicBezTo>
                      <a:pt x="32157" y="16579"/>
                      <a:pt x="32290" y="24017"/>
                      <a:pt x="35626" y="29888"/>
                    </a:cubicBezTo>
                    <a:cubicBezTo>
                      <a:pt x="33724" y="29188"/>
                      <a:pt x="31723" y="28687"/>
                      <a:pt x="29721" y="28387"/>
                    </a:cubicBezTo>
                    <a:lnTo>
                      <a:pt x="29655" y="28387"/>
                    </a:lnTo>
                    <a:cubicBezTo>
                      <a:pt x="27820" y="27653"/>
                      <a:pt x="26452" y="25819"/>
                      <a:pt x="26219" y="23851"/>
                    </a:cubicBezTo>
                    <a:cubicBezTo>
                      <a:pt x="26158" y="23668"/>
                      <a:pt x="26014" y="23513"/>
                      <a:pt x="25836" y="23513"/>
                    </a:cubicBezTo>
                    <a:cubicBezTo>
                      <a:pt x="25820" y="23513"/>
                      <a:pt x="25803" y="23514"/>
                      <a:pt x="25785" y="23517"/>
                    </a:cubicBezTo>
                    <a:cubicBezTo>
                      <a:pt x="25585" y="23550"/>
                      <a:pt x="25452" y="23717"/>
                      <a:pt x="25452" y="23917"/>
                    </a:cubicBezTo>
                    <a:cubicBezTo>
                      <a:pt x="25652" y="25585"/>
                      <a:pt x="26553" y="27153"/>
                      <a:pt x="27887" y="28187"/>
                    </a:cubicBezTo>
                    <a:cubicBezTo>
                      <a:pt x="27236" y="28146"/>
                      <a:pt x="26583" y="28125"/>
                      <a:pt x="25930" y="28125"/>
                    </a:cubicBezTo>
                    <a:cubicBezTo>
                      <a:pt x="23938" y="28125"/>
                      <a:pt x="21940" y="28319"/>
                      <a:pt x="19981" y="28721"/>
                    </a:cubicBezTo>
                    <a:cubicBezTo>
                      <a:pt x="19948" y="28687"/>
                      <a:pt x="19914" y="28654"/>
                      <a:pt x="19881" y="28654"/>
                    </a:cubicBezTo>
                    <a:cubicBezTo>
                      <a:pt x="18380" y="28054"/>
                      <a:pt x="17313" y="26486"/>
                      <a:pt x="17413" y="24851"/>
                    </a:cubicBezTo>
                    <a:cubicBezTo>
                      <a:pt x="17413" y="24651"/>
                      <a:pt x="17246" y="24418"/>
                      <a:pt x="17012" y="24418"/>
                    </a:cubicBezTo>
                    <a:cubicBezTo>
                      <a:pt x="16846" y="24418"/>
                      <a:pt x="16645" y="24584"/>
                      <a:pt x="16645" y="24818"/>
                    </a:cubicBezTo>
                    <a:cubicBezTo>
                      <a:pt x="16579" y="26486"/>
                      <a:pt x="17446" y="28087"/>
                      <a:pt x="18847" y="28988"/>
                    </a:cubicBezTo>
                    <a:cubicBezTo>
                      <a:pt x="17646" y="29255"/>
                      <a:pt x="16479" y="29688"/>
                      <a:pt x="15311" y="30155"/>
                    </a:cubicBezTo>
                    <a:cubicBezTo>
                      <a:pt x="13410" y="30889"/>
                      <a:pt x="11609" y="31923"/>
                      <a:pt x="9907" y="33091"/>
                    </a:cubicBezTo>
                    <a:cubicBezTo>
                      <a:pt x="9880" y="33082"/>
                      <a:pt x="9856" y="33077"/>
                      <a:pt x="9833" y="33077"/>
                    </a:cubicBezTo>
                    <a:cubicBezTo>
                      <a:pt x="9769" y="33077"/>
                      <a:pt x="9714" y="33108"/>
                      <a:pt x="9640" y="33157"/>
                    </a:cubicBezTo>
                    <a:cubicBezTo>
                      <a:pt x="8351" y="34060"/>
                      <a:pt x="6843" y="34527"/>
                      <a:pt x="5267" y="34527"/>
                    </a:cubicBezTo>
                    <a:cubicBezTo>
                      <a:pt x="5213" y="34527"/>
                      <a:pt x="5158" y="34526"/>
                      <a:pt x="5104" y="34525"/>
                    </a:cubicBezTo>
                    <a:cubicBezTo>
                      <a:pt x="3469" y="34492"/>
                      <a:pt x="1902" y="33858"/>
                      <a:pt x="667" y="32757"/>
                    </a:cubicBezTo>
                    <a:cubicBezTo>
                      <a:pt x="609" y="32713"/>
                      <a:pt x="525" y="32689"/>
                      <a:pt x="439" y="32689"/>
                    </a:cubicBezTo>
                    <a:cubicBezTo>
                      <a:pt x="326" y="32689"/>
                      <a:pt x="209" y="32730"/>
                      <a:pt x="134" y="32824"/>
                    </a:cubicBezTo>
                    <a:cubicBezTo>
                      <a:pt x="0" y="32991"/>
                      <a:pt x="0" y="33224"/>
                      <a:pt x="167" y="33357"/>
                    </a:cubicBezTo>
                    <a:cubicBezTo>
                      <a:pt x="1568" y="34558"/>
                      <a:pt x="3269" y="35225"/>
                      <a:pt x="5071" y="35326"/>
                    </a:cubicBezTo>
                    <a:lnTo>
                      <a:pt x="5404" y="35326"/>
                    </a:lnTo>
                    <a:cubicBezTo>
                      <a:pt x="6071" y="35326"/>
                      <a:pt x="6772" y="35192"/>
                      <a:pt x="7439" y="35025"/>
                    </a:cubicBezTo>
                    <a:lnTo>
                      <a:pt x="7439" y="35025"/>
                    </a:lnTo>
                    <a:cubicBezTo>
                      <a:pt x="4303" y="37761"/>
                      <a:pt x="1802" y="41230"/>
                      <a:pt x="200" y="45166"/>
                    </a:cubicBezTo>
                    <a:cubicBezTo>
                      <a:pt x="100" y="45366"/>
                      <a:pt x="200" y="45566"/>
                      <a:pt x="401" y="45666"/>
                    </a:cubicBezTo>
                    <a:cubicBezTo>
                      <a:pt x="434" y="45700"/>
                      <a:pt x="467" y="45700"/>
                      <a:pt x="534" y="45700"/>
                    </a:cubicBezTo>
                    <a:cubicBezTo>
                      <a:pt x="634" y="45700"/>
                      <a:pt x="801" y="45566"/>
                      <a:pt x="834" y="45433"/>
                    </a:cubicBezTo>
                    <a:cubicBezTo>
                      <a:pt x="3102" y="40029"/>
                      <a:pt x="7105" y="35492"/>
                      <a:pt x="12109" y="32524"/>
                    </a:cubicBezTo>
                    <a:lnTo>
                      <a:pt x="12109" y="32524"/>
                    </a:lnTo>
                    <a:cubicBezTo>
                      <a:pt x="8306" y="37994"/>
                      <a:pt x="7439" y="45433"/>
                      <a:pt x="10007" y="51604"/>
                    </a:cubicBezTo>
                    <a:cubicBezTo>
                      <a:pt x="10074" y="51771"/>
                      <a:pt x="10208" y="51871"/>
                      <a:pt x="10374" y="51871"/>
                    </a:cubicBezTo>
                    <a:lnTo>
                      <a:pt x="10541" y="51871"/>
                    </a:lnTo>
                    <a:cubicBezTo>
                      <a:pt x="10741" y="51771"/>
                      <a:pt x="10808" y="51570"/>
                      <a:pt x="10741" y="51370"/>
                    </a:cubicBezTo>
                    <a:cubicBezTo>
                      <a:pt x="8039" y="44966"/>
                      <a:pt x="9240" y="37027"/>
                      <a:pt x="13710" y="31690"/>
                    </a:cubicBezTo>
                    <a:cubicBezTo>
                      <a:pt x="14310" y="31389"/>
                      <a:pt x="14944" y="31123"/>
                      <a:pt x="15578" y="30856"/>
                    </a:cubicBezTo>
                    <a:cubicBezTo>
                      <a:pt x="18827" y="29533"/>
                      <a:pt x="22299" y="28874"/>
                      <a:pt x="25764" y="28874"/>
                    </a:cubicBezTo>
                    <a:cubicBezTo>
                      <a:pt x="29380" y="28874"/>
                      <a:pt x="32988" y="29592"/>
                      <a:pt x="36326" y="31022"/>
                    </a:cubicBezTo>
                    <a:cubicBezTo>
                      <a:pt x="36384" y="31057"/>
                      <a:pt x="36442" y="31072"/>
                      <a:pt x="36499" y="31072"/>
                    </a:cubicBezTo>
                    <a:cubicBezTo>
                      <a:pt x="36605" y="31072"/>
                      <a:pt x="36706" y="31021"/>
                      <a:pt x="36793" y="30956"/>
                    </a:cubicBezTo>
                    <a:cubicBezTo>
                      <a:pt x="36927" y="30822"/>
                      <a:pt x="36927" y="30622"/>
                      <a:pt x="36827" y="30489"/>
                    </a:cubicBezTo>
                    <a:cubicBezTo>
                      <a:pt x="33091" y="24685"/>
                      <a:pt x="32757" y="17046"/>
                      <a:pt x="35959" y="11008"/>
                    </a:cubicBezTo>
                    <a:cubicBezTo>
                      <a:pt x="39262" y="4804"/>
                      <a:pt x="46734" y="1535"/>
                      <a:pt x="51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3" name="Google Shape;933;p38"/>
              <p:cNvSpPr/>
              <p:nvPr/>
            </p:nvSpPr>
            <p:spPr>
              <a:xfrm>
                <a:off x="3127400" y="2115300"/>
                <a:ext cx="110950" cy="324425"/>
              </a:xfrm>
              <a:custGeom>
                <a:avLst/>
                <a:gdLst/>
                <a:ahLst/>
                <a:cxnLst/>
                <a:rect l="l" t="t" r="r" b="b"/>
                <a:pathLst>
                  <a:path w="4438" h="12977" extrusionOk="0">
                    <a:moveTo>
                      <a:pt x="4437" y="0"/>
                    </a:moveTo>
                    <a:lnTo>
                      <a:pt x="4437" y="0"/>
                    </a:lnTo>
                    <a:cubicBezTo>
                      <a:pt x="3837" y="500"/>
                      <a:pt x="3236" y="1001"/>
                      <a:pt x="2703" y="1568"/>
                    </a:cubicBezTo>
                    <a:cubicBezTo>
                      <a:pt x="2669" y="1568"/>
                      <a:pt x="2603" y="1501"/>
                      <a:pt x="2569" y="1501"/>
                    </a:cubicBezTo>
                    <a:cubicBezTo>
                      <a:pt x="701" y="4837"/>
                      <a:pt x="1" y="8840"/>
                      <a:pt x="735" y="12642"/>
                    </a:cubicBezTo>
                    <a:cubicBezTo>
                      <a:pt x="768" y="12843"/>
                      <a:pt x="935" y="12976"/>
                      <a:pt x="1101" y="12976"/>
                    </a:cubicBezTo>
                    <a:lnTo>
                      <a:pt x="1202" y="12976"/>
                    </a:lnTo>
                    <a:cubicBezTo>
                      <a:pt x="1402" y="12943"/>
                      <a:pt x="1535" y="12743"/>
                      <a:pt x="1502" y="12509"/>
                    </a:cubicBezTo>
                    <a:cubicBezTo>
                      <a:pt x="601" y="8139"/>
                      <a:pt x="1769" y="3503"/>
                      <a:pt x="44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4" name="Google Shape;934;p38"/>
              <p:cNvSpPr/>
              <p:nvPr/>
            </p:nvSpPr>
            <p:spPr>
              <a:xfrm>
                <a:off x="2431900" y="2518900"/>
                <a:ext cx="45900" cy="194350"/>
              </a:xfrm>
              <a:custGeom>
                <a:avLst/>
                <a:gdLst/>
                <a:ahLst/>
                <a:cxnLst/>
                <a:rect l="l" t="t" r="r" b="b"/>
                <a:pathLst>
                  <a:path w="1836" h="7774" extrusionOk="0">
                    <a:moveTo>
                      <a:pt x="801" y="1"/>
                    </a:moveTo>
                    <a:cubicBezTo>
                      <a:pt x="668" y="501"/>
                      <a:pt x="535" y="1035"/>
                      <a:pt x="468" y="1602"/>
                    </a:cubicBezTo>
                    <a:cubicBezTo>
                      <a:pt x="301" y="1635"/>
                      <a:pt x="134" y="1669"/>
                      <a:pt x="1" y="1702"/>
                    </a:cubicBezTo>
                    <a:cubicBezTo>
                      <a:pt x="34" y="3670"/>
                      <a:pt x="401" y="5638"/>
                      <a:pt x="1068" y="7506"/>
                    </a:cubicBezTo>
                    <a:cubicBezTo>
                      <a:pt x="1135" y="7673"/>
                      <a:pt x="1235" y="7773"/>
                      <a:pt x="1402" y="7773"/>
                    </a:cubicBezTo>
                    <a:lnTo>
                      <a:pt x="1535" y="7773"/>
                    </a:lnTo>
                    <a:cubicBezTo>
                      <a:pt x="1735" y="7673"/>
                      <a:pt x="1835" y="7473"/>
                      <a:pt x="1802" y="7273"/>
                    </a:cubicBezTo>
                    <a:cubicBezTo>
                      <a:pt x="968" y="4938"/>
                      <a:pt x="635" y="2469"/>
                      <a:pt x="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5" name="Google Shape;935;p38"/>
              <p:cNvSpPr/>
              <p:nvPr/>
            </p:nvSpPr>
            <p:spPr>
              <a:xfrm>
                <a:off x="2245950" y="2274575"/>
                <a:ext cx="673825" cy="1328475"/>
              </a:xfrm>
              <a:custGeom>
                <a:avLst/>
                <a:gdLst/>
                <a:ahLst/>
                <a:cxnLst/>
                <a:rect l="l" t="t" r="r" b="b"/>
                <a:pathLst>
                  <a:path w="26953" h="53139" extrusionOk="0">
                    <a:moveTo>
                      <a:pt x="22683" y="0"/>
                    </a:moveTo>
                    <a:lnTo>
                      <a:pt x="22683" y="0"/>
                    </a:lnTo>
                    <a:cubicBezTo>
                      <a:pt x="22516" y="334"/>
                      <a:pt x="22349" y="634"/>
                      <a:pt x="22183" y="968"/>
                    </a:cubicBezTo>
                    <a:cubicBezTo>
                      <a:pt x="22083" y="968"/>
                      <a:pt x="21983" y="934"/>
                      <a:pt x="21849" y="934"/>
                    </a:cubicBezTo>
                    <a:cubicBezTo>
                      <a:pt x="21782" y="1835"/>
                      <a:pt x="21816" y="2736"/>
                      <a:pt x="21916" y="3570"/>
                    </a:cubicBezTo>
                    <a:cubicBezTo>
                      <a:pt x="22249" y="6505"/>
                      <a:pt x="23584" y="9140"/>
                      <a:pt x="25585" y="10941"/>
                    </a:cubicBezTo>
                    <a:cubicBezTo>
                      <a:pt x="21015" y="11675"/>
                      <a:pt x="16846" y="13677"/>
                      <a:pt x="13510" y="16746"/>
                    </a:cubicBezTo>
                    <a:cubicBezTo>
                      <a:pt x="11075" y="18947"/>
                      <a:pt x="9107" y="21683"/>
                      <a:pt x="7772" y="24751"/>
                    </a:cubicBezTo>
                    <a:cubicBezTo>
                      <a:pt x="5171" y="24818"/>
                      <a:pt x="2635" y="26486"/>
                      <a:pt x="1334" y="29021"/>
                    </a:cubicBezTo>
                    <a:cubicBezTo>
                      <a:pt x="167" y="31289"/>
                      <a:pt x="0" y="34125"/>
                      <a:pt x="801" y="36860"/>
                    </a:cubicBezTo>
                    <a:cubicBezTo>
                      <a:pt x="1468" y="39162"/>
                      <a:pt x="2802" y="41430"/>
                      <a:pt x="4804" y="43632"/>
                    </a:cubicBezTo>
                    <a:cubicBezTo>
                      <a:pt x="5337" y="44199"/>
                      <a:pt x="5938" y="44799"/>
                      <a:pt x="6471" y="45333"/>
                    </a:cubicBezTo>
                    <a:cubicBezTo>
                      <a:pt x="7305" y="46167"/>
                      <a:pt x="8139" y="47034"/>
                      <a:pt x="8907" y="47968"/>
                    </a:cubicBezTo>
                    <a:cubicBezTo>
                      <a:pt x="10308" y="49703"/>
                      <a:pt x="11075" y="51437"/>
                      <a:pt x="11141" y="53038"/>
                    </a:cubicBezTo>
                    <a:cubicBezTo>
                      <a:pt x="11408" y="53105"/>
                      <a:pt x="11642" y="53138"/>
                      <a:pt x="11909" y="53138"/>
                    </a:cubicBezTo>
                    <a:lnTo>
                      <a:pt x="11909" y="53105"/>
                    </a:lnTo>
                    <a:cubicBezTo>
                      <a:pt x="11809" y="51270"/>
                      <a:pt x="10975" y="49369"/>
                      <a:pt x="9474" y="47501"/>
                    </a:cubicBezTo>
                    <a:cubicBezTo>
                      <a:pt x="8706" y="46534"/>
                      <a:pt x="7839" y="45666"/>
                      <a:pt x="7005" y="44832"/>
                    </a:cubicBezTo>
                    <a:cubicBezTo>
                      <a:pt x="6471" y="44299"/>
                      <a:pt x="5904" y="43765"/>
                      <a:pt x="5371" y="43165"/>
                    </a:cubicBezTo>
                    <a:cubicBezTo>
                      <a:pt x="3469" y="41030"/>
                      <a:pt x="2168" y="38861"/>
                      <a:pt x="1535" y="36693"/>
                    </a:cubicBezTo>
                    <a:cubicBezTo>
                      <a:pt x="767" y="34158"/>
                      <a:pt x="968" y="31523"/>
                      <a:pt x="2002" y="29455"/>
                    </a:cubicBezTo>
                    <a:cubicBezTo>
                      <a:pt x="3136" y="27320"/>
                      <a:pt x="5271" y="25819"/>
                      <a:pt x="7439" y="25619"/>
                    </a:cubicBezTo>
                    <a:lnTo>
                      <a:pt x="7439" y="25619"/>
                    </a:lnTo>
                    <a:cubicBezTo>
                      <a:pt x="7005" y="26753"/>
                      <a:pt x="6638" y="27954"/>
                      <a:pt x="6338" y="29155"/>
                    </a:cubicBezTo>
                    <a:cubicBezTo>
                      <a:pt x="6305" y="29355"/>
                      <a:pt x="6438" y="29588"/>
                      <a:pt x="6638" y="29622"/>
                    </a:cubicBezTo>
                    <a:lnTo>
                      <a:pt x="6738" y="29622"/>
                    </a:lnTo>
                    <a:cubicBezTo>
                      <a:pt x="6905" y="29622"/>
                      <a:pt x="7072" y="29488"/>
                      <a:pt x="7105" y="29321"/>
                    </a:cubicBezTo>
                    <a:cubicBezTo>
                      <a:pt x="8106" y="24751"/>
                      <a:pt x="10608" y="20482"/>
                      <a:pt x="14077" y="17313"/>
                    </a:cubicBezTo>
                    <a:cubicBezTo>
                      <a:pt x="17479" y="14177"/>
                      <a:pt x="21816" y="12242"/>
                      <a:pt x="26586" y="11609"/>
                    </a:cubicBezTo>
                    <a:cubicBezTo>
                      <a:pt x="26753" y="11575"/>
                      <a:pt x="26853" y="11475"/>
                      <a:pt x="26919" y="11308"/>
                    </a:cubicBezTo>
                    <a:cubicBezTo>
                      <a:pt x="26953" y="11142"/>
                      <a:pt x="26853" y="10975"/>
                      <a:pt x="26753" y="10908"/>
                    </a:cubicBezTo>
                    <a:cubicBezTo>
                      <a:pt x="24484" y="9274"/>
                      <a:pt x="23017" y="6572"/>
                      <a:pt x="22650" y="3469"/>
                    </a:cubicBezTo>
                    <a:cubicBezTo>
                      <a:pt x="22516" y="2335"/>
                      <a:pt x="22516" y="1168"/>
                      <a:pt x="226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6" name="Google Shape;936;p38"/>
              <p:cNvSpPr/>
              <p:nvPr/>
            </p:nvSpPr>
            <p:spPr>
              <a:xfrm>
                <a:off x="3903800" y="2189500"/>
                <a:ext cx="197650" cy="154300"/>
              </a:xfrm>
              <a:custGeom>
                <a:avLst/>
                <a:gdLst/>
                <a:ahLst/>
                <a:cxnLst/>
                <a:rect l="l" t="t" r="r" b="b"/>
                <a:pathLst>
                  <a:path w="7906" h="6172" extrusionOk="0">
                    <a:moveTo>
                      <a:pt x="6905" y="1"/>
                    </a:moveTo>
                    <a:cubicBezTo>
                      <a:pt x="4203" y="1268"/>
                      <a:pt x="1835" y="3170"/>
                      <a:pt x="134" y="5538"/>
                    </a:cubicBezTo>
                    <a:cubicBezTo>
                      <a:pt x="0" y="5772"/>
                      <a:pt x="34" y="5972"/>
                      <a:pt x="200" y="6105"/>
                    </a:cubicBezTo>
                    <a:cubicBezTo>
                      <a:pt x="234" y="6139"/>
                      <a:pt x="334" y="6172"/>
                      <a:pt x="400" y="6172"/>
                    </a:cubicBezTo>
                    <a:cubicBezTo>
                      <a:pt x="534" y="6172"/>
                      <a:pt x="667" y="6105"/>
                      <a:pt x="734" y="6005"/>
                    </a:cubicBezTo>
                    <a:cubicBezTo>
                      <a:pt x="2535" y="3537"/>
                      <a:pt x="5070" y="1602"/>
                      <a:pt x="7906" y="435"/>
                    </a:cubicBezTo>
                    <a:cubicBezTo>
                      <a:pt x="7706" y="435"/>
                      <a:pt x="7539" y="468"/>
                      <a:pt x="7339" y="501"/>
                    </a:cubicBezTo>
                    <a:cubicBezTo>
                      <a:pt x="7205" y="334"/>
                      <a:pt x="7072" y="168"/>
                      <a:pt x="69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7" name="Google Shape;937;p38"/>
              <p:cNvSpPr/>
              <p:nvPr/>
            </p:nvSpPr>
            <p:spPr>
              <a:xfrm>
                <a:off x="4279900" y="2342950"/>
                <a:ext cx="201000" cy="42550"/>
              </a:xfrm>
              <a:custGeom>
                <a:avLst/>
                <a:gdLst/>
                <a:ahLst/>
                <a:cxnLst/>
                <a:rect l="l" t="t" r="r" b="b"/>
                <a:pathLst>
                  <a:path w="8040" h="1702" extrusionOk="0">
                    <a:moveTo>
                      <a:pt x="5137" y="1"/>
                    </a:moveTo>
                    <a:cubicBezTo>
                      <a:pt x="3503" y="167"/>
                      <a:pt x="1868" y="501"/>
                      <a:pt x="300" y="968"/>
                    </a:cubicBezTo>
                    <a:cubicBezTo>
                      <a:pt x="100" y="1001"/>
                      <a:pt x="0" y="1201"/>
                      <a:pt x="34" y="1402"/>
                    </a:cubicBezTo>
                    <a:cubicBezTo>
                      <a:pt x="67" y="1635"/>
                      <a:pt x="267" y="1702"/>
                      <a:pt x="401" y="1702"/>
                    </a:cubicBezTo>
                    <a:lnTo>
                      <a:pt x="534" y="1702"/>
                    </a:lnTo>
                    <a:cubicBezTo>
                      <a:pt x="3002" y="1001"/>
                      <a:pt x="5504" y="634"/>
                      <a:pt x="8039" y="634"/>
                    </a:cubicBezTo>
                    <a:cubicBezTo>
                      <a:pt x="7483" y="545"/>
                      <a:pt x="6913" y="501"/>
                      <a:pt x="6327" y="501"/>
                    </a:cubicBezTo>
                    <a:cubicBezTo>
                      <a:pt x="6034" y="501"/>
                      <a:pt x="5738" y="512"/>
                      <a:pt x="5437" y="534"/>
                    </a:cubicBezTo>
                    <a:cubicBezTo>
                      <a:pt x="5337" y="334"/>
                      <a:pt x="5271" y="167"/>
                      <a:pt x="5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8" name="Google Shape;938;p38"/>
              <p:cNvSpPr/>
              <p:nvPr/>
            </p:nvSpPr>
            <p:spPr>
              <a:xfrm>
                <a:off x="4512550" y="2585625"/>
                <a:ext cx="201000" cy="61725"/>
              </a:xfrm>
              <a:custGeom>
                <a:avLst/>
                <a:gdLst/>
                <a:ahLst/>
                <a:cxnLst/>
                <a:rect l="l" t="t" r="r" b="b"/>
                <a:pathLst>
                  <a:path w="8040" h="2469" extrusionOk="0">
                    <a:moveTo>
                      <a:pt x="368" y="1"/>
                    </a:moveTo>
                    <a:cubicBezTo>
                      <a:pt x="134" y="1"/>
                      <a:pt x="1" y="167"/>
                      <a:pt x="1" y="367"/>
                    </a:cubicBezTo>
                    <a:cubicBezTo>
                      <a:pt x="1" y="601"/>
                      <a:pt x="168" y="768"/>
                      <a:pt x="368" y="768"/>
                    </a:cubicBezTo>
                    <a:cubicBezTo>
                      <a:pt x="3036" y="834"/>
                      <a:pt x="5638" y="1435"/>
                      <a:pt x="8040" y="2469"/>
                    </a:cubicBezTo>
                    <a:lnTo>
                      <a:pt x="8040" y="1635"/>
                    </a:lnTo>
                    <a:cubicBezTo>
                      <a:pt x="5638" y="634"/>
                      <a:pt x="3003" y="34"/>
                      <a:pt x="3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9" name="Google Shape;939;p38"/>
              <p:cNvSpPr/>
              <p:nvPr/>
            </p:nvSpPr>
            <p:spPr>
              <a:xfrm>
                <a:off x="2953125" y="2998625"/>
                <a:ext cx="1528600" cy="655300"/>
              </a:xfrm>
              <a:custGeom>
                <a:avLst/>
                <a:gdLst/>
                <a:ahLst/>
                <a:cxnLst/>
                <a:rect l="l" t="t" r="r" b="b"/>
                <a:pathLst>
                  <a:path w="61144" h="26212" extrusionOk="0">
                    <a:moveTo>
                      <a:pt x="21559" y="0"/>
                    </a:moveTo>
                    <a:cubicBezTo>
                      <a:pt x="21508" y="0"/>
                      <a:pt x="21458" y="8"/>
                      <a:pt x="21415" y="26"/>
                    </a:cubicBezTo>
                    <a:cubicBezTo>
                      <a:pt x="17112" y="2361"/>
                      <a:pt x="14110" y="6864"/>
                      <a:pt x="13576" y="11701"/>
                    </a:cubicBezTo>
                    <a:cubicBezTo>
                      <a:pt x="13510" y="12435"/>
                      <a:pt x="13443" y="13168"/>
                      <a:pt x="13443" y="13836"/>
                    </a:cubicBezTo>
                    <a:cubicBezTo>
                      <a:pt x="13410" y="14670"/>
                      <a:pt x="13376" y="15503"/>
                      <a:pt x="13276" y="16337"/>
                    </a:cubicBezTo>
                    <a:cubicBezTo>
                      <a:pt x="13109" y="17438"/>
                      <a:pt x="12709" y="19473"/>
                      <a:pt x="11442" y="20507"/>
                    </a:cubicBezTo>
                    <a:cubicBezTo>
                      <a:pt x="10241" y="21274"/>
                      <a:pt x="9173" y="22142"/>
                      <a:pt x="8173" y="23109"/>
                    </a:cubicBezTo>
                    <a:cubicBezTo>
                      <a:pt x="8239" y="21274"/>
                      <a:pt x="7339" y="19540"/>
                      <a:pt x="6705" y="18639"/>
                    </a:cubicBezTo>
                    <a:cubicBezTo>
                      <a:pt x="6171" y="17872"/>
                      <a:pt x="5571" y="17171"/>
                      <a:pt x="5004" y="16471"/>
                    </a:cubicBezTo>
                    <a:cubicBezTo>
                      <a:pt x="4403" y="15804"/>
                      <a:pt x="3836" y="15103"/>
                      <a:pt x="3336" y="14369"/>
                    </a:cubicBezTo>
                    <a:cubicBezTo>
                      <a:pt x="1501" y="11701"/>
                      <a:pt x="734" y="8265"/>
                      <a:pt x="1268" y="4863"/>
                    </a:cubicBezTo>
                    <a:cubicBezTo>
                      <a:pt x="1334" y="4662"/>
                      <a:pt x="1168" y="4462"/>
                      <a:pt x="934" y="4462"/>
                    </a:cubicBezTo>
                    <a:cubicBezTo>
                      <a:pt x="917" y="4459"/>
                      <a:pt x="899" y="4458"/>
                      <a:pt x="882" y="4458"/>
                    </a:cubicBezTo>
                    <a:cubicBezTo>
                      <a:pt x="701" y="4458"/>
                      <a:pt x="534" y="4613"/>
                      <a:pt x="534" y="4796"/>
                    </a:cubicBezTo>
                    <a:cubicBezTo>
                      <a:pt x="0" y="8332"/>
                      <a:pt x="767" y="12001"/>
                      <a:pt x="2702" y="14836"/>
                    </a:cubicBezTo>
                    <a:cubicBezTo>
                      <a:pt x="3236" y="15604"/>
                      <a:pt x="3836" y="16304"/>
                      <a:pt x="4403" y="17005"/>
                    </a:cubicBezTo>
                    <a:cubicBezTo>
                      <a:pt x="5004" y="17672"/>
                      <a:pt x="5571" y="18372"/>
                      <a:pt x="6071" y="19106"/>
                    </a:cubicBezTo>
                    <a:cubicBezTo>
                      <a:pt x="6738" y="20040"/>
                      <a:pt x="7772" y="22008"/>
                      <a:pt x="7272" y="23876"/>
                    </a:cubicBezTo>
                    <a:lnTo>
                      <a:pt x="7272" y="24010"/>
                    </a:lnTo>
                    <a:cubicBezTo>
                      <a:pt x="6838" y="24510"/>
                      <a:pt x="6405" y="25044"/>
                      <a:pt x="6004" y="25611"/>
                    </a:cubicBezTo>
                    <a:cubicBezTo>
                      <a:pt x="5871" y="25778"/>
                      <a:pt x="5904" y="26011"/>
                      <a:pt x="6071" y="26144"/>
                    </a:cubicBezTo>
                    <a:cubicBezTo>
                      <a:pt x="6171" y="26178"/>
                      <a:pt x="6204" y="26211"/>
                      <a:pt x="6271" y="26211"/>
                    </a:cubicBezTo>
                    <a:cubicBezTo>
                      <a:pt x="6405" y="26211"/>
                      <a:pt x="6538" y="26178"/>
                      <a:pt x="6571" y="26044"/>
                    </a:cubicBezTo>
                    <a:cubicBezTo>
                      <a:pt x="9207" y="22442"/>
                      <a:pt x="13443" y="19640"/>
                      <a:pt x="18547" y="18172"/>
                    </a:cubicBezTo>
                    <a:cubicBezTo>
                      <a:pt x="18613" y="18139"/>
                      <a:pt x="18713" y="18139"/>
                      <a:pt x="18780" y="18105"/>
                    </a:cubicBezTo>
                    <a:cubicBezTo>
                      <a:pt x="21215" y="18806"/>
                      <a:pt x="23317" y="20474"/>
                      <a:pt x="24484" y="22642"/>
                    </a:cubicBezTo>
                    <a:cubicBezTo>
                      <a:pt x="24551" y="22775"/>
                      <a:pt x="24684" y="22842"/>
                      <a:pt x="24818" y="22842"/>
                    </a:cubicBezTo>
                    <a:cubicBezTo>
                      <a:pt x="24851" y="22842"/>
                      <a:pt x="24918" y="22842"/>
                      <a:pt x="24985" y="22809"/>
                    </a:cubicBezTo>
                    <a:cubicBezTo>
                      <a:pt x="25151" y="22709"/>
                      <a:pt x="25218" y="22475"/>
                      <a:pt x="25151" y="22308"/>
                    </a:cubicBezTo>
                    <a:cubicBezTo>
                      <a:pt x="24051" y="20307"/>
                      <a:pt x="22249" y="18706"/>
                      <a:pt x="20148" y="17838"/>
                    </a:cubicBezTo>
                    <a:cubicBezTo>
                      <a:pt x="22757" y="17245"/>
                      <a:pt x="25569" y="16973"/>
                      <a:pt x="28871" y="16973"/>
                    </a:cubicBezTo>
                    <a:cubicBezTo>
                      <a:pt x="30212" y="16973"/>
                      <a:pt x="31635" y="17018"/>
                      <a:pt x="33157" y="17105"/>
                    </a:cubicBezTo>
                    <a:cubicBezTo>
                      <a:pt x="35325" y="17205"/>
                      <a:pt x="37560" y="17438"/>
                      <a:pt x="39695" y="17605"/>
                    </a:cubicBezTo>
                    <a:cubicBezTo>
                      <a:pt x="40729" y="17672"/>
                      <a:pt x="41830" y="17805"/>
                      <a:pt x="42897" y="17872"/>
                    </a:cubicBezTo>
                    <a:lnTo>
                      <a:pt x="42931" y="17939"/>
                    </a:lnTo>
                    <a:cubicBezTo>
                      <a:pt x="44865" y="18873"/>
                      <a:pt x="46333" y="20807"/>
                      <a:pt x="46700" y="22975"/>
                    </a:cubicBezTo>
                    <a:cubicBezTo>
                      <a:pt x="46733" y="23142"/>
                      <a:pt x="46900" y="23309"/>
                      <a:pt x="47067" y="23309"/>
                    </a:cubicBezTo>
                    <a:lnTo>
                      <a:pt x="47167" y="23309"/>
                    </a:lnTo>
                    <a:cubicBezTo>
                      <a:pt x="47367" y="23276"/>
                      <a:pt x="47501" y="23042"/>
                      <a:pt x="47434" y="22842"/>
                    </a:cubicBezTo>
                    <a:cubicBezTo>
                      <a:pt x="47100" y="20941"/>
                      <a:pt x="45966" y="19173"/>
                      <a:pt x="44432" y="18005"/>
                    </a:cubicBezTo>
                    <a:lnTo>
                      <a:pt x="44432" y="18005"/>
                    </a:lnTo>
                    <a:cubicBezTo>
                      <a:pt x="45599" y="18105"/>
                      <a:pt x="46767" y="18172"/>
                      <a:pt x="47934" y="18205"/>
                    </a:cubicBezTo>
                    <a:cubicBezTo>
                      <a:pt x="48483" y="18223"/>
                      <a:pt x="49049" y="18234"/>
                      <a:pt x="49625" y="18234"/>
                    </a:cubicBezTo>
                    <a:cubicBezTo>
                      <a:pt x="53499" y="18234"/>
                      <a:pt x="57870" y="17707"/>
                      <a:pt x="60977" y="14803"/>
                    </a:cubicBezTo>
                    <a:cubicBezTo>
                      <a:pt x="61144" y="14670"/>
                      <a:pt x="61144" y="14436"/>
                      <a:pt x="61044" y="14269"/>
                    </a:cubicBezTo>
                    <a:cubicBezTo>
                      <a:pt x="60968" y="14175"/>
                      <a:pt x="60861" y="14134"/>
                      <a:pt x="60753" y="14134"/>
                    </a:cubicBezTo>
                    <a:cubicBezTo>
                      <a:pt x="60668" y="14134"/>
                      <a:pt x="60583" y="14159"/>
                      <a:pt x="60510" y="14203"/>
                    </a:cubicBezTo>
                    <a:cubicBezTo>
                      <a:pt x="57841" y="16671"/>
                      <a:pt x="54105" y="17338"/>
                      <a:pt x="50636" y="17405"/>
                    </a:cubicBezTo>
                    <a:cubicBezTo>
                      <a:pt x="54472" y="14203"/>
                      <a:pt x="56807" y="9199"/>
                      <a:pt x="56774" y="4162"/>
                    </a:cubicBezTo>
                    <a:cubicBezTo>
                      <a:pt x="56774" y="3962"/>
                      <a:pt x="56607" y="3795"/>
                      <a:pt x="56407" y="3795"/>
                    </a:cubicBezTo>
                    <a:cubicBezTo>
                      <a:pt x="56207" y="3795"/>
                      <a:pt x="56040" y="3962"/>
                      <a:pt x="56040" y="4162"/>
                    </a:cubicBezTo>
                    <a:cubicBezTo>
                      <a:pt x="56107" y="9232"/>
                      <a:pt x="53605" y="14303"/>
                      <a:pt x="49535" y="17338"/>
                    </a:cubicBezTo>
                    <a:lnTo>
                      <a:pt x="49469" y="17371"/>
                    </a:lnTo>
                    <a:cubicBezTo>
                      <a:pt x="48968" y="17371"/>
                      <a:pt x="48535" y="17371"/>
                      <a:pt x="48034" y="17338"/>
                    </a:cubicBezTo>
                    <a:cubicBezTo>
                      <a:pt x="45266" y="17271"/>
                      <a:pt x="42464" y="17005"/>
                      <a:pt x="39762" y="16771"/>
                    </a:cubicBezTo>
                    <a:cubicBezTo>
                      <a:pt x="37594" y="16538"/>
                      <a:pt x="35392" y="16371"/>
                      <a:pt x="33190" y="16271"/>
                    </a:cubicBezTo>
                    <a:cubicBezTo>
                      <a:pt x="32857" y="16271"/>
                      <a:pt x="32557" y="16204"/>
                      <a:pt x="32256" y="16204"/>
                    </a:cubicBezTo>
                    <a:cubicBezTo>
                      <a:pt x="34258" y="15470"/>
                      <a:pt x="36359" y="14069"/>
                      <a:pt x="38594" y="12034"/>
                    </a:cubicBezTo>
                    <a:cubicBezTo>
                      <a:pt x="41096" y="9799"/>
                      <a:pt x="43064" y="7031"/>
                      <a:pt x="45032" y="4396"/>
                    </a:cubicBezTo>
                    <a:cubicBezTo>
                      <a:pt x="45132" y="4262"/>
                      <a:pt x="45099" y="3995"/>
                      <a:pt x="44932" y="3862"/>
                    </a:cubicBezTo>
                    <a:cubicBezTo>
                      <a:pt x="44871" y="3813"/>
                      <a:pt x="44801" y="3791"/>
                      <a:pt x="44730" y="3791"/>
                    </a:cubicBezTo>
                    <a:cubicBezTo>
                      <a:pt x="44607" y="3791"/>
                      <a:pt x="44483" y="3856"/>
                      <a:pt x="44398" y="3962"/>
                    </a:cubicBezTo>
                    <a:cubicBezTo>
                      <a:pt x="42464" y="6564"/>
                      <a:pt x="40529" y="9299"/>
                      <a:pt x="38094" y="11501"/>
                    </a:cubicBezTo>
                    <a:cubicBezTo>
                      <a:pt x="35025" y="14303"/>
                      <a:pt x="32223" y="15837"/>
                      <a:pt x="29588" y="16137"/>
                    </a:cubicBezTo>
                    <a:cubicBezTo>
                      <a:pt x="29297" y="16133"/>
                      <a:pt x="29009" y="16131"/>
                      <a:pt x="28724" y="16131"/>
                    </a:cubicBezTo>
                    <a:cubicBezTo>
                      <a:pt x="24739" y="16131"/>
                      <a:pt x="21400" y="16566"/>
                      <a:pt x="18380" y="17438"/>
                    </a:cubicBezTo>
                    <a:cubicBezTo>
                      <a:pt x="16512" y="17972"/>
                      <a:pt x="14711" y="18672"/>
                      <a:pt x="13076" y="19540"/>
                    </a:cubicBezTo>
                    <a:cubicBezTo>
                      <a:pt x="13610" y="18472"/>
                      <a:pt x="13910" y="17271"/>
                      <a:pt x="14010" y="16471"/>
                    </a:cubicBezTo>
                    <a:cubicBezTo>
                      <a:pt x="14110" y="15604"/>
                      <a:pt x="14177" y="14703"/>
                      <a:pt x="14210" y="13869"/>
                    </a:cubicBezTo>
                    <a:cubicBezTo>
                      <a:pt x="14244" y="13202"/>
                      <a:pt x="14244" y="12468"/>
                      <a:pt x="14344" y="11801"/>
                    </a:cubicBezTo>
                    <a:cubicBezTo>
                      <a:pt x="14844" y="7164"/>
                      <a:pt x="17679" y="2928"/>
                      <a:pt x="21749" y="693"/>
                    </a:cubicBezTo>
                    <a:cubicBezTo>
                      <a:pt x="21916" y="626"/>
                      <a:pt x="22016" y="359"/>
                      <a:pt x="21916" y="193"/>
                    </a:cubicBezTo>
                    <a:cubicBezTo>
                      <a:pt x="21866" y="69"/>
                      <a:pt x="21707" y="0"/>
                      <a:pt x="215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0" name="Google Shape;940;p38"/>
              <p:cNvSpPr/>
              <p:nvPr/>
            </p:nvSpPr>
            <p:spPr>
              <a:xfrm>
                <a:off x="4821125" y="3255800"/>
                <a:ext cx="151800" cy="67875"/>
              </a:xfrm>
              <a:custGeom>
                <a:avLst/>
                <a:gdLst/>
                <a:ahLst/>
                <a:cxnLst/>
                <a:rect l="l" t="t" r="r" b="b"/>
                <a:pathLst>
                  <a:path w="6072" h="2715" extrusionOk="0">
                    <a:moveTo>
                      <a:pt x="822" y="0"/>
                    </a:moveTo>
                    <a:cubicBezTo>
                      <a:pt x="671" y="0"/>
                      <a:pt x="519" y="4"/>
                      <a:pt x="367" y="13"/>
                    </a:cubicBezTo>
                    <a:cubicBezTo>
                      <a:pt x="167" y="13"/>
                      <a:pt x="0" y="180"/>
                      <a:pt x="0" y="380"/>
                    </a:cubicBezTo>
                    <a:cubicBezTo>
                      <a:pt x="0" y="580"/>
                      <a:pt x="167" y="747"/>
                      <a:pt x="367" y="747"/>
                    </a:cubicBezTo>
                    <a:cubicBezTo>
                      <a:pt x="490" y="741"/>
                      <a:pt x="613" y="738"/>
                      <a:pt x="737" y="738"/>
                    </a:cubicBezTo>
                    <a:cubicBezTo>
                      <a:pt x="2654" y="738"/>
                      <a:pt x="4598" y="1461"/>
                      <a:pt x="6071" y="2715"/>
                    </a:cubicBezTo>
                    <a:cubicBezTo>
                      <a:pt x="5838" y="2314"/>
                      <a:pt x="5537" y="1881"/>
                      <a:pt x="5337" y="1547"/>
                    </a:cubicBezTo>
                    <a:cubicBezTo>
                      <a:pt x="5371" y="1480"/>
                      <a:pt x="5404" y="1414"/>
                      <a:pt x="5471" y="1347"/>
                    </a:cubicBezTo>
                    <a:cubicBezTo>
                      <a:pt x="4096" y="492"/>
                      <a:pt x="2470" y="0"/>
                      <a:pt x="8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1" name="Google Shape;941;p38"/>
              <p:cNvSpPr/>
              <p:nvPr/>
            </p:nvSpPr>
            <p:spPr>
              <a:xfrm>
                <a:off x="4837800" y="3511300"/>
                <a:ext cx="171800" cy="154300"/>
              </a:xfrm>
              <a:custGeom>
                <a:avLst/>
                <a:gdLst/>
                <a:ahLst/>
                <a:cxnLst/>
                <a:rect l="l" t="t" r="r" b="b"/>
                <a:pathLst>
                  <a:path w="6872" h="6172" extrusionOk="0">
                    <a:moveTo>
                      <a:pt x="367" y="0"/>
                    </a:moveTo>
                    <a:cubicBezTo>
                      <a:pt x="200" y="0"/>
                      <a:pt x="0" y="167"/>
                      <a:pt x="0" y="367"/>
                    </a:cubicBezTo>
                    <a:cubicBezTo>
                      <a:pt x="0" y="600"/>
                      <a:pt x="167" y="767"/>
                      <a:pt x="367" y="767"/>
                    </a:cubicBezTo>
                    <a:cubicBezTo>
                      <a:pt x="1868" y="801"/>
                      <a:pt x="3336" y="1334"/>
                      <a:pt x="4503" y="2302"/>
                    </a:cubicBezTo>
                    <a:cubicBezTo>
                      <a:pt x="5671" y="3269"/>
                      <a:pt x="6505" y="4603"/>
                      <a:pt x="6838" y="6038"/>
                    </a:cubicBezTo>
                    <a:cubicBezTo>
                      <a:pt x="6838" y="6104"/>
                      <a:pt x="6838" y="6138"/>
                      <a:pt x="6872" y="6171"/>
                    </a:cubicBezTo>
                    <a:cubicBezTo>
                      <a:pt x="6705" y="5304"/>
                      <a:pt x="6538" y="4370"/>
                      <a:pt x="6238" y="3536"/>
                    </a:cubicBezTo>
                    <a:cubicBezTo>
                      <a:pt x="6338" y="3469"/>
                      <a:pt x="6371" y="3436"/>
                      <a:pt x="6405" y="3336"/>
                    </a:cubicBezTo>
                    <a:cubicBezTo>
                      <a:pt x="6004" y="2702"/>
                      <a:pt x="5537" y="2168"/>
                      <a:pt x="4937" y="1701"/>
                    </a:cubicBezTo>
                    <a:cubicBezTo>
                      <a:pt x="3669" y="667"/>
                      <a:pt x="2035" y="33"/>
                      <a:pt x="3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2" name="Google Shape;942;p38"/>
              <p:cNvSpPr/>
              <p:nvPr/>
            </p:nvSpPr>
            <p:spPr>
              <a:xfrm>
                <a:off x="4730225" y="3937200"/>
                <a:ext cx="104250" cy="167050"/>
              </a:xfrm>
              <a:custGeom>
                <a:avLst/>
                <a:gdLst/>
                <a:ahLst/>
                <a:cxnLst/>
                <a:rect l="l" t="t" r="r" b="b"/>
                <a:pathLst>
                  <a:path w="4170" h="6682" extrusionOk="0">
                    <a:moveTo>
                      <a:pt x="450" y="0"/>
                    </a:moveTo>
                    <a:cubicBezTo>
                      <a:pt x="344" y="0"/>
                      <a:pt x="240" y="51"/>
                      <a:pt x="167" y="143"/>
                    </a:cubicBezTo>
                    <a:cubicBezTo>
                      <a:pt x="0" y="310"/>
                      <a:pt x="33" y="577"/>
                      <a:pt x="200" y="677"/>
                    </a:cubicBezTo>
                    <a:cubicBezTo>
                      <a:pt x="2035" y="2111"/>
                      <a:pt x="3369" y="4179"/>
                      <a:pt x="3936" y="6481"/>
                    </a:cubicBezTo>
                    <a:cubicBezTo>
                      <a:pt x="3936" y="6581"/>
                      <a:pt x="4003" y="6648"/>
                      <a:pt x="4036" y="6681"/>
                    </a:cubicBezTo>
                    <a:cubicBezTo>
                      <a:pt x="3970" y="6014"/>
                      <a:pt x="3836" y="5347"/>
                      <a:pt x="3703" y="4680"/>
                    </a:cubicBezTo>
                    <a:cubicBezTo>
                      <a:pt x="3836" y="4646"/>
                      <a:pt x="3970" y="4646"/>
                      <a:pt x="4170" y="4646"/>
                    </a:cubicBezTo>
                    <a:cubicBezTo>
                      <a:pt x="3436" y="2845"/>
                      <a:pt x="2268" y="1277"/>
                      <a:pt x="701" y="110"/>
                    </a:cubicBezTo>
                    <a:cubicBezTo>
                      <a:pt x="625" y="35"/>
                      <a:pt x="537" y="0"/>
                      <a:pt x="4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3" name="Google Shape;943;p38"/>
              <p:cNvSpPr/>
              <p:nvPr/>
            </p:nvSpPr>
            <p:spPr>
              <a:xfrm>
                <a:off x="3774525" y="3791500"/>
                <a:ext cx="922350" cy="293550"/>
              </a:xfrm>
              <a:custGeom>
                <a:avLst/>
                <a:gdLst/>
                <a:ahLst/>
                <a:cxnLst/>
                <a:rect l="l" t="t" r="r" b="b"/>
                <a:pathLst>
                  <a:path w="36894" h="11742" extrusionOk="0">
                    <a:moveTo>
                      <a:pt x="36594" y="0"/>
                    </a:moveTo>
                    <a:cubicBezTo>
                      <a:pt x="36510" y="0"/>
                      <a:pt x="36410" y="33"/>
                      <a:pt x="36327" y="100"/>
                    </a:cubicBezTo>
                    <a:cubicBezTo>
                      <a:pt x="34159" y="1935"/>
                      <a:pt x="31256" y="3169"/>
                      <a:pt x="27987" y="3736"/>
                    </a:cubicBezTo>
                    <a:cubicBezTo>
                      <a:pt x="26615" y="3962"/>
                      <a:pt x="25152" y="4070"/>
                      <a:pt x="23542" y="4070"/>
                    </a:cubicBezTo>
                    <a:cubicBezTo>
                      <a:pt x="22060" y="4070"/>
                      <a:pt x="20455" y="3979"/>
                      <a:pt x="18681" y="3803"/>
                    </a:cubicBezTo>
                    <a:cubicBezTo>
                      <a:pt x="17847" y="3736"/>
                      <a:pt x="17013" y="3603"/>
                      <a:pt x="16179" y="3503"/>
                    </a:cubicBezTo>
                    <a:cubicBezTo>
                      <a:pt x="14028" y="3281"/>
                      <a:pt x="11877" y="3000"/>
                      <a:pt x="9668" y="3000"/>
                    </a:cubicBezTo>
                    <a:cubicBezTo>
                      <a:pt x="9548" y="3000"/>
                      <a:pt x="9428" y="3001"/>
                      <a:pt x="9307" y="3002"/>
                    </a:cubicBezTo>
                    <a:cubicBezTo>
                      <a:pt x="5571" y="3069"/>
                      <a:pt x="2536" y="3936"/>
                      <a:pt x="201" y="5637"/>
                    </a:cubicBezTo>
                    <a:cubicBezTo>
                      <a:pt x="34" y="5771"/>
                      <a:pt x="1" y="6004"/>
                      <a:pt x="134" y="6171"/>
                    </a:cubicBezTo>
                    <a:cubicBezTo>
                      <a:pt x="201" y="6271"/>
                      <a:pt x="334" y="6338"/>
                      <a:pt x="401" y="6338"/>
                    </a:cubicBezTo>
                    <a:cubicBezTo>
                      <a:pt x="501" y="6338"/>
                      <a:pt x="568" y="6305"/>
                      <a:pt x="601" y="6271"/>
                    </a:cubicBezTo>
                    <a:cubicBezTo>
                      <a:pt x="2769" y="4670"/>
                      <a:pt x="5705" y="3836"/>
                      <a:pt x="9241" y="3769"/>
                    </a:cubicBezTo>
                    <a:cubicBezTo>
                      <a:pt x="9370" y="3768"/>
                      <a:pt x="9500" y="3767"/>
                      <a:pt x="9630" y="3767"/>
                    </a:cubicBezTo>
                    <a:cubicBezTo>
                      <a:pt x="11768" y="3767"/>
                      <a:pt x="13905" y="4018"/>
                      <a:pt x="16012" y="4270"/>
                    </a:cubicBezTo>
                    <a:cubicBezTo>
                      <a:pt x="16379" y="4303"/>
                      <a:pt x="16746" y="4337"/>
                      <a:pt x="17080" y="4403"/>
                    </a:cubicBezTo>
                    <a:cubicBezTo>
                      <a:pt x="19882" y="4937"/>
                      <a:pt x="21750" y="5771"/>
                      <a:pt x="23751" y="7339"/>
                    </a:cubicBezTo>
                    <a:cubicBezTo>
                      <a:pt x="24185" y="7672"/>
                      <a:pt x="24552" y="7972"/>
                      <a:pt x="24952" y="8306"/>
                    </a:cubicBezTo>
                    <a:cubicBezTo>
                      <a:pt x="26520" y="9607"/>
                      <a:pt x="28121" y="10941"/>
                      <a:pt x="30089" y="11675"/>
                    </a:cubicBezTo>
                    <a:cubicBezTo>
                      <a:pt x="30156" y="11675"/>
                      <a:pt x="30189" y="11742"/>
                      <a:pt x="30222" y="11742"/>
                    </a:cubicBezTo>
                    <a:cubicBezTo>
                      <a:pt x="30389" y="11742"/>
                      <a:pt x="30523" y="11642"/>
                      <a:pt x="30589" y="11475"/>
                    </a:cubicBezTo>
                    <a:cubicBezTo>
                      <a:pt x="30689" y="11275"/>
                      <a:pt x="30556" y="11075"/>
                      <a:pt x="30389" y="10975"/>
                    </a:cubicBezTo>
                    <a:cubicBezTo>
                      <a:pt x="28555" y="10274"/>
                      <a:pt x="27020" y="8973"/>
                      <a:pt x="25452" y="7739"/>
                    </a:cubicBezTo>
                    <a:cubicBezTo>
                      <a:pt x="25052" y="7405"/>
                      <a:pt x="24685" y="7072"/>
                      <a:pt x="24251" y="6738"/>
                    </a:cubicBezTo>
                    <a:cubicBezTo>
                      <a:pt x="23184" y="5838"/>
                      <a:pt x="22117" y="5237"/>
                      <a:pt x="20982" y="4737"/>
                    </a:cubicBezTo>
                    <a:lnTo>
                      <a:pt x="20982" y="4737"/>
                    </a:lnTo>
                    <a:cubicBezTo>
                      <a:pt x="21752" y="4786"/>
                      <a:pt x="22493" y="4809"/>
                      <a:pt x="23209" y="4809"/>
                    </a:cubicBezTo>
                    <a:cubicBezTo>
                      <a:pt x="24945" y="4809"/>
                      <a:pt x="26533" y="4673"/>
                      <a:pt x="28021" y="4437"/>
                    </a:cubicBezTo>
                    <a:cubicBezTo>
                      <a:pt x="31423" y="3836"/>
                      <a:pt x="34425" y="2569"/>
                      <a:pt x="36727" y="634"/>
                    </a:cubicBezTo>
                    <a:cubicBezTo>
                      <a:pt x="36894" y="500"/>
                      <a:pt x="36894" y="267"/>
                      <a:pt x="36760" y="100"/>
                    </a:cubicBezTo>
                    <a:cubicBezTo>
                      <a:pt x="36744" y="33"/>
                      <a:pt x="36677" y="0"/>
                      <a:pt x="365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4" name="Google Shape;944;p38"/>
              <p:cNvSpPr/>
              <p:nvPr/>
            </p:nvSpPr>
            <p:spPr>
              <a:xfrm>
                <a:off x="2636225" y="2398925"/>
                <a:ext cx="368625" cy="213575"/>
              </a:xfrm>
              <a:custGeom>
                <a:avLst/>
                <a:gdLst/>
                <a:ahLst/>
                <a:cxnLst/>
                <a:rect l="l" t="t" r="r" b="b"/>
                <a:pathLst>
                  <a:path w="14745" h="8543" extrusionOk="0">
                    <a:moveTo>
                      <a:pt x="12442" y="0"/>
                    </a:moveTo>
                    <a:cubicBezTo>
                      <a:pt x="12269" y="0"/>
                      <a:pt x="12090" y="21"/>
                      <a:pt x="11909" y="63"/>
                    </a:cubicBezTo>
                    <a:cubicBezTo>
                      <a:pt x="8139" y="964"/>
                      <a:pt x="4504" y="2565"/>
                      <a:pt x="1335" y="4767"/>
                    </a:cubicBezTo>
                    <a:cubicBezTo>
                      <a:pt x="467" y="5334"/>
                      <a:pt x="0" y="6568"/>
                      <a:pt x="634" y="7502"/>
                    </a:cubicBezTo>
                    <a:cubicBezTo>
                      <a:pt x="997" y="8115"/>
                      <a:pt x="1716" y="8543"/>
                      <a:pt x="2423" y="8543"/>
                    </a:cubicBezTo>
                    <a:cubicBezTo>
                      <a:pt x="2754" y="8543"/>
                      <a:pt x="3082" y="8449"/>
                      <a:pt x="3369" y="8236"/>
                    </a:cubicBezTo>
                    <a:cubicBezTo>
                      <a:pt x="4870" y="7168"/>
                      <a:pt x="6472" y="6301"/>
                      <a:pt x="8139" y="5567"/>
                    </a:cubicBezTo>
                    <a:cubicBezTo>
                      <a:pt x="8173" y="5500"/>
                      <a:pt x="8473" y="5434"/>
                      <a:pt x="8506" y="5400"/>
                    </a:cubicBezTo>
                    <a:cubicBezTo>
                      <a:pt x="8673" y="5300"/>
                      <a:pt x="8873" y="5234"/>
                      <a:pt x="9040" y="5167"/>
                    </a:cubicBezTo>
                    <a:cubicBezTo>
                      <a:pt x="9474" y="5000"/>
                      <a:pt x="9874" y="4833"/>
                      <a:pt x="10308" y="4733"/>
                    </a:cubicBezTo>
                    <a:cubicBezTo>
                      <a:pt x="11175" y="4433"/>
                      <a:pt x="12076" y="4166"/>
                      <a:pt x="12976" y="3966"/>
                    </a:cubicBezTo>
                    <a:cubicBezTo>
                      <a:pt x="14044" y="3733"/>
                      <a:pt x="14744" y="2465"/>
                      <a:pt x="14411" y="1464"/>
                    </a:cubicBezTo>
                    <a:cubicBezTo>
                      <a:pt x="14130" y="567"/>
                      <a:pt x="13355" y="0"/>
                      <a:pt x="12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5" name="Google Shape;945;p38"/>
              <p:cNvSpPr/>
              <p:nvPr/>
            </p:nvSpPr>
            <p:spPr>
              <a:xfrm>
                <a:off x="3107275" y="2285825"/>
                <a:ext cx="914225" cy="154975"/>
              </a:xfrm>
              <a:custGeom>
                <a:avLst/>
                <a:gdLst/>
                <a:ahLst/>
                <a:cxnLst/>
                <a:rect l="l" t="t" r="r" b="b"/>
                <a:pathLst>
                  <a:path w="36569" h="6199" extrusionOk="0">
                    <a:moveTo>
                      <a:pt x="18391" y="1"/>
                    </a:moveTo>
                    <a:cubicBezTo>
                      <a:pt x="12977" y="1"/>
                      <a:pt x="7557" y="726"/>
                      <a:pt x="2307" y="2186"/>
                    </a:cubicBezTo>
                    <a:cubicBezTo>
                      <a:pt x="1" y="2831"/>
                      <a:pt x="699" y="6198"/>
                      <a:pt x="2808" y="6198"/>
                    </a:cubicBezTo>
                    <a:cubicBezTo>
                      <a:pt x="2987" y="6198"/>
                      <a:pt x="3176" y="6174"/>
                      <a:pt x="3374" y="6122"/>
                    </a:cubicBezTo>
                    <a:cubicBezTo>
                      <a:pt x="8307" y="4758"/>
                      <a:pt x="13367" y="4083"/>
                      <a:pt x="18427" y="4083"/>
                    </a:cubicBezTo>
                    <a:cubicBezTo>
                      <a:pt x="23391" y="4083"/>
                      <a:pt x="28355" y="4733"/>
                      <a:pt x="33195" y="6022"/>
                    </a:cubicBezTo>
                    <a:cubicBezTo>
                      <a:pt x="33391" y="6074"/>
                      <a:pt x="33578" y="6098"/>
                      <a:pt x="33755" y="6098"/>
                    </a:cubicBezTo>
                    <a:cubicBezTo>
                      <a:pt x="35842" y="6098"/>
                      <a:pt x="36569" y="2734"/>
                      <a:pt x="34263" y="2119"/>
                    </a:cubicBezTo>
                    <a:cubicBezTo>
                      <a:pt x="29089" y="709"/>
                      <a:pt x="23743" y="1"/>
                      <a:pt x="183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6" name="Google Shape;946;p38"/>
              <p:cNvSpPr/>
              <p:nvPr/>
            </p:nvSpPr>
            <p:spPr>
              <a:xfrm>
                <a:off x="2237600" y="3388700"/>
                <a:ext cx="2802025" cy="923525"/>
              </a:xfrm>
              <a:custGeom>
                <a:avLst/>
                <a:gdLst/>
                <a:ahLst/>
                <a:cxnLst/>
                <a:rect l="l" t="t" r="r" b="b"/>
                <a:pathLst>
                  <a:path w="112081" h="36941" extrusionOk="0">
                    <a:moveTo>
                      <a:pt x="14945" y="1"/>
                    </a:moveTo>
                    <a:lnTo>
                      <a:pt x="14945" y="1"/>
                    </a:lnTo>
                    <a:cubicBezTo>
                      <a:pt x="14845" y="1835"/>
                      <a:pt x="14878" y="3670"/>
                      <a:pt x="15178" y="5438"/>
                    </a:cubicBezTo>
                    <a:cubicBezTo>
                      <a:pt x="13855" y="5771"/>
                      <a:pt x="12494" y="5931"/>
                      <a:pt x="11131" y="5931"/>
                    </a:cubicBezTo>
                    <a:cubicBezTo>
                      <a:pt x="7167" y="5931"/>
                      <a:pt x="3177" y="4576"/>
                      <a:pt x="1" y="2169"/>
                    </a:cubicBezTo>
                    <a:lnTo>
                      <a:pt x="1" y="2169"/>
                    </a:lnTo>
                    <a:cubicBezTo>
                      <a:pt x="2769" y="5705"/>
                      <a:pt x="7039" y="8006"/>
                      <a:pt x="11509" y="8507"/>
                    </a:cubicBezTo>
                    <a:cubicBezTo>
                      <a:pt x="11776" y="8540"/>
                      <a:pt x="12009" y="8573"/>
                      <a:pt x="12276" y="8573"/>
                    </a:cubicBezTo>
                    <a:cubicBezTo>
                      <a:pt x="12610" y="8595"/>
                      <a:pt x="12942" y="8606"/>
                      <a:pt x="13274" y="8606"/>
                    </a:cubicBezTo>
                    <a:cubicBezTo>
                      <a:pt x="14464" y="8606"/>
                      <a:pt x="15638" y="8467"/>
                      <a:pt x="16813" y="8206"/>
                    </a:cubicBezTo>
                    <a:cubicBezTo>
                      <a:pt x="19995" y="10188"/>
                      <a:pt x="23742" y="11197"/>
                      <a:pt x="27483" y="11197"/>
                    </a:cubicBezTo>
                    <a:cubicBezTo>
                      <a:pt x="29978" y="11197"/>
                      <a:pt x="32470" y="10748"/>
                      <a:pt x="34792" y="9841"/>
                    </a:cubicBezTo>
                    <a:cubicBezTo>
                      <a:pt x="35126" y="9707"/>
                      <a:pt x="35393" y="9574"/>
                      <a:pt x="35693" y="9441"/>
                    </a:cubicBezTo>
                    <a:lnTo>
                      <a:pt x="35693" y="9441"/>
                    </a:lnTo>
                    <a:cubicBezTo>
                      <a:pt x="35559" y="9707"/>
                      <a:pt x="35493" y="9941"/>
                      <a:pt x="35393" y="10241"/>
                    </a:cubicBezTo>
                    <a:cubicBezTo>
                      <a:pt x="34158" y="14277"/>
                      <a:pt x="35893" y="19414"/>
                      <a:pt x="38328" y="22917"/>
                    </a:cubicBezTo>
                    <a:cubicBezTo>
                      <a:pt x="40863" y="26620"/>
                      <a:pt x="44999" y="29121"/>
                      <a:pt x="49369" y="30189"/>
                    </a:cubicBezTo>
                    <a:cubicBezTo>
                      <a:pt x="51094" y="30597"/>
                      <a:pt x="52865" y="30771"/>
                      <a:pt x="54648" y="30771"/>
                    </a:cubicBezTo>
                    <a:cubicBezTo>
                      <a:pt x="57383" y="30771"/>
                      <a:pt x="60147" y="30361"/>
                      <a:pt x="62812" y="29755"/>
                    </a:cubicBezTo>
                    <a:cubicBezTo>
                      <a:pt x="66850" y="32468"/>
                      <a:pt x="71656" y="33828"/>
                      <a:pt x="76487" y="33828"/>
                    </a:cubicBezTo>
                    <a:cubicBezTo>
                      <a:pt x="79320" y="33828"/>
                      <a:pt x="82161" y="33361"/>
                      <a:pt x="84861" y="32424"/>
                    </a:cubicBezTo>
                    <a:cubicBezTo>
                      <a:pt x="85662" y="34425"/>
                      <a:pt x="87363" y="36026"/>
                      <a:pt x="89431" y="36627"/>
                    </a:cubicBezTo>
                    <a:cubicBezTo>
                      <a:pt x="90128" y="36837"/>
                      <a:pt x="90864" y="36941"/>
                      <a:pt x="91601" y="36941"/>
                    </a:cubicBezTo>
                    <a:cubicBezTo>
                      <a:pt x="93088" y="36941"/>
                      <a:pt x="94576" y="36518"/>
                      <a:pt x="95736" y="35693"/>
                    </a:cubicBezTo>
                    <a:cubicBezTo>
                      <a:pt x="96386" y="35728"/>
                      <a:pt x="97027" y="35772"/>
                      <a:pt x="97659" y="35772"/>
                    </a:cubicBezTo>
                    <a:cubicBezTo>
                      <a:pt x="98226" y="35772"/>
                      <a:pt x="98786" y="35737"/>
                      <a:pt x="99338" y="35626"/>
                    </a:cubicBezTo>
                    <a:cubicBezTo>
                      <a:pt x="100539" y="35426"/>
                      <a:pt x="101707" y="34926"/>
                      <a:pt x="102507" y="34058"/>
                    </a:cubicBezTo>
                    <a:cubicBezTo>
                      <a:pt x="103374" y="33091"/>
                      <a:pt x="103741" y="31790"/>
                      <a:pt x="103841" y="30522"/>
                    </a:cubicBezTo>
                    <a:cubicBezTo>
                      <a:pt x="103841" y="29889"/>
                      <a:pt x="103808" y="29255"/>
                      <a:pt x="103708" y="28621"/>
                    </a:cubicBezTo>
                    <a:cubicBezTo>
                      <a:pt x="103641" y="27954"/>
                      <a:pt x="103508" y="27287"/>
                      <a:pt x="103374" y="26620"/>
                    </a:cubicBezTo>
                    <a:cubicBezTo>
                      <a:pt x="103541" y="26586"/>
                      <a:pt x="103675" y="26586"/>
                      <a:pt x="103808" y="26553"/>
                    </a:cubicBezTo>
                    <a:cubicBezTo>
                      <a:pt x="107244" y="25852"/>
                      <a:pt x="109879" y="22583"/>
                      <a:pt x="110813" y="19114"/>
                    </a:cubicBezTo>
                    <a:cubicBezTo>
                      <a:pt x="111514" y="16412"/>
                      <a:pt x="111380" y="13744"/>
                      <a:pt x="110880" y="11075"/>
                    </a:cubicBezTo>
                    <a:cubicBezTo>
                      <a:pt x="110713" y="10208"/>
                      <a:pt x="110546" y="9274"/>
                      <a:pt x="110246" y="8440"/>
                    </a:cubicBezTo>
                    <a:cubicBezTo>
                      <a:pt x="110346" y="8373"/>
                      <a:pt x="110379" y="8340"/>
                      <a:pt x="110413" y="8240"/>
                    </a:cubicBezTo>
                    <a:cubicBezTo>
                      <a:pt x="111847" y="6672"/>
                      <a:pt x="112081" y="4237"/>
                      <a:pt x="111580" y="2169"/>
                    </a:cubicBezTo>
                    <a:cubicBezTo>
                      <a:pt x="111413" y="1502"/>
                      <a:pt x="111213" y="868"/>
                      <a:pt x="110913" y="234"/>
                    </a:cubicBezTo>
                    <a:cubicBezTo>
                      <a:pt x="110780" y="1068"/>
                      <a:pt x="110546" y="1869"/>
                      <a:pt x="110113" y="2602"/>
                    </a:cubicBezTo>
                    <a:cubicBezTo>
                      <a:pt x="109212" y="4337"/>
                      <a:pt x="107677" y="5438"/>
                      <a:pt x="105743" y="5938"/>
                    </a:cubicBezTo>
                    <a:cubicBezTo>
                      <a:pt x="106577" y="8106"/>
                      <a:pt x="107411" y="10341"/>
                      <a:pt x="107677" y="12676"/>
                    </a:cubicBezTo>
                    <a:cubicBezTo>
                      <a:pt x="107911" y="14945"/>
                      <a:pt x="107444" y="17446"/>
                      <a:pt x="106010" y="19248"/>
                    </a:cubicBezTo>
                    <a:cubicBezTo>
                      <a:pt x="104936" y="20589"/>
                      <a:pt x="103292" y="21449"/>
                      <a:pt x="101651" y="21449"/>
                    </a:cubicBezTo>
                    <a:cubicBezTo>
                      <a:pt x="101048" y="21449"/>
                      <a:pt x="100446" y="21333"/>
                      <a:pt x="99872" y="21082"/>
                    </a:cubicBezTo>
                    <a:cubicBezTo>
                      <a:pt x="99705" y="23851"/>
                      <a:pt x="97837" y="26353"/>
                      <a:pt x="95335" y="27420"/>
                    </a:cubicBezTo>
                    <a:cubicBezTo>
                      <a:pt x="94290" y="27894"/>
                      <a:pt x="93158" y="28117"/>
                      <a:pt x="92021" y="28117"/>
                    </a:cubicBezTo>
                    <a:cubicBezTo>
                      <a:pt x="90436" y="28117"/>
                      <a:pt x="88842" y="27683"/>
                      <a:pt x="87463" y="26886"/>
                    </a:cubicBezTo>
                    <a:cubicBezTo>
                      <a:pt x="85061" y="25519"/>
                      <a:pt x="83227" y="23217"/>
                      <a:pt x="82493" y="20582"/>
                    </a:cubicBezTo>
                    <a:lnTo>
                      <a:pt x="82493" y="20582"/>
                    </a:lnTo>
                    <a:cubicBezTo>
                      <a:pt x="82393" y="22550"/>
                      <a:pt x="82359" y="24551"/>
                      <a:pt x="82660" y="26453"/>
                    </a:cubicBezTo>
                    <a:cubicBezTo>
                      <a:pt x="80281" y="26628"/>
                      <a:pt x="77884" y="26821"/>
                      <a:pt x="75507" y="26821"/>
                    </a:cubicBezTo>
                    <a:cubicBezTo>
                      <a:pt x="73351" y="26821"/>
                      <a:pt x="71211" y="26662"/>
                      <a:pt x="69117" y="26186"/>
                    </a:cubicBezTo>
                    <a:cubicBezTo>
                      <a:pt x="64680" y="25185"/>
                      <a:pt x="60510" y="22550"/>
                      <a:pt x="58642" y="18414"/>
                    </a:cubicBezTo>
                    <a:lnTo>
                      <a:pt x="58642" y="18414"/>
                    </a:lnTo>
                    <a:cubicBezTo>
                      <a:pt x="58376" y="20682"/>
                      <a:pt x="58642" y="22717"/>
                      <a:pt x="59743" y="24718"/>
                    </a:cubicBezTo>
                    <a:cubicBezTo>
                      <a:pt x="58802" y="24933"/>
                      <a:pt x="57843" y="25036"/>
                      <a:pt x="56885" y="25036"/>
                    </a:cubicBezTo>
                    <a:cubicBezTo>
                      <a:pt x="51732" y="25036"/>
                      <a:pt x="46595" y="22059"/>
                      <a:pt x="44232" y="17446"/>
                    </a:cubicBezTo>
                    <a:cubicBezTo>
                      <a:pt x="41497" y="12009"/>
                      <a:pt x="42998" y="4837"/>
                      <a:pt x="47635" y="768"/>
                    </a:cubicBezTo>
                    <a:lnTo>
                      <a:pt x="47635" y="768"/>
                    </a:lnTo>
                    <a:cubicBezTo>
                      <a:pt x="43665" y="1735"/>
                      <a:pt x="39862" y="3503"/>
                      <a:pt x="36860" y="6238"/>
                    </a:cubicBezTo>
                    <a:cubicBezTo>
                      <a:pt x="33715" y="6893"/>
                      <a:pt x="30494" y="7585"/>
                      <a:pt x="27297" y="7585"/>
                    </a:cubicBezTo>
                    <a:cubicBezTo>
                      <a:pt x="26256" y="7585"/>
                      <a:pt x="25217" y="7511"/>
                      <a:pt x="24185" y="7339"/>
                    </a:cubicBezTo>
                    <a:cubicBezTo>
                      <a:pt x="19982" y="6605"/>
                      <a:pt x="16179" y="4070"/>
                      <a:pt x="149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7" name="Google Shape;947;p38"/>
              <p:cNvSpPr/>
              <p:nvPr/>
            </p:nvSpPr>
            <p:spPr>
              <a:xfrm>
                <a:off x="4692700" y="3809825"/>
                <a:ext cx="87575" cy="95950"/>
              </a:xfrm>
              <a:custGeom>
                <a:avLst/>
                <a:gdLst/>
                <a:ahLst/>
                <a:cxnLst/>
                <a:rect l="l" t="t" r="r" b="b"/>
                <a:pathLst>
                  <a:path w="3503" h="3838" extrusionOk="0">
                    <a:moveTo>
                      <a:pt x="3269" y="1"/>
                    </a:moveTo>
                    <a:cubicBezTo>
                      <a:pt x="2268" y="1335"/>
                      <a:pt x="1168" y="2569"/>
                      <a:pt x="0" y="3837"/>
                    </a:cubicBezTo>
                    <a:cubicBezTo>
                      <a:pt x="867" y="2936"/>
                      <a:pt x="1801" y="2069"/>
                      <a:pt x="2635" y="1202"/>
                    </a:cubicBezTo>
                    <a:cubicBezTo>
                      <a:pt x="2935" y="902"/>
                      <a:pt x="3202" y="601"/>
                      <a:pt x="3503" y="268"/>
                    </a:cubicBezTo>
                    <a:cubicBezTo>
                      <a:pt x="3436" y="201"/>
                      <a:pt x="3336" y="101"/>
                      <a:pt x="32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8" name="Google Shape;948;p38"/>
              <p:cNvSpPr/>
              <p:nvPr/>
            </p:nvSpPr>
            <p:spPr>
              <a:xfrm>
                <a:off x="2743800" y="3524625"/>
                <a:ext cx="1864675" cy="1218000"/>
              </a:xfrm>
              <a:custGeom>
                <a:avLst/>
                <a:gdLst/>
                <a:ahLst/>
                <a:cxnLst/>
                <a:rect l="l" t="t" r="r" b="b"/>
                <a:pathLst>
                  <a:path w="74587" h="48720" extrusionOk="0">
                    <a:moveTo>
                      <a:pt x="13293" y="1"/>
                    </a:moveTo>
                    <a:cubicBezTo>
                      <a:pt x="8848" y="1"/>
                      <a:pt x="4445" y="641"/>
                      <a:pt x="601" y="2136"/>
                    </a:cubicBezTo>
                    <a:cubicBezTo>
                      <a:pt x="0" y="4371"/>
                      <a:pt x="201" y="6839"/>
                      <a:pt x="1201" y="8941"/>
                    </a:cubicBezTo>
                    <a:cubicBezTo>
                      <a:pt x="2202" y="11009"/>
                      <a:pt x="3937" y="12777"/>
                      <a:pt x="6071" y="13744"/>
                    </a:cubicBezTo>
                    <a:cubicBezTo>
                      <a:pt x="5271" y="16679"/>
                      <a:pt x="6739" y="19948"/>
                      <a:pt x="9107" y="21850"/>
                    </a:cubicBezTo>
                    <a:cubicBezTo>
                      <a:pt x="11320" y="23633"/>
                      <a:pt x="14185" y="24367"/>
                      <a:pt x="17022" y="24367"/>
                    </a:cubicBezTo>
                    <a:cubicBezTo>
                      <a:pt x="17264" y="24367"/>
                      <a:pt x="17505" y="24362"/>
                      <a:pt x="17746" y="24352"/>
                    </a:cubicBezTo>
                    <a:cubicBezTo>
                      <a:pt x="18780" y="26186"/>
                      <a:pt x="20615" y="27354"/>
                      <a:pt x="22683" y="27954"/>
                    </a:cubicBezTo>
                    <a:cubicBezTo>
                      <a:pt x="24718" y="28521"/>
                      <a:pt x="26853" y="28521"/>
                      <a:pt x="28921" y="28588"/>
                    </a:cubicBezTo>
                    <a:cubicBezTo>
                      <a:pt x="30055" y="35326"/>
                      <a:pt x="32724" y="41764"/>
                      <a:pt x="36593" y="47368"/>
                    </a:cubicBezTo>
                    <a:cubicBezTo>
                      <a:pt x="37028" y="48006"/>
                      <a:pt x="37665" y="48720"/>
                      <a:pt x="38394" y="48720"/>
                    </a:cubicBezTo>
                    <a:cubicBezTo>
                      <a:pt x="38503" y="48720"/>
                      <a:pt x="38615" y="48704"/>
                      <a:pt x="38728" y="48669"/>
                    </a:cubicBezTo>
                    <a:cubicBezTo>
                      <a:pt x="39629" y="48435"/>
                      <a:pt x="39862" y="47268"/>
                      <a:pt x="39896" y="46301"/>
                    </a:cubicBezTo>
                    <a:cubicBezTo>
                      <a:pt x="39929" y="43298"/>
                      <a:pt x="39729" y="40296"/>
                      <a:pt x="39262" y="37327"/>
                    </a:cubicBezTo>
                    <a:lnTo>
                      <a:pt x="39262" y="37327"/>
                    </a:lnTo>
                    <a:cubicBezTo>
                      <a:pt x="40692" y="37957"/>
                      <a:pt x="42259" y="38252"/>
                      <a:pt x="43840" y="38252"/>
                    </a:cubicBezTo>
                    <a:cubicBezTo>
                      <a:pt x="46872" y="38252"/>
                      <a:pt x="49958" y="37166"/>
                      <a:pt x="52238" y="35259"/>
                    </a:cubicBezTo>
                    <a:cubicBezTo>
                      <a:pt x="54623" y="36699"/>
                      <a:pt x="57479" y="37419"/>
                      <a:pt x="60324" y="37419"/>
                    </a:cubicBezTo>
                    <a:cubicBezTo>
                      <a:pt x="61895" y="37419"/>
                      <a:pt x="63463" y="37200"/>
                      <a:pt x="64947" y="36760"/>
                    </a:cubicBezTo>
                    <a:cubicBezTo>
                      <a:pt x="69116" y="35493"/>
                      <a:pt x="72719" y="32424"/>
                      <a:pt x="74587" y="28488"/>
                    </a:cubicBezTo>
                    <a:cubicBezTo>
                      <a:pt x="66615" y="22017"/>
                      <a:pt x="57541" y="16513"/>
                      <a:pt x="48568" y="11576"/>
                    </a:cubicBezTo>
                    <a:cubicBezTo>
                      <a:pt x="41397" y="7606"/>
                      <a:pt x="34025" y="3770"/>
                      <a:pt x="26086" y="1669"/>
                    </a:cubicBezTo>
                    <a:cubicBezTo>
                      <a:pt x="22109" y="625"/>
                      <a:pt x="17680" y="1"/>
                      <a:pt x="132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9" name="Google Shape;949;p38"/>
              <p:cNvSpPr/>
              <p:nvPr/>
            </p:nvSpPr>
            <p:spPr>
              <a:xfrm>
                <a:off x="2125850" y="2025750"/>
                <a:ext cx="2914600" cy="2286475"/>
              </a:xfrm>
              <a:custGeom>
                <a:avLst/>
                <a:gdLst/>
                <a:ahLst/>
                <a:cxnLst/>
                <a:rect l="l" t="t" r="r" b="b"/>
                <a:pathLst>
                  <a:path w="116584" h="91459" extrusionOk="0">
                    <a:moveTo>
                      <a:pt x="54983" y="1"/>
                    </a:moveTo>
                    <a:cubicBezTo>
                      <a:pt x="54446" y="1"/>
                      <a:pt x="53909" y="27"/>
                      <a:pt x="53372" y="80"/>
                    </a:cubicBezTo>
                    <a:cubicBezTo>
                      <a:pt x="50203" y="413"/>
                      <a:pt x="47101" y="1681"/>
                      <a:pt x="44533" y="3649"/>
                    </a:cubicBezTo>
                    <a:cubicBezTo>
                      <a:pt x="43932" y="4149"/>
                      <a:pt x="43332" y="4650"/>
                      <a:pt x="42798" y="5183"/>
                    </a:cubicBezTo>
                    <a:cubicBezTo>
                      <a:pt x="42765" y="5183"/>
                      <a:pt x="42698" y="5150"/>
                      <a:pt x="42665" y="5150"/>
                    </a:cubicBezTo>
                    <a:cubicBezTo>
                      <a:pt x="41188" y="4465"/>
                      <a:pt x="39555" y="4131"/>
                      <a:pt x="37919" y="4131"/>
                    </a:cubicBezTo>
                    <a:cubicBezTo>
                      <a:pt x="36526" y="4131"/>
                      <a:pt x="35129" y="4374"/>
                      <a:pt x="33825" y="4850"/>
                    </a:cubicBezTo>
                    <a:cubicBezTo>
                      <a:pt x="31290" y="5817"/>
                      <a:pt x="28955" y="7685"/>
                      <a:pt x="27520" y="10053"/>
                    </a:cubicBezTo>
                    <a:cubicBezTo>
                      <a:pt x="27354" y="10387"/>
                      <a:pt x="27187" y="10687"/>
                      <a:pt x="27020" y="11021"/>
                    </a:cubicBezTo>
                    <a:cubicBezTo>
                      <a:pt x="26920" y="11021"/>
                      <a:pt x="26820" y="10987"/>
                      <a:pt x="26686" y="10987"/>
                    </a:cubicBezTo>
                    <a:cubicBezTo>
                      <a:pt x="26119" y="10902"/>
                      <a:pt x="25544" y="10860"/>
                      <a:pt x="24967" y="10860"/>
                    </a:cubicBezTo>
                    <a:cubicBezTo>
                      <a:pt x="22388" y="10860"/>
                      <a:pt x="19773" y="11696"/>
                      <a:pt x="17647" y="13222"/>
                    </a:cubicBezTo>
                    <a:cubicBezTo>
                      <a:pt x="15445" y="14857"/>
                      <a:pt x="13811" y="17192"/>
                      <a:pt x="13077" y="19827"/>
                    </a:cubicBezTo>
                    <a:cubicBezTo>
                      <a:pt x="12943" y="20327"/>
                      <a:pt x="12810" y="20861"/>
                      <a:pt x="12743" y="21395"/>
                    </a:cubicBezTo>
                    <a:cubicBezTo>
                      <a:pt x="12576" y="21428"/>
                      <a:pt x="12410" y="21495"/>
                      <a:pt x="12276" y="21528"/>
                    </a:cubicBezTo>
                    <a:cubicBezTo>
                      <a:pt x="9274" y="22262"/>
                      <a:pt x="6639" y="24364"/>
                      <a:pt x="5171" y="27066"/>
                    </a:cubicBezTo>
                    <a:cubicBezTo>
                      <a:pt x="3637" y="29934"/>
                      <a:pt x="3437" y="33537"/>
                      <a:pt x="4604" y="36539"/>
                    </a:cubicBezTo>
                    <a:cubicBezTo>
                      <a:pt x="401" y="41843"/>
                      <a:pt x="1" y="49782"/>
                      <a:pt x="3637" y="55519"/>
                    </a:cubicBezTo>
                    <a:cubicBezTo>
                      <a:pt x="3904" y="55920"/>
                      <a:pt x="4170" y="56286"/>
                      <a:pt x="4471" y="56687"/>
                    </a:cubicBezTo>
                    <a:cubicBezTo>
                      <a:pt x="7239" y="60223"/>
                      <a:pt x="11509" y="62524"/>
                      <a:pt x="15979" y="63025"/>
                    </a:cubicBezTo>
                    <a:cubicBezTo>
                      <a:pt x="16246" y="63058"/>
                      <a:pt x="16479" y="63091"/>
                      <a:pt x="16746" y="63091"/>
                    </a:cubicBezTo>
                    <a:cubicBezTo>
                      <a:pt x="17080" y="63113"/>
                      <a:pt x="17412" y="63124"/>
                      <a:pt x="17744" y="63124"/>
                    </a:cubicBezTo>
                    <a:cubicBezTo>
                      <a:pt x="18934" y="63124"/>
                      <a:pt x="20108" y="62985"/>
                      <a:pt x="21283" y="62724"/>
                    </a:cubicBezTo>
                    <a:cubicBezTo>
                      <a:pt x="24465" y="64706"/>
                      <a:pt x="28212" y="65715"/>
                      <a:pt x="31953" y="65715"/>
                    </a:cubicBezTo>
                    <a:cubicBezTo>
                      <a:pt x="34448" y="65715"/>
                      <a:pt x="36940" y="65266"/>
                      <a:pt x="39262" y="64359"/>
                    </a:cubicBezTo>
                    <a:cubicBezTo>
                      <a:pt x="39596" y="64225"/>
                      <a:pt x="39863" y="64092"/>
                      <a:pt x="40163" y="63959"/>
                    </a:cubicBezTo>
                    <a:lnTo>
                      <a:pt x="40163" y="63959"/>
                    </a:lnTo>
                    <a:cubicBezTo>
                      <a:pt x="40029" y="64225"/>
                      <a:pt x="39963" y="64459"/>
                      <a:pt x="39863" y="64759"/>
                    </a:cubicBezTo>
                    <a:cubicBezTo>
                      <a:pt x="38628" y="68795"/>
                      <a:pt x="40363" y="73932"/>
                      <a:pt x="42798" y="77435"/>
                    </a:cubicBezTo>
                    <a:cubicBezTo>
                      <a:pt x="45333" y="81138"/>
                      <a:pt x="49469" y="83639"/>
                      <a:pt x="53839" y="84707"/>
                    </a:cubicBezTo>
                    <a:cubicBezTo>
                      <a:pt x="55564" y="85115"/>
                      <a:pt x="57335" y="85289"/>
                      <a:pt x="59118" y="85289"/>
                    </a:cubicBezTo>
                    <a:cubicBezTo>
                      <a:pt x="61853" y="85289"/>
                      <a:pt x="64617" y="84879"/>
                      <a:pt x="67282" y="84273"/>
                    </a:cubicBezTo>
                    <a:cubicBezTo>
                      <a:pt x="71320" y="86986"/>
                      <a:pt x="76126" y="88346"/>
                      <a:pt x="80957" y="88346"/>
                    </a:cubicBezTo>
                    <a:cubicBezTo>
                      <a:pt x="83790" y="88346"/>
                      <a:pt x="86631" y="87879"/>
                      <a:pt x="89331" y="86942"/>
                    </a:cubicBezTo>
                    <a:cubicBezTo>
                      <a:pt x="90132" y="88943"/>
                      <a:pt x="91833" y="90544"/>
                      <a:pt x="93901" y="91145"/>
                    </a:cubicBezTo>
                    <a:cubicBezTo>
                      <a:pt x="94598" y="91355"/>
                      <a:pt x="95334" y="91459"/>
                      <a:pt x="96071" y="91459"/>
                    </a:cubicBezTo>
                    <a:cubicBezTo>
                      <a:pt x="97558" y="91459"/>
                      <a:pt x="99046" y="91036"/>
                      <a:pt x="100206" y="90211"/>
                    </a:cubicBezTo>
                    <a:cubicBezTo>
                      <a:pt x="100856" y="90246"/>
                      <a:pt x="101497" y="90290"/>
                      <a:pt x="102129" y="90290"/>
                    </a:cubicBezTo>
                    <a:cubicBezTo>
                      <a:pt x="102696" y="90290"/>
                      <a:pt x="103256" y="90255"/>
                      <a:pt x="103808" y="90144"/>
                    </a:cubicBezTo>
                    <a:cubicBezTo>
                      <a:pt x="105009" y="89944"/>
                      <a:pt x="106177" y="89444"/>
                      <a:pt x="106977" y="88576"/>
                    </a:cubicBezTo>
                    <a:cubicBezTo>
                      <a:pt x="107844" y="87609"/>
                      <a:pt x="108211" y="86308"/>
                      <a:pt x="108311" y="85040"/>
                    </a:cubicBezTo>
                    <a:cubicBezTo>
                      <a:pt x="108311" y="84407"/>
                      <a:pt x="108278" y="83773"/>
                      <a:pt x="108178" y="83139"/>
                    </a:cubicBezTo>
                    <a:cubicBezTo>
                      <a:pt x="108111" y="82472"/>
                      <a:pt x="107978" y="81805"/>
                      <a:pt x="107844" y="81138"/>
                    </a:cubicBezTo>
                    <a:cubicBezTo>
                      <a:pt x="108011" y="81104"/>
                      <a:pt x="108145" y="81104"/>
                      <a:pt x="108278" y="81071"/>
                    </a:cubicBezTo>
                    <a:cubicBezTo>
                      <a:pt x="111714" y="80370"/>
                      <a:pt x="114349" y="77101"/>
                      <a:pt x="115283" y="73632"/>
                    </a:cubicBezTo>
                    <a:cubicBezTo>
                      <a:pt x="115984" y="70930"/>
                      <a:pt x="115850" y="68262"/>
                      <a:pt x="115350" y="65593"/>
                    </a:cubicBezTo>
                    <a:cubicBezTo>
                      <a:pt x="115183" y="64726"/>
                      <a:pt x="115016" y="63792"/>
                      <a:pt x="114749" y="63025"/>
                    </a:cubicBezTo>
                    <a:cubicBezTo>
                      <a:pt x="114849" y="62925"/>
                      <a:pt x="114883" y="62891"/>
                      <a:pt x="114916" y="62791"/>
                    </a:cubicBezTo>
                    <a:cubicBezTo>
                      <a:pt x="116350" y="61223"/>
                      <a:pt x="116584" y="58788"/>
                      <a:pt x="116084" y="56720"/>
                    </a:cubicBezTo>
                    <a:cubicBezTo>
                      <a:pt x="115917" y="56053"/>
                      <a:pt x="115717" y="55419"/>
                      <a:pt x="115416" y="54785"/>
                    </a:cubicBezTo>
                    <a:cubicBezTo>
                      <a:pt x="115016" y="53785"/>
                      <a:pt x="114482" y="52884"/>
                      <a:pt x="113882" y="51950"/>
                    </a:cubicBezTo>
                    <a:cubicBezTo>
                      <a:pt x="113649" y="51550"/>
                      <a:pt x="113348" y="51183"/>
                      <a:pt x="113081" y="50749"/>
                    </a:cubicBezTo>
                    <a:cubicBezTo>
                      <a:pt x="113148" y="50682"/>
                      <a:pt x="113182" y="50616"/>
                      <a:pt x="113215" y="50549"/>
                    </a:cubicBezTo>
                    <a:cubicBezTo>
                      <a:pt x="114482" y="48381"/>
                      <a:pt x="114983" y="45746"/>
                      <a:pt x="114516" y="43277"/>
                    </a:cubicBezTo>
                    <a:cubicBezTo>
                      <a:pt x="114049" y="40742"/>
                      <a:pt x="112681" y="38340"/>
                      <a:pt x="110646" y="36706"/>
                    </a:cubicBezTo>
                    <a:cubicBezTo>
                      <a:pt x="111013" y="31769"/>
                      <a:pt x="107911" y="26932"/>
                      <a:pt x="103475" y="24897"/>
                    </a:cubicBezTo>
                    <a:lnTo>
                      <a:pt x="103475" y="24063"/>
                    </a:lnTo>
                    <a:cubicBezTo>
                      <a:pt x="103408" y="21195"/>
                      <a:pt x="102207" y="18359"/>
                      <a:pt x="100139" y="16391"/>
                    </a:cubicBezTo>
                    <a:cubicBezTo>
                      <a:pt x="98504" y="14857"/>
                      <a:pt x="96370" y="13723"/>
                      <a:pt x="94168" y="13356"/>
                    </a:cubicBezTo>
                    <a:cubicBezTo>
                      <a:pt x="93657" y="13254"/>
                      <a:pt x="93146" y="13214"/>
                      <a:pt x="92628" y="13214"/>
                    </a:cubicBezTo>
                    <a:cubicBezTo>
                      <a:pt x="92300" y="13214"/>
                      <a:pt x="91969" y="13230"/>
                      <a:pt x="91633" y="13256"/>
                    </a:cubicBezTo>
                    <a:cubicBezTo>
                      <a:pt x="91533" y="13056"/>
                      <a:pt x="91466" y="12889"/>
                      <a:pt x="91333" y="12722"/>
                    </a:cubicBezTo>
                    <a:cubicBezTo>
                      <a:pt x="90132" y="10687"/>
                      <a:pt x="88297" y="9019"/>
                      <a:pt x="86129" y="7985"/>
                    </a:cubicBezTo>
                    <a:cubicBezTo>
                      <a:pt x="84521" y="7243"/>
                      <a:pt x="82693" y="6831"/>
                      <a:pt x="80889" y="6831"/>
                    </a:cubicBezTo>
                    <a:cubicBezTo>
                      <a:pt x="80261" y="6831"/>
                      <a:pt x="79636" y="6881"/>
                      <a:pt x="79024" y="6985"/>
                    </a:cubicBezTo>
                    <a:cubicBezTo>
                      <a:pt x="78824" y="7018"/>
                      <a:pt x="78657" y="7051"/>
                      <a:pt x="78457" y="7085"/>
                    </a:cubicBezTo>
                    <a:cubicBezTo>
                      <a:pt x="78323" y="6918"/>
                      <a:pt x="78190" y="6751"/>
                      <a:pt x="78023" y="6584"/>
                    </a:cubicBezTo>
                    <a:cubicBezTo>
                      <a:pt x="76522" y="4816"/>
                      <a:pt x="74487" y="3515"/>
                      <a:pt x="72219" y="2848"/>
                    </a:cubicBezTo>
                    <a:cubicBezTo>
                      <a:pt x="71009" y="2483"/>
                      <a:pt x="69736" y="2289"/>
                      <a:pt x="68486" y="2289"/>
                    </a:cubicBezTo>
                    <a:cubicBezTo>
                      <a:pt x="67910" y="2289"/>
                      <a:pt x="67339" y="2330"/>
                      <a:pt x="66782" y="2415"/>
                    </a:cubicBezTo>
                    <a:lnTo>
                      <a:pt x="66715" y="2415"/>
                    </a:lnTo>
                    <a:cubicBezTo>
                      <a:pt x="66048" y="2515"/>
                      <a:pt x="65381" y="2681"/>
                      <a:pt x="64714" y="2915"/>
                    </a:cubicBezTo>
                    <a:lnTo>
                      <a:pt x="64113" y="2548"/>
                    </a:lnTo>
                    <a:cubicBezTo>
                      <a:pt x="61342" y="920"/>
                      <a:pt x="58180" y="1"/>
                      <a:pt x="549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0" name="Google Shape;950;p38"/>
              <p:cNvSpPr/>
              <p:nvPr/>
            </p:nvSpPr>
            <p:spPr>
              <a:xfrm>
                <a:off x="3491825" y="2421750"/>
                <a:ext cx="1282625" cy="1494025"/>
              </a:xfrm>
              <a:custGeom>
                <a:avLst/>
                <a:gdLst/>
                <a:ahLst/>
                <a:cxnLst/>
                <a:rect l="l" t="t" r="r" b="b"/>
                <a:pathLst>
                  <a:path w="51305" h="59761" extrusionOk="0">
                    <a:moveTo>
                      <a:pt x="14739" y="0"/>
                    </a:moveTo>
                    <a:cubicBezTo>
                      <a:pt x="14578" y="0"/>
                      <a:pt x="14433" y="120"/>
                      <a:pt x="14378" y="284"/>
                    </a:cubicBezTo>
                    <a:cubicBezTo>
                      <a:pt x="14344" y="518"/>
                      <a:pt x="14478" y="718"/>
                      <a:pt x="14678" y="751"/>
                    </a:cubicBezTo>
                    <a:cubicBezTo>
                      <a:pt x="17313" y="1385"/>
                      <a:pt x="20048" y="2052"/>
                      <a:pt x="22450" y="3387"/>
                    </a:cubicBezTo>
                    <a:cubicBezTo>
                      <a:pt x="24885" y="4754"/>
                      <a:pt x="26620" y="6722"/>
                      <a:pt x="27220" y="8857"/>
                    </a:cubicBezTo>
                    <a:cubicBezTo>
                      <a:pt x="26019" y="8924"/>
                      <a:pt x="24718" y="9057"/>
                      <a:pt x="23384" y="9257"/>
                    </a:cubicBezTo>
                    <a:cubicBezTo>
                      <a:pt x="23384" y="9257"/>
                      <a:pt x="23384" y="9224"/>
                      <a:pt x="23351" y="9224"/>
                    </a:cubicBezTo>
                    <a:cubicBezTo>
                      <a:pt x="21766" y="8112"/>
                      <a:pt x="19719" y="7556"/>
                      <a:pt x="17188" y="7556"/>
                    </a:cubicBezTo>
                    <a:cubicBezTo>
                      <a:pt x="16682" y="7556"/>
                      <a:pt x="16157" y="7579"/>
                      <a:pt x="15612" y="7623"/>
                    </a:cubicBezTo>
                    <a:cubicBezTo>
                      <a:pt x="14611" y="7723"/>
                      <a:pt x="13544" y="7890"/>
                      <a:pt x="12543" y="8023"/>
                    </a:cubicBezTo>
                    <a:cubicBezTo>
                      <a:pt x="11009" y="8223"/>
                      <a:pt x="9374" y="8457"/>
                      <a:pt x="7840" y="8457"/>
                    </a:cubicBezTo>
                    <a:cubicBezTo>
                      <a:pt x="6138" y="8457"/>
                      <a:pt x="2970" y="8090"/>
                      <a:pt x="1102" y="5788"/>
                    </a:cubicBezTo>
                    <a:cubicBezTo>
                      <a:pt x="1031" y="5700"/>
                      <a:pt x="923" y="5659"/>
                      <a:pt x="813" y="5659"/>
                    </a:cubicBezTo>
                    <a:cubicBezTo>
                      <a:pt x="714" y="5659"/>
                      <a:pt x="613" y="5692"/>
                      <a:pt x="534" y="5755"/>
                    </a:cubicBezTo>
                    <a:cubicBezTo>
                      <a:pt x="368" y="5888"/>
                      <a:pt x="368" y="6122"/>
                      <a:pt x="501" y="6289"/>
                    </a:cubicBezTo>
                    <a:cubicBezTo>
                      <a:pt x="2603" y="8857"/>
                      <a:pt x="6005" y="9224"/>
                      <a:pt x="7840" y="9257"/>
                    </a:cubicBezTo>
                    <a:lnTo>
                      <a:pt x="7940" y="9257"/>
                    </a:lnTo>
                    <a:cubicBezTo>
                      <a:pt x="9508" y="9257"/>
                      <a:pt x="11142" y="9024"/>
                      <a:pt x="12676" y="8790"/>
                    </a:cubicBezTo>
                    <a:cubicBezTo>
                      <a:pt x="13644" y="8690"/>
                      <a:pt x="14678" y="8524"/>
                      <a:pt x="15645" y="8424"/>
                    </a:cubicBezTo>
                    <a:cubicBezTo>
                      <a:pt x="16196" y="8378"/>
                      <a:pt x="16722" y="8355"/>
                      <a:pt x="17225" y="8355"/>
                    </a:cubicBezTo>
                    <a:cubicBezTo>
                      <a:pt x="19280" y="8355"/>
                      <a:pt x="20943" y="8734"/>
                      <a:pt x="22283" y="9458"/>
                    </a:cubicBezTo>
                    <a:cubicBezTo>
                      <a:pt x="21183" y="9691"/>
                      <a:pt x="20048" y="9925"/>
                      <a:pt x="18881" y="10225"/>
                    </a:cubicBezTo>
                    <a:cubicBezTo>
                      <a:pt x="18681" y="10258"/>
                      <a:pt x="18547" y="10458"/>
                      <a:pt x="18647" y="10692"/>
                    </a:cubicBezTo>
                    <a:cubicBezTo>
                      <a:pt x="18673" y="10845"/>
                      <a:pt x="18796" y="10959"/>
                      <a:pt x="18943" y="10959"/>
                    </a:cubicBezTo>
                    <a:cubicBezTo>
                      <a:pt x="18987" y="10959"/>
                      <a:pt x="19034" y="10949"/>
                      <a:pt x="19081" y="10925"/>
                    </a:cubicBezTo>
                    <a:cubicBezTo>
                      <a:pt x="22667" y="10007"/>
                      <a:pt x="25859" y="9535"/>
                      <a:pt x="28772" y="9535"/>
                    </a:cubicBezTo>
                    <a:cubicBezTo>
                      <a:pt x="29137" y="9535"/>
                      <a:pt x="29498" y="9543"/>
                      <a:pt x="29855" y="9558"/>
                    </a:cubicBezTo>
                    <a:cubicBezTo>
                      <a:pt x="26920" y="10725"/>
                      <a:pt x="24418" y="12927"/>
                      <a:pt x="22050" y="15062"/>
                    </a:cubicBezTo>
                    <a:lnTo>
                      <a:pt x="21683" y="15395"/>
                    </a:lnTo>
                    <a:cubicBezTo>
                      <a:pt x="18848" y="17897"/>
                      <a:pt x="15512" y="20599"/>
                      <a:pt x="11609" y="20899"/>
                    </a:cubicBezTo>
                    <a:cubicBezTo>
                      <a:pt x="11376" y="20899"/>
                      <a:pt x="11209" y="21099"/>
                      <a:pt x="11275" y="21299"/>
                    </a:cubicBezTo>
                    <a:cubicBezTo>
                      <a:pt x="11275" y="21533"/>
                      <a:pt x="11442" y="21633"/>
                      <a:pt x="11642" y="21633"/>
                    </a:cubicBezTo>
                    <a:lnTo>
                      <a:pt x="11676" y="21633"/>
                    </a:lnTo>
                    <a:cubicBezTo>
                      <a:pt x="15845" y="21366"/>
                      <a:pt x="19315" y="18564"/>
                      <a:pt x="22217" y="15996"/>
                    </a:cubicBezTo>
                    <a:lnTo>
                      <a:pt x="22617" y="15629"/>
                    </a:lnTo>
                    <a:cubicBezTo>
                      <a:pt x="25386" y="13127"/>
                      <a:pt x="28321" y="10558"/>
                      <a:pt x="31890" y="9724"/>
                    </a:cubicBezTo>
                    <a:cubicBezTo>
                      <a:pt x="32824" y="9858"/>
                      <a:pt x="33691" y="10025"/>
                      <a:pt x="34559" y="10258"/>
                    </a:cubicBezTo>
                    <a:cubicBezTo>
                      <a:pt x="36694" y="12893"/>
                      <a:pt x="37728" y="16396"/>
                      <a:pt x="37294" y="19732"/>
                    </a:cubicBezTo>
                    <a:cubicBezTo>
                      <a:pt x="37227" y="19932"/>
                      <a:pt x="37394" y="20165"/>
                      <a:pt x="37628" y="20165"/>
                    </a:cubicBezTo>
                    <a:lnTo>
                      <a:pt x="37661" y="20165"/>
                    </a:lnTo>
                    <a:cubicBezTo>
                      <a:pt x="37861" y="20165"/>
                      <a:pt x="37995" y="20032"/>
                      <a:pt x="38028" y="19832"/>
                    </a:cubicBezTo>
                    <a:cubicBezTo>
                      <a:pt x="38462" y="16596"/>
                      <a:pt x="37628" y="13260"/>
                      <a:pt x="35793" y="10592"/>
                    </a:cubicBezTo>
                    <a:lnTo>
                      <a:pt x="35793" y="10592"/>
                    </a:lnTo>
                    <a:cubicBezTo>
                      <a:pt x="36360" y="10825"/>
                      <a:pt x="36960" y="11025"/>
                      <a:pt x="37528" y="11259"/>
                    </a:cubicBezTo>
                    <a:cubicBezTo>
                      <a:pt x="40363" y="12593"/>
                      <a:pt x="42965" y="14761"/>
                      <a:pt x="44966" y="17563"/>
                    </a:cubicBezTo>
                    <a:cubicBezTo>
                      <a:pt x="45800" y="21400"/>
                      <a:pt x="45366" y="25536"/>
                      <a:pt x="43832" y="29138"/>
                    </a:cubicBezTo>
                    <a:cubicBezTo>
                      <a:pt x="43732" y="29372"/>
                      <a:pt x="43832" y="29572"/>
                      <a:pt x="44032" y="29639"/>
                    </a:cubicBezTo>
                    <a:cubicBezTo>
                      <a:pt x="44066" y="29705"/>
                      <a:pt x="44132" y="29705"/>
                      <a:pt x="44199" y="29705"/>
                    </a:cubicBezTo>
                    <a:cubicBezTo>
                      <a:pt x="44366" y="29705"/>
                      <a:pt x="44499" y="29605"/>
                      <a:pt x="44533" y="29505"/>
                    </a:cubicBezTo>
                    <a:cubicBezTo>
                      <a:pt x="45967" y="26236"/>
                      <a:pt x="46401" y="22667"/>
                      <a:pt x="46000" y="19131"/>
                    </a:cubicBezTo>
                    <a:lnTo>
                      <a:pt x="46000" y="19131"/>
                    </a:lnTo>
                    <a:cubicBezTo>
                      <a:pt x="46167" y="19398"/>
                      <a:pt x="46300" y="19632"/>
                      <a:pt x="46467" y="19898"/>
                    </a:cubicBezTo>
                    <a:cubicBezTo>
                      <a:pt x="48369" y="23268"/>
                      <a:pt x="49536" y="27337"/>
                      <a:pt x="50003" y="31907"/>
                    </a:cubicBezTo>
                    <a:cubicBezTo>
                      <a:pt x="50370" y="35676"/>
                      <a:pt x="50337" y="42615"/>
                      <a:pt x="45900" y="46918"/>
                    </a:cubicBezTo>
                    <a:cubicBezTo>
                      <a:pt x="42998" y="49753"/>
                      <a:pt x="38895" y="50754"/>
                      <a:pt x="35993" y="51054"/>
                    </a:cubicBezTo>
                    <a:cubicBezTo>
                      <a:pt x="34760" y="51188"/>
                      <a:pt x="33527" y="51235"/>
                      <a:pt x="32297" y="51235"/>
                    </a:cubicBezTo>
                    <a:cubicBezTo>
                      <a:pt x="30765" y="51235"/>
                      <a:pt x="29238" y="51161"/>
                      <a:pt x="27721" y="51087"/>
                    </a:cubicBezTo>
                    <a:cubicBezTo>
                      <a:pt x="26787" y="51054"/>
                      <a:pt x="25819" y="51021"/>
                      <a:pt x="24818" y="50954"/>
                    </a:cubicBezTo>
                    <a:cubicBezTo>
                      <a:pt x="24257" y="50943"/>
                      <a:pt x="23694" y="50937"/>
                      <a:pt x="23129" y="50937"/>
                    </a:cubicBezTo>
                    <a:cubicBezTo>
                      <a:pt x="20307" y="50937"/>
                      <a:pt x="17458" y="51076"/>
                      <a:pt x="14678" y="51354"/>
                    </a:cubicBezTo>
                    <a:lnTo>
                      <a:pt x="14611" y="51354"/>
                    </a:lnTo>
                    <a:cubicBezTo>
                      <a:pt x="9774" y="51821"/>
                      <a:pt x="5004" y="52722"/>
                      <a:pt x="334" y="54056"/>
                    </a:cubicBezTo>
                    <a:cubicBezTo>
                      <a:pt x="134" y="54090"/>
                      <a:pt x="1" y="54290"/>
                      <a:pt x="101" y="54523"/>
                    </a:cubicBezTo>
                    <a:cubicBezTo>
                      <a:pt x="134" y="54690"/>
                      <a:pt x="301" y="54790"/>
                      <a:pt x="468" y="54790"/>
                    </a:cubicBezTo>
                    <a:lnTo>
                      <a:pt x="601" y="54790"/>
                    </a:lnTo>
                    <a:cubicBezTo>
                      <a:pt x="4371" y="53723"/>
                      <a:pt x="8207" y="52922"/>
                      <a:pt x="12109" y="52388"/>
                    </a:cubicBezTo>
                    <a:lnTo>
                      <a:pt x="12109" y="52388"/>
                    </a:lnTo>
                    <a:cubicBezTo>
                      <a:pt x="10875" y="53056"/>
                      <a:pt x="9708" y="53889"/>
                      <a:pt x="8774" y="54790"/>
                    </a:cubicBezTo>
                    <a:lnTo>
                      <a:pt x="7773" y="55791"/>
                    </a:lnTo>
                    <a:cubicBezTo>
                      <a:pt x="6639" y="56958"/>
                      <a:pt x="5505" y="58126"/>
                      <a:pt x="4170" y="59060"/>
                    </a:cubicBezTo>
                    <a:cubicBezTo>
                      <a:pt x="4004" y="59193"/>
                      <a:pt x="3970" y="59393"/>
                      <a:pt x="4104" y="59594"/>
                    </a:cubicBezTo>
                    <a:cubicBezTo>
                      <a:pt x="4170" y="59727"/>
                      <a:pt x="4304" y="59760"/>
                      <a:pt x="4437" y="59760"/>
                    </a:cubicBezTo>
                    <a:cubicBezTo>
                      <a:pt x="4504" y="59760"/>
                      <a:pt x="4604" y="59760"/>
                      <a:pt x="4637" y="59694"/>
                    </a:cubicBezTo>
                    <a:cubicBezTo>
                      <a:pt x="6038" y="58726"/>
                      <a:pt x="7206" y="57525"/>
                      <a:pt x="8340" y="56358"/>
                    </a:cubicBezTo>
                    <a:cubicBezTo>
                      <a:pt x="8674" y="55991"/>
                      <a:pt x="9007" y="55657"/>
                      <a:pt x="9307" y="55357"/>
                    </a:cubicBezTo>
                    <a:cubicBezTo>
                      <a:pt x="10775" y="53889"/>
                      <a:pt x="12843" y="52622"/>
                      <a:pt x="14811" y="52055"/>
                    </a:cubicBezTo>
                    <a:cubicBezTo>
                      <a:pt x="17175" y="51781"/>
                      <a:pt x="19651" y="51637"/>
                      <a:pt x="22154" y="51637"/>
                    </a:cubicBezTo>
                    <a:cubicBezTo>
                      <a:pt x="23007" y="51637"/>
                      <a:pt x="23863" y="51654"/>
                      <a:pt x="24718" y="51688"/>
                    </a:cubicBezTo>
                    <a:lnTo>
                      <a:pt x="27620" y="51788"/>
                    </a:lnTo>
                    <a:cubicBezTo>
                      <a:pt x="29138" y="51862"/>
                      <a:pt x="30686" y="51936"/>
                      <a:pt x="32242" y="51936"/>
                    </a:cubicBezTo>
                    <a:cubicBezTo>
                      <a:pt x="33491" y="51936"/>
                      <a:pt x="34745" y="51888"/>
                      <a:pt x="35993" y="51755"/>
                    </a:cubicBezTo>
                    <a:cubicBezTo>
                      <a:pt x="39029" y="51421"/>
                      <a:pt x="43332" y="50420"/>
                      <a:pt x="46367" y="47418"/>
                    </a:cubicBezTo>
                    <a:cubicBezTo>
                      <a:pt x="49803" y="44082"/>
                      <a:pt x="51304" y="38545"/>
                      <a:pt x="50670" y="31774"/>
                    </a:cubicBezTo>
                    <a:cubicBezTo>
                      <a:pt x="50203" y="27070"/>
                      <a:pt x="49002" y="22934"/>
                      <a:pt x="47034" y="19431"/>
                    </a:cubicBezTo>
                    <a:cubicBezTo>
                      <a:pt x="46034" y="17697"/>
                      <a:pt x="44866" y="16096"/>
                      <a:pt x="43532" y="14728"/>
                    </a:cubicBezTo>
                    <a:lnTo>
                      <a:pt x="43532" y="14728"/>
                    </a:lnTo>
                    <a:cubicBezTo>
                      <a:pt x="45366" y="15462"/>
                      <a:pt x="47401" y="15896"/>
                      <a:pt x="49636" y="16029"/>
                    </a:cubicBezTo>
                    <a:cubicBezTo>
                      <a:pt x="49836" y="16029"/>
                      <a:pt x="50003" y="15862"/>
                      <a:pt x="50003" y="15629"/>
                    </a:cubicBezTo>
                    <a:cubicBezTo>
                      <a:pt x="50003" y="15429"/>
                      <a:pt x="49836" y="15262"/>
                      <a:pt x="49636" y="15262"/>
                    </a:cubicBezTo>
                    <a:cubicBezTo>
                      <a:pt x="46167" y="15095"/>
                      <a:pt x="42998" y="14061"/>
                      <a:pt x="40696" y="12293"/>
                    </a:cubicBezTo>
                    <a:cubicBezTo>
                      <a:pt x="40696" y="12293"/>
                      <a:pt x="40663" y="12293"/>
                      <a:pt x="40663" y="12260"/>
                    </a:cubicBezTo>
                    <a:cubicBezTo>
                      <a:pt x="39729" y="11592"/>
                      <a:pt x="38795" y="11059"/>
                      <a:pt x="37794" y="10592"/>
                    </a:cubicBezTo>
                    <a:cubicBezTo>
                      <a:pt x="36860" y="10191"/>
                      <a:pt x="35893" y="9858"/>
                      <a:pt x="34959" y="9591"/>
                    </a:cubicBezTo>
                    <a:lnTo>
                      <a:pt x="34859" y="9524"/>
                    </a:lnTo>
                    <a:cubicBezTo>
                      <a:pt x="34778" y="9444"/>
                      <a:pt x="34673" y="9399"/>
                      <a:pt x="34573" y="9399"/>
                    </a:cubicBezTo>
                    <a:cubicBezTo>
                      <a:pt x="34508" y="9399"/>
                      <a:pt x="34445" y="9418"/>
                      <a:pt x="34392" y="9458"/>
                    </a:cubicBezTo>
                    <a:cubicBezTo>
                      <a:pt x="33658" y="9291"/>
                      <a:pt x="32891" y="9124"/>
                      <a:pt x="32057" y="9024"/>
                    </a:cubicBezTo>
                    <a:cubicBezTo>
                      <a:pt x="32008" y="8975"/>
                      <a:pt x="31941" y="8944"/>
                      <a:pt x="31870" y="8944"/>
                    </a:cubicBezTo>
                    <a:cubicBezTo>
                      <a:pt x="31844" y="8944"/>
                      <a:pt x="31817" y="8948"/>
                      <a:pt x="31790" y="8957"/>
                    </a:cubicBezTo>
                    <a:cubicBezTo>
                      <a:pt x="30556" y="8857"/>
                      <a:pt x="29322" y="8790"/>
                      <a:pt x="28021" y="8790"/>
                    </a:cubicBezTo>
                    <a:cubicBezTo>
                      <a:pt x="27354" y="6389"/>
                      <a:pt x="25519" y="4221"/>
                      <a:pt x="22817" y="2719"/>
                    </a:cubicBezTo>
                    <a:cubicBezTo>
                      <a:pt x="20315" y="1352"/>
                      <a:pt x="17513" y="685"/>
                      <a:pt x="14845" y="18"/>
                    </a:cubicBezTo>
                    <a:cubicBezTo>
                      <a:pt x="14809" y="6"/>
                      <a:pt x="14774" y="0"/>
                      <a:pt x="14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1" name="Google Shape;951;p38"/>
              <p:cNvSpPr/>
              <p:nvPr/>
            </p:nvSpPr>
            <p:spPr>
              <a:xfrm>
                <a:off x="2505300" y="2085275"/>
                <a:ext cx="1289275" cy="1296775"/>
              </a:xfrm>
              <a:custGeom>
                <a:avLst/>
                <a:gdLst/>
                <a:ahLst/>
                <a:cxnLst/>
                <a:rect l="l" t="t" r="r" b="b"/>
                <a:pathLst>
                  <a:path w="51571" h="51871" extrusionOk="0">
                    <a:moveTo>
                      <a:pt x="51570" y="0"/>
                    </a:moveTo>
                    <a:lnTo>
                      <a:pt x="51570" y="0"/>
                    </a:lnTo>
                    <a:cubicBezTo>
                      <a:pt x="50903" y="67"/>
                      <a:pt x="50236" y="234"/>
                      <a:pt x="49569" y="501"/>
                    </a:cubicBezTo>
                    <a:lnTo>
                      <a:pt x="48935" y="134"/>
                    </a:lnTo>
                    <a:cubicBezTo>
                      <a:pt x="44165" y="1902"/>
                      <a:pt x="38228" y="5137"/>
                      <a:pt x="35292" y="10641"/>
                    </a:cubicBezTo>
                    <a:cubicBezTo>
                      <a:pt x="32157" y="16579"/>
                      <a:pt x="32290" y="24017"/>
                      <a:pt x="35626" y="29888"/>
                    </a:cubicBezTo>
                    <a:cubicBezTo>
                      <a:pt x="33724" y="29188"/>
                      <a:pt x="31723" y="28687"/>
                      <a:pt x="29721" y="28387"/>
                    </a:cubicBezTo>
                    <a:lnTo>
                      <a:pt x="29655" y="28387"/>
                    </a:lnTo>
                    <a:cubicBezTo>
                      <a:pt x="27820" y="27653"/>
                      <a:pt x="26452" y="25819"/>
                      <a:pt x="26219" y="23851"/>
                    </a:cubicBezTo>
                    <a:cubicBezTo>
                      <a:pt x="26158" y="23668"/>
                      <a:pt x="26014" y="23513"/>
                      <a:pt x="25836" y="23513"/>
                    </a:cubicBezTo>
                    <a:cubicBezTo>
                      <a:pt x="25820" y="23513"/>
                      <a:pt x="25803" y="23514"/>
                      <a:pt x="25785" y="23517"/>
                    </a:cubicBezTo>
                    <a:cubicBezTo>
                      <a:pt x="25585" y="23550"/>
                      <a:pt x="25452" y="23717"/>
                      <a:pt x="25452" y="23917"/>
                    </a:cubicBezTo>
                    <a:cubicBezTo>
                      <a:pt x="25652" y="25585"/>
                      <a:pt x="26553" y="27153"/>
                      <a:pt x="27887" y="28187"/>
                    </a:cubicBezTo>
                    <a:cubicBezTo>
                      <a:pt x="27236" y="28146"/>
                      <a:pt x="26583" y="28125"/>
                      <a:pt x="25930" y="28125"/>
                    </a:cubicBezTo>
                    <a:cubicBezTo>
                      <a:pt x="23938" y="28125"/>
                      <a:pt x="21940" y="28319"/>
                      <a:pt x="19981" y="28721"/>
                    </a:cubicBezTo>
                    <a:cubicBezTo>
                      <a:pt x="19948" y="28687"/>
                      <a:pt x="19914" y="28654"/>
                      <a:pt x="19881" y="28654"/>
                    </a:cubicBezTo>
                    <a:cubicBezTo>
                      <a:pt x="18380" y="28054"/>
                      <a:pt x="17313" y="26486"/>
                      <a:pt x="17413" y="24851"/>
                    </a:cubicBezTo>
                    <a:cubicBezTo>
                      <a:pt x="17413" y="24651"/>
                      <a:pt x="17246" y="24418"/>
                      <a:pt x="17012" y="24418"/>
                    </a:cubicBezTo>
                    <a:cubicBezTo>
                      <a:pt x="16846" y="24418"/>
                      <a:pt x="16645" y="24584"/>
                      <a:pt x="16645" y="24818"/>
                    </a:cubicBezTo>
                    <a:cubicBezTo>
                      <a:pt x="16579" y="26486"/>
                      <a:pt x="17446" y="28087"/>
                      <a:pt x="18847" y="28988"/>
                    </a:cubicBezTo>
                    <a:cubicBezTo>
                      <a:pt x="17646" y="29255"/>
                      <a:pt x="16479" y="29688"/>
                      <a:pt x="15311" y="30155"/>
                    </a:cubicBezTo>
                    <a:cubicBezTo>
                      <a:pt x="13410" y="30889"/>
                      <a:pt x="11609" y="31923"/>
                      <a:pt x="9907" y="33091"/>
                    </a:cubicBezTo>
                    <a:cubicBezTo>
                      <a:pt x="9880" y="33082"/>
                      <a:pt x="9856" y="33077"/>
                      <a:pt x="9833" y="33077"/>
                    </a:cubicBezTo>
                    <a:cubicBezTo>
                      <a:pt x="9769" y="33077"/>
                      <a:pt x="9714" y="33108"/>
                      <a:pt x="9640" y="33157"/>
                    </a:cubicBezTo>
                    <a:cubicBezTo>
                      <a:pt x="8351" y="34060"/>
                      <a:pt x="6843" y="34527"/>
                      <a:pt x="5267" y="34527"/>
                    </a:cubicBezTo>
                    <a:cubicBezTo>
                      <a:pt x="5213" y="34527"/>
                      <a:pt x="5158" y="34526"/>
                      <a:pt x="5104" y="34525"/>
                    </a:cubicBezTo>
                    <a:cubicBezTo>
                      <a:pt x="3469" y="34492"/>
                      <a:pt x="1902" y="33858"/>
                      <a:pt x="667" y="32757"/>
                    </a:cubicBezTo>
                    <a:cubicBezTo>
                      <a:pt x="609" y="32713"/>
                      <a:pt x="525" y="32689"/>
                      <a:pt x="439" y="32689"/>
                    </a:cubicBezTo>
                    <a:cubicBezTo>
                      <a:pt x="326" y="32689"/>
                      <a:pt x="209" y="32730"/>
                      <a:pt x="134" y="32824"/>
                    </a:cubicBezTo>
                    <a:cubicBezTo>
                      <a:pt x="0" y="32991"/>
                      <a:pt x="0" y="33224"/>
                      <a:pt x="167" y="33357"/>
                    </a:cubicBezTo>
                    <a:cubicBezTo>
                      <a:pt x="1568" y="34558"/>
                      <a:pt x="3269" y="35225"/>
                      <a:pt x="5071" y="35326"/>
                    </a:cubicBezTo>
                    <a:lnTo>
                      <a:pt x="5404" y="35326"/>
                    </a:lnTo>
                    <a:cubicBezTo>
                      <a:pt x="6071" y="35326"/>
                      <a:pt x="6772" y="35192"/>
                      <a:pt x="7439" y="35025"/>
                    </a:cubicBezTo>
                    <a:lnTo>
                      <a:pt x="7439" y="35025"/>
                    </a:lnTo>
                    <a:cubicBezTo>
                      <a:pt x="4303" y="37761"/>
                      <a:pt x="1802" y="41230"/>
                      <a:pt x="200" y="45166"/>
                    </a:cubicBezTo>
                    <a:cubicBezTo>
                      <a:pt x="100" y="45366"/>
                      <a:pt x="200" y="45566"/>
                      <a:pt x="401" y="45666"/>
                    </a:cubicBezTo>
                    <a:cubicBezTo>
                      <a:pt x="434" y="45700"/>
                      <a:pt x="467" y="45700"/>
                      <a:pt x="534" y="45700"/>
                    </a:cubicBezTo>
                    <a:cubicBezTo>
                      <a:pt x="634" y="45700"/>
                      <a:pt x="801" y="45566"/>
                      <a:pt x="834" y="45433"/>
                    </a:cubicBezTo>
                    <a:cubicBezTo>
                      <a:pt x="3102" y="40029"/>
                      <a:pt x="7105" y="35492"/>
                      <a:pt x="12109" y="32524"/>
                    </a:cubicBezTo>
                    <a:lnTo>
                      <a:pt x="12109" y="32524"/>
                    </a:lnTo>
                    <a:cubicBezTo>
                      <a:pt x="8306" y="37994"/>
                      <a:pt x="7439" y="45433"/>
                      <a:pt x="10007" y="51604"/>
                    </a:cubicBezTo>
                    <a:cubicBezTo>
                      <a:pt x="10074" y="51771"/>
                      <a:pt x="10208" y="51871"/>
                      <a:pt x="10374" y="51871"/>
                    </a:cubicBezTo>
                    <a:lnTo>
                      <a:pt x="10541" y="51871"/>
                    </a:lnTo>
                    <a:cubicBezTo>
                      <a:pt x="10741" y="51771"/>
                      <a:pt x="10808" y="51570"/>
                      <a:pt x="10741" y="51370"/>
                    </a:cubicBezTo>
                    <a:cubicBezTo>
                      <a:pt x="8039" y="44966"/>
                      <a:pt x="9240" y="37027"/>
                      <a:pt x="13710" y="31690"/>
                    </a:cubicBezTo>
                    <a:cubicBezTo>
                      <a:pt x="14310" y="31389"/>
                      <a:pt x="14944" y="31123"/>
                      <a:pt x="15578" y="30856"/>
                    </a:cubicBezTo>
                    <a:cubicBezTo>
                      <a:pt x="18827" y="29533"/>
                      <a:pt x="22299" y="28874"/>
                      <a:pt x="25764" y="28874"/>
                    </a:cubicBezTo>
                    <a:cubicBezTo>
                      <a:pt x="29380" y="28874"/>
                      <a:pt x="32988" y="29592"/>
                      <a:pt x="36326" y="31022"/>
                    </a:cubicBezTo>
                    <a:cubicBezTo>
                      <a:pt x="36384" y="31057"/>
                      <a:pt x="36442" y="31072"/>
                      <a:pt x="36499" y="31072"/>
                    </a:cubicBezTo>
                    <a:cubicBezTo>
                      <a:pt x="36605" y="31072"/>
                      <a:pt x="36706" y="31021"/>
                      <a:pt x="36793" y="30956"/>
                    </a:cubicBezTo>
                    <a:cubicBezTo>
                      <a:pt x="36927" y="30822"/>
                      <a:pt x="36927" y="30622"/>
                      <a:pt x="36827" y="30489"/>
                    </a:cubicBezTo>
                    <a:cubicBezTo>
                      <a:pt x="33091" y="24685"/>
                      <a:pt x="32757" y="17046"/>
                      <a:pt x="35959" y="11008"/>
                    </a:cubicBezTo>
                    <a:cubicBezTo>
                      <a:pt x="39262" y="4804"/>
                      <a:pt x="46734" y="1535"/>
                      <a:pt x="51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2" name="Google Shape;952;p38"/>
              <p:cNvSpPr/>
              <p:nvPr/>
            </p:nvSpPr>
            <p:spPr>
              <a:xfrm>
                <a:off x="3127400" y="2115300"/>
                <a:ext cx="110950" cy="324425"/>
              </a:xfrm>
              <a:custGeom>
                <a:avLst/>
                <a:gdLst/>
                <a:ahLst/>
                <a:cxnLst/>
                <a:rect l="l" t="t" r="r" b="b"/>
                <a:pathLst>
                  <a:path w="4438" h="12977" extrusionOk="0">
                    <a:moveTo>
                      <a:pt x="4437" y="0"/>
                    </a:moveTo>
                    <a:lnTo>
                      <a:pt x="4437" y="0"/>
                    </a:lnTo>
                    <a:cubicBezTo>
                      <a:pt x="3837" y="500"/>
                      <a:pt x="3236" y="1001"/>
                      <a:pt x="2703" y="1568"/>
                    </a:cubicBezTo>
                    <a:cubicBezTo>
                      <a:pt x="2669" y="1568"/>
                      <a:pt x="2603" y="1501"/>
                      <a:pt x="2569" y="1501"/>
                    </a:cubicBezTo>
                    <a:cubicBezTo>
                      <a:pt x="701" y="4837"/>
                      <a:pt x="1" y="8840"/>
                      <a:pt x="735" y="12642"/>
                    </a:cubicBezTo>
                    <a:cubicBezTo>
                      <a:pt x="768" y="12843"/>
                      <a:pt x="935" y="12976"/>
                      <a:pt x="1101" y="12976"/>
                    </a:cubicBezTo>
                    <a:lnTo>
                      <a:pt x="1202" y="12976"/>
                    </a:lnTo>
                    <a:cubicBezTo>
                      <a:pt x="1402" y="12943"/>
                      <a:pt x="1535" y="12743"/>
                      <a:pt x="1502" y="12509"/>
                    </a:cubicBezTo>
                    <a:cubicBezTo>
                      <a:pt x="601" y="8139"/>
                      <a:pt x="1769" y="3503"/>
                      <a:pt x="44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3" name="Google Shape;953;p38"/>
              <p:cNvSpPr/>
              <p:nvPr/>
            </p:nvSpPr>
            <p:spPr>
              <a:xfrm>
                <a:off x="2431900" y="2518900"/>
                <a:ext cx="45900" cy="194350"/>
              </a:xfrm>
              <a:custGeom>
                <a:avLst/>
                <a:gdLst/>
                <a:ahLst/>
                <a:cxnLst/>
                <a:rect l="l" t="t" r="r" b="b"/>
                <a:pathLst>
                  <a:path w="1836" h="7774" extrusionOk="0">
                    <a:moveTo>
                      <a:pt x="801" y="1"/>
                    </a:moveTo>
                    <a:cubicBezTo>
                      <a:pt x="668" y="501"/>
                      <a:pt x="535" y="1035"/>
                      <a:pt x="468" y="1602"/>
                    </a:cubicBezTo>
                    <a:cubicBezTo>
                      <a:pt x="301" y="1635"/>
                      <a:pt x="134" y="1669"/>
                      <a:pt x="1" y="1702"/>
                    </a:cubicBezTo>
                    <a:cubicBezTo>
                      <a:pt x="34" y="3670"/>
                      <a:pt x="401" y="5638"/>
                      <a:pt x="1068" y="7506"/>
                    </a:cubicBezTo>
                    <a:cubicBezTo>
                      <a:pt x="1135" y="7673"/>
                      <a:pt x="1235" y="7773"/>
                      <a:pt x="1402" y="7773"/>
                    </a:cubicBezTo>
                    <a:lnTo>
                      <a:pt x="1535" y="7773"/>
                    </a:lnTo>
                    <a:cubicBezTo>
                      <a:pt x="1735" y="7673"/>
                      <a:pt x="1835" y="7473"/>
                      <a:pt x="1802" y="7273"/>
                    </a:cubicBezTo>
                    <a:cubicBezTo>
                      <a:pt x="968" y="4938"/>
                      <a:pt x="635" y="2469"/>
                      <a:pt x="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4" name="Google Shape;954;p38"/>
              <p:cNvSpPr/>
              <p:nvPr/>
            </p:nvSpPr>
            <p:spPr>
              <a:xfrm>
                <a:off x="2245950" y="2274575"/>
                <a:ext cx="673825" cy="1328475"/>
              </a:xfrm>
              <a:custGeom>
                <a:avLst/>
                <a:gdLst/>
                <a:ahLst/>
                <a:cxnLst/>
                <a:rect l="l" t="t" r="r" b="b"/>
                <a:pathLst>
                  <a:path w="26953" h="53139" extrusionOk="0">
                    <a:moveTo>
                      <a:pt x="22683" y="0"/>
                    </a:moveTo>
                    <a:lnTo>
                      <a:pt x="22683" y="0"/>
                    </a:lnTo>
                    <a:cubicBezTo>
                      <a:pt x="22516" y="334"/>
                      <a:pt x="22349" y="634"/>
                      <a:pt x="22183" y="968"/>
                    </a:cubicBezTo>
                    <a:cubicBezTo>
                      <a:pt x="22083" y="968"/>
                      <a:pt x="21983" y="934"/>
                      <a:pt x="21849" y="934"/>
                    </a:cubicBezTo>
                    <a:cubicBezTo>
                      <a:pt x="21782" y="1835"/>
                      <a:pt x="21816" y="2736"/>
                      <a:pt x="21916" y="3570"/>
                    </a:cubicBezTo>
                    <a:cubicBezTo>
                      <a:pt x="22249" y="6505"/>
                      <a:pt x="23584" y="9140"/>
                      <a:pt x="25585" y="10941"/>
                    </a:cubicBezTo>
                    <a:cubicBezTo>
                      <a:pt x="21015" y="11675"/>
                      <a:pt x="16846" y="13677"/>
                      <a:pt x="13510" y="16746"/>
                    </a:cubicBezTo>
                    <a:cubicBezTo>
                      <a:pt x="11075" y="18947"/>
                      <a:pt x="9107" y="21683"/>
                      <a:pt x="7772" y="24751"/>
                    </a:cubicBezTo>
                    <a:cubicBezTo>
                      <a:pt x="5171" y="24818"/>
                      <a:pt x="2635" y="26486"/>
                      <a:pt x="1334" y="29021"/>
                    </a:cubicBezTo>
                    <a:cubicBezTo>
                      <a:pt x="167" y="31289"/>
                      <a:pt x="0" y="34125"/>
                      <a:pt x="801" y="36860"/>
                    </a:cubicBezTo>
                    <a:cubicBezTo>
                      <a:pt x="1468" y="39162"/>
                      <a:pt x="2802" y="41430"/>
                      <a:pt x="4804" y="43632"/>
                    </a:cubicBezTo>
                    <a:cubicBezTo>
                      <a:pt x="5337" y="44199"/>
                      <a:pt x="5938" y="44799"/>
                      <a:pt x="6471" y="45333"/>
                    </a:cubicBezTo>
                    <a:cubicBezTo>
                      <a:pt x="7305" y="46167"/>
                      <a:pt x="8139" y="47034"/>
                      <a:pt x="8907" y="47968"/>
                    </a:cubicBezTo>
                    <a:cubicBezTo>
                      <a:pt x="10308" y="49703"/>
                      <a:pt x="11075" y="51437"/>
                      <a:pt x="11141" y="53038"/>
                    </a:cubicBezTo>
                    <a:cubicBezTo>
                      <a:pt x="11408" y="53105"/>
                      <a:pt x="11642" y="53138"/>
                      <a:pt x="11909" y="53138"/>
                    </a:cubicBezTo>
                    <a:lnTo>
                      <a:pt x="11909" y="53105"/>
                    </a:lnTo>
                    <a:cubicBezTo>
                      <a:pt x="11809" y="51270"/>
                      <a:pt x="10975" y="49369"/>
                      <a:pt x="9474" y="47501"/>
                    </a:cubicBezTo>
                    <a:cubicBezTo>
                      <a:pt x="8706" y="46534"/>
                      <a:pt x="7839" y="45666"/>
                      <a:pt x="7005" y="44832"/>
                    </a:cubicBezTo>
                    <a:cubicBezTo>
                      <a:pt x="6471" y="44299"/>
                      <a:pt x="5904" y="43765"/>
                      <a:pt x="5371" y="43165"/>
                    </a:cubicBezTo>
                    <a:cubicBezTo>
                      <a:pt x="3469" y="41030"/>
                      <a:pt x="2168" y="38861"/>
                      <a:pt x="1535" y="36693"/>
                    </a:cubicBezTo>
                    <a:cubicBezTo>
                      <a:pt x="767" y="34158"/>
                      <a:pt x="968" y="31523"/>
                      <a:pt x="2002" y="29455"/>
                    </a:cubicBezTo>
                    <a:cubicBezTo>
                      <a:pt x="3136" y="27320"/>
                      <a:pt x="5271" y="25819"/>
                      <a:pt x="7439" y="25619"/>
                    </a:cubicBezTo>
                    <a:lnTo>
                      <a:pt x="7439" y="25619"/>
                    </a:lnTo>
                    <a:cubicBezTo>
                      <a:pt x="7005" y="26753"/>
                      <a:pt x="6638" y="27954"/>
                      <a:pt x="6338" y="29155"/>
                    </a:cubicBezTo>
                    <a:cubicBezTo>
                      <a:pt x="6305" y="29355"/>
                      <a:pt x="6438" y="29588"/>
                      <a:pt x="6638" y="29622"/>
                    </a:cubicBezTo>
                    <a:lnTo>
                      <a:pt x="6738" y="29622"/>
                    </a:lnTo>
                    <a:cubicBezTo>
                      <a:pt x="6905" y="29622"/>
                      <a:pt x="7072" y="29488"/>
                      <a:pt x="7105" y="29321"/>
                    </a:cubicBezTo>
                    <a:cubicBezTo>
                      <a:pt x="8106" y="24751"/>
                      <a:pt x="10608" y="20482"/>
                      <a:pt x="14077" y="17313"/>
                    </a:cubicBezTo>
                    <a:cubicBezTo>
                      <a:pt x="17479" y="14177"/>
                      <a:pt x="21816" y="12242"/>
                      <a:pt x="26586" y="11609"/>
                    </a:cubicBezTo>
                    <a:cubicBezTo>
                      <a:pt x="26753" y="11575"/>
                      <a:pt x="26853" y="11475"/>
                      <a:pt x="26919" y="11308"/>
                    </a:cubicBezTo>
                    <a:cubicBezTo>
                      <a:pt x="26953" y="11142"/>
                      <a:pt x="26853" y="10975"/>
                      <a:pt x="26753" y="10908"/>
                    </a:cubicBezTo>
                    <a:cubicBezTo>
                      <a:pt x="24484" y="9274"/>
                      <a:pt x="23017" y="6572"/>
                      <a:pt x="22650" y="3469"/>
                    </a:cubicBezTo>
                    <a:cubicBezTo>
                      <a:pt x="22516" y="2335"/>
                      <a:pt x="22516" y="1168"/>
                      <a:pt x="226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5" name="Google Shape;955;p38"/>
              <p:cNvSpPr/>
              <p:nvPr/>
            </p:nvSpPr>
            <p:spPr>
              <a:xfrm>
                <a:off x="3903800" y="2189500"/>
                <a:ext cx="197650" cy="154300"/>
              </a:xfrm>
              <a:custGeom>
                <a:avLst/>
                <a:gdLst/>
                <a:ahLst/>
                <a:cxnLst/>
                <a:rect l="l" t="t" r="r" b="b"/>
                <a:pathLst>
                  <a:path w="7906" h="6172" extrusionOk="0">
                    <a:moveTo>
                      <a:pt x="6905" y="1"/>
                    </a:moveTo>
                    <a:cubicBezTo>
                      <a:pt x="4203" y="1268"/>
                      <a:pt x="1835" y="3170"/>
                      <a:pt x="134" y="5538"/>
                    </a:cubicBezTo>
                    <a:cubicBezTo>
                      <a:pt x="0" y="5772"/>
                      <a:pt x="34" y="5972"/>
                      <a:pt x="200" y="6105"/>
                    </a:cubicBezTo>
                    <a:cubicBezTo>
                      <a:pt x="234" y="6139"/>
                      <a:pt x="334" y="6172"/>
                      <a:pt x="400" y="6172"/>
                    </a:cubicBezTo>
                    <a:cubicBezTo>
                      <a:pt x="534" y="6172"/>
                      <a:pt x="667" y="6105"/>
                      <a:pt x="734" y="6005"/>
                    </a:cubicBezTo>
                    <a:cubicBezTo>
                      <a:pt x="2535" y="3537"/>
                      <a:pt x="5070" y="1602"/>
                      <a:pt x="7906" y="435"/>
                    </a:cubicBezTo>
                    <a:cubicBezTo>
                      <a:pt x="7706" y="435"/>
                      <a:pt x="7539" y="468"/>
                      <a:pt x="7339" y="501"/>
                    </a:cubicBezTo>
                    <a:cubicBezTo>
                      <a:pt x="7205" y="334"/>
                      <a:pt x="7072" y="168"/>
                      <a:pt x="69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6" name="Google Shape;956;p38"/>
              <p:cNvSpPr/>
              <p:nvPr/>
            </p:nvSpPr>
            <p:spPr>
              <a:xfrm>
                <a:off x="4279900" y="2342950"/>
                <a:ext cx="201000" cy="42550"/>
              </a:xfrm>
              <a:custGeom>
                <a:avLst/>
                <a:gdLst/>
                <a:ahLst/>
                <a:cxnLst/>
                <a:rect l="l" t="t" r="r" b="b"/>
                <a:pathLst>
                  <a:path w="8040" h="1702" extrusionOk="0">
                    <a:moveTo>
                      <a:pt x="5137" y="1"/>
                    </a:moveTo>
                    <a:cubicBezTo>
                      <a:pt x="3503" y="167"/>
                      <a:pt x="1868" y="501"/>
                      <a:pt x="300" y="968"/>
                    </a:cubicBezTo>
                    <a:cubicBezTo>
                      <a:pt x="100" y="1001"/>
                      <a:pt x="0" y="1201"/>
                      <a:pt x="34" y="1402"/>
                    </a:cubicBezTo>
                    <a:cubicBezTo>
                      <a:pt x="67" y="1635"/>
                      <a:pt x="267" y="1702"/>
                      <a:pt x="401" y="1702"/>
                    </a:cubicBezTo>
                    <a:lnTo>
                      <a:pt x="534" y="1702"/>
                    </a:lnTo>
                    <a:cubicBezTo>
                      <a:pt x="3002" y="1001"/>
                      <a:pt x="5504" y="634"/>
                      <a:pt x="8039" y="634"/>
                    </a:cubicBezTo>
                    <a:cubicBezTo>
                      <a:pt x="7483" y="545"/>
                      <a:pt x="6913" y="501"/>
                      <a:pt x="6327" y="501"/>
                    </a:cubicBezTo>
                    <a:cubicBezTo>
                      <a:pt x="6034" y="501"/>
                      <a:pt x="5738" y="512"/>
                      <a:pt x="5437" y="534"/>
                    </a:cubicBezTo>
                    <a:cubicBezTo>
                      <a:pt x="5337" y="334"/>
                      <a:pt x="5271" y="167"/>
                      <a:pt x="5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7" name="Google Shape;957;p38"/>
              <p:cNvSpPr/>
              <p:nvPr/>
            </p:nvSpPr>
            <p:spPr>
              <a:xfrm>
                <a:off x="4512550" y="2585625"/>
                <a:ext cx="201000" cy="61725"/>
              </a:xfrm>
              <a:custGeom>
                <a:avLst/>
                <a:gdLst/>
                <a:ahLst/>
                <a:cxnLst/>
                <a:rect l="l" t="t" r="r" b="b"/>
                <a:pathLst>
                  <a:path w="8040" h="2469" extrusionOk="0">
                    <a:moveTo>
                      <a:pt x="368" y="1"/>
                    </a:moveTo>
                    <a:cubicBezTo>
                      <a:pt x="134" y="1"/>
                      <a:pt x="1" y="167"/>
                      <a:pt x="1" y="367"/>
                    </a:cubicBezTo>
                    <a:cubicBezTo>
                      <a:pt x="1" y="601"/>
                      <a:pt x="168" y="768"/>
                      <a:pt x="368" y="768"/>
                    </a:cubicBezTo>
                    <a:cubicBezTo>
                      <a:pt x="3036" y="834"/>
                      <a:pt x="5638" y="1435"/>
                      <a:pt x="8040" y="2469"/>
                    </a:cubicBezTo>
                    <a:lnTo>
                      <a:pt x="8040" y="1635"/>
                    </a:lnTo>
                    <a:cubicBezTo>
                      <a:pt x="5638" y="634"/>
                      <a:pt x="3003" y="34"/>
                      <a:pt x="3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8" name="Google Shape;958;p38"/>
              <p:cNvSpPr/>
              <p:nvPr/>
            </p:nvSpPr>
            <p:spPr>
              <a:xfrm>
                <a:off x="2953125" y="2998625"/>
                <a:ext cx="1528600" cy="655300"/>
              </a:xfrm>
              <a:custGeom>
                <a:avLst/>
                <a:gdLst/>
                <a:ahLst/>
                <a:cxnLst/>
                <a:rect l="l" t="t" r="r" b="b"/>
                <a:pathLst>
                  <a:path w="61144" h="26212" extrusionOk="0">
                    <a:moveTo>
                      <a:pt x="21559" y="0"/>
                    </a:moveTo>
                    <a:cubicBezTo>
                      <a:pt x="21508" y="0"/>
                      <a:pt x="21458" y="8"/>
                      <a:pt x="21415" y="26"/>
                    </a:cubicBezTo>
                    <a:cubicBezTo>
                      <a:pt x="17112" y="2361"/>
                      <a:pt x="14110" y="6864"/>
                      <a:pt x="13576" y="11701"/>
                    </a:cubicBezTo>
                    <a:cubicBezTo>
                      <a:pt x="13510" y="12435"/>
                      <a:pt x="13443" y="13168"/>
                      <a:pt x="13443" y="13836"/>
                    </a:cubicBezTo>
                    <a:cubicBezTo>
                      <a:pt x="13410" y="14670"/>
                      <a:pt x="13376" y="15503"/>
                      <a:pt x="13276" y="16337"/>
                    </a:cubicBezTo>
                    <a:cubicBezTo>
                      <a:pt x="13109" y="17438"/>
                      <a:pt x="12709" y="19473"/>
                      <a:pt x="11442" y="20507"/>
                    </a:cubicBezTo>
                    <a:cubicBezTo>
                      <a:pt x="10241" y="21274"/>
                      <a:pt x="9173" y="22142"/>
                      <a:pt x="8173" y="23109"/>
                    </a:cubicBezTo>
                    <a:cubicBezTo>
                      <a:pt x="8239" y="21274"/>
                      <a:pt x="7339" y="19540"/>
                      <a:pt x="6705" y="18639"/>
                    </a:cubicBezTo>
                    <a:cubicBezTo>
                      <a:pt x="6171" y="17872"/>
                      <a:pt x="5571" y="17171"/>
                      <a:pt x="5004" y="16471"/>
                    </a:cubicBezTo>
                    <a:cubicBezTo>
                      <a:pt x="4403" y="15804"/>
                      <a:pt x="3836" y="15103"/>
                      <a:pt x="3336" y="14369"/>
                    </a:cubicBezTo>
                    <a:cubicBezTo>
                      <a:pt x="1501" y="11701"/>
                      <a:pt x="734" y="8265"/>
                      <a:pt x="1268" y="4863"/>
                    </a:cubicBezTo>
                    <a:cubicBezTo>
                      <a:pt x="1334" y="4662"/>
                      <a:pt x="1168" y="4462"/>
                      <a:pt x="934" y="4462"/>
                    </a:cubicBezTo>
                    <a:cubicBezTo>
                      <a:pt x="917" y="4459"/>
                      <a:pt x="899" y="4458"/>
                      <a:pt x="882" y="4458"/>
                    </a:cubicBezTo>
                    <a:cubicBezTo>
                      <a:pt x="701" y="4458"/>
                      <a:pt x="534" y="4613"/>
                      <a:pt x="534" y="4796"/>
                    </a:cubicBezTo>
                    <a:cubicBezTo>
                      <a:pt x="0" y="8332"/>
                      <a:pt x="767" y="12001"/>
                      <a:pt x="2702" y="14836"/>
                    </a:cubicBezTo>
                    <a:cubicBezTo>
                      <a:pt x="3236" y="15604"/>
                      <a:pt x="3836" y="16304"/>
                      <a:pt x="4403" y="17005"/>
                    </a:cubicBezTo>
                    <a:cubicBezTo>
                      <a:pt x="5004" y="17672"/>
                      <a:pt x="5571" y="18372"/>
                      <a:pt x="6071" y="19106"/>
                    </a:cubicBezTo>
                    <a:cubicBezTo>
                      <a:pt x="6738" y="20040"/>
                      <a:pt x="7772" y="22008"/>
                      <a:pt x="7272" y="23876"/>
                    </a:cubicBezTo>
                    <a:lnTo>
                      <a:pt x="7272" y="24010"/>
                    </a:lnTo>
                    <a:cubicBezTo>
                      <a:pt x="6838" y="24510"/>
                      <a:pt x="6405" y="25044"/>
                      <a:pt x="6004" y="25611"/>
                    </a:cubicBezTo>
                    <a:cubicBezTo>
                      <a:pt x="5871" y="25778"/>
                      <a:pt x="5904" y="26011"/>
                      <a:pt x="6071" y="26144"/>
                    </a:cubicBezTo>
                    <a:cubicBezTo>
                      <a:pt x="6171" y="26178"/>
                      <a:pt x="6204" y="26211"/>
                      <a:pt x="6271" y="26211"/>
                    </a:cubicBezTo>
                    <a:cubicBezTo>
                      <a:pt x="6405" y="26211"/>
                      <a:pt x="6538" y="26178"/>
                      <a:pt x="6571" y="26044"/>
                    </a:cubicBezTo>
                    <a:cubicBezTo>
                      <a:pt x="9207" y="22442"/>
                      <a:pt x="13443" y="19640"/>
                      <a:pt x="18547" y="18172"/>
                    </a:cubicBezTo>
                    <a:cubicBezTo>
                      <a:pt x="18613" y="18139"/>
                      <a:pt x="18713" y="18139"/>
                      <a:pt x="18780" y="18105"/>
                    </a:cubicBezTo>
                    <a:cubicBezTo>
                      <a:pt x="21215" y="18806"/>
                      <a:pt x="23317" y="20474"/>
                      <a:pt x="24484" y="22642"/>
                    </a:cubicBezTo>
                    <a:cubicBezTo>
                      <a:pt x="24551" y="22775"/>
                      <a:pt x="24684" y="22842"/>
                      <a:pt x="24818" y="22842"/>
                    </a:cubicBezTo>
                    <a:cubicBezTo>
                      <a:pt x="24851" y="22842"/>
                      <a:pt x="24918" y="22842"/>
                      <a:pt x="24985" y="22809"/>
                    </a:cubicBezTo>
                    <a:cubicBezTo>
                      <a:pt x="25151" y="22709"/>
                      <a:pt x="25218" y="22475"/>
                      <a:pt x="25151" y="22308"/>
                    </a:cubicBezTo>
                    <a:cubicBezTo>
                      <a:pt x="24051" y="20307"/>
                      <a:pt x="22249" y="18706"/>
                      <a:pt x="20148" y="17838"/>
                    </a:cubicBezTo>
                    <a:cubicBezTo>
                      <a:pt x="22757" y="17245"/>
                      <a:pt x="25569" y="16973"/>
                      <a:pt x="28871" y="16973"/>
                    </a:cubicBezTo>
                    <a:cubicBezTo>
                      <a:pt x="30212" y="16973"/>
                      <a:pt x="31635" y="17018"/>
                      <a:pt x="33157" y="17105"/>
                    </a:cubicBezTo>
                    <a:cubicBezTo>
                      <a:pt x="35325" y="17205"/>
                      <a:pt x="37560" y="17438"/>
                      <a:pt x="39695" y="17605"/>
                    </a:cubicBezTo>
                    <a:cubicBezTo>
                      <a:pt x="40729" y="17672"/>
                      <a:pt x="41830" y="17805"/>
                      <a:pt x="42897" y="17872"/>
                    </a:cubicBezTo>
                    <a:lnTo>
                      <a:pt x="42931" y="17939"/>
                    </a:lnTo>
                    <a:cubicBezTo>
                      <a:pt x="44865" y="18873"/>
                      <a:pt x="46333" y="20807"/>
                      <a:pt x="46700" y="22975"/>
                    </a:cubicBezTo>
                    <a:cubicBezTo>
                      <a:pt x="46733" y="23142"/>
                      <a:pt x="46900" y="23309"/>
                      <a:pt x="47067" y="23309"/>
                    </a:cubicBezTo>
                    <a:lnTo>
                      <a:pt x="47167" y="23309"/>
                    </a:lnTo>
                    <a:cubicBezTo>
                      <a:pt x="47367" y="23276"/>
                      <a:pt x="47501" y="23042"/>
                      <a:pt x="47434" y="22842"/>
                    </a:cubicBezTo>
                    <a:cubicBezTo>
                      <a:pt x="47100" y="20941"/>
                      <a:pt x="45966" y="19173"/>
                      <a:pt x="44432" y="18005"/>
                    </a:cubicBezTo>
                    <a:lnTo>
                      <a:pt x="44432" y="18005"/>
                    </a:lnTo>
                    <a:cubicBezTo>
                      <a:pt x="45599" y="18105"/>
                      <a:pt x="46767" y="18172"/>
                      <a:pt x="47934" y="18205"/>
                    </a:cubicBezTo>
                    <a:cubicBezTo>
                      <a:pt x="48483" y="18223"/>
                      <a:pt x="49049" y="18234"/>
                      <a:pt x="49625" y="18234"/>
                    </a:cubicBezTo>
                    <a:cubicBezTo>
                      <a:pt x="53499" y="18234"/>
                      <a:pt x="57870" y="17707"/>
                      <a:pt x="60977" y="14803"/>
                    </a:cubicBezTo>
                    <a:cubicBezTo>
                      <a:pt x="61144" y="14670"/>
                      <a:pt x="61144" y="14436"/>
                      <a:pt x="61044" y="14269"/>
                    </a:cubicBezTo>
                    <a:cubicBezTo>
                      <a:pt x="60968" y="14175"/>
                      <a:pt x="60861" y="14134"/>
                      <a:pt x="60753" y="14134"/>
                    </a:cubicBezTo>
                    <a:cubicBezTo>
                      <a:pt x="60668" y="14134"/>
                      <a:pt x="60583" y="14159"/>
                      <a:pt x="60510" y="14203"/>
                    </a:cubicBezTo>
                    <a:cubicBezTo>
                      <a:pt x="57841" y="16671"/>
                      <a:pt x="54105" y="17338"/>
                      <a:pt x="50636" y="17405"/>
                    </a:cubicBezTo>
                    <a:cubicBezTo>
                      <a:pt x="54472" y="14203"/>
                      <a:pt x="56807" y="9199"/>
                      <a:pt x="56774" y="4162"/>
                    </a:cubicBezTo>
                    <a:cubicBezTo>
                      <a:pt x="56774" y="3962"/>
                      <a:pt x="56607" y="3795"/>
                      <a:pt x="56407" y="3795"/>
                    </a:cubicBezTo>
                    <a:cubicBezTo>
                      <a:pt x="56207" y="3795"/>
                      <a:pt x="56040" y="3962"/>
                      <a:pt x="56040" y="4162"/>
                    </a:cubicBezTo>
                    <a:cubicBezTo>
                      <a:pt x="56107" y="9232"/>
                      <a:pt x="53605" y="14303"/>
                      <a:pt x="49535" y="17338"/>
                    </a:cubicBezTo>
                    <a:lnTo>
                      <a:pt x="49469" y="17371"/>
                    </a:lnTo>
                    <a:cubicBezTo>
                      <a:pt x="48968" y="17371"/>
                      <a:pt x="48535" y="17371"/>
                      <a:pt x="48034" y="17338"/>
                    </a:cubicBezTo>
                    <a:cubicBezTo>
                      <a:pt x="45266" y="17271"/>
                      <a:pt x="42464" y="17005"/>
                      <a:pt x="39762" y="16771"/>
                    </a:cubicBezTo>
                    <a:cubicBezTo>
                      <a:pt x="37594" y="16538"/>
                      <a:pt x="35392" y="16371"/>
                      <a:pt x="33190" y="16271"/>
                    </a:cubicBezTo>
                    <a:cubicBezTo>
                      <a:pt x="32857" y="16271"/>
                      <a:pt x="32557" y="16204"/>
                      <a:pt x="32256" y="16204"/>
                    </a:cubicBezTo>
                    <a:cubicBezTo>
                      <a:pt x="34258" y="15470"/>
                      <a:pt x="36359" y="14069"/>
                      <a:pt x="38594" y="12034"/>
                    </a:cubicBezTo>
                    <a:cubicBezTo>
                      <a:pt x="41096" y="9799"/>
                      <a:pt x="43064" y="7031"/>
                      <a:pt x="45032" y="4396"/>
                    </a:cubicBezTo>
                    <a:cubicBezTo>
                      <a:pt x="45132" y="4262"/>
                      <a:pt x="45099" y="3995"/>
                      <a:pt x="44932" y="3862"/>
                    </a:cubicBezTo>
                    <a:cubicBezTo>
                      <a:pt x="44871" y="3813"/>
                      <a:pt x="44801" y="3791"/>
                      <a:pt x="44730" y="3791"/>
                    </a:cubicBezTo>
                    <a:cubicBezTo>
                      <a:pt x="44607" y="3791"/>
                      <a:pt x="44483" y="3856"/>
                      <a:pt x="44398" y="3962"/>
                    </a:cubicBezTo>
                    <a:cubicBezTo>
                      <a:pt x="42464" y="6564"/>
                      <a:pt x="40529" y="9299"/>
                      <a:pt x="38094" y="11501"/>
                    </a:cubicBezTo>
                    <a:cubicBezTo>
                      <a:pt x="35025" y="14303"/>
                      <a:pt x="32223" y="15837"/>
                      <a:pt x="29588" y="16137"/>
                    </a:cubicBezTo>
                    <a:cubicBezTo>
                      <a:pt x="29297" y="16133"/>
                      <a:pt x="29009" y="16131"/>
                      <a:pt x="28724" y="16131"/>
                    </a:cubicBezTo>
                    <a:cubicBezTo>
                      <a:pt x="24739" y="16131"/>
                      <a:pt x="21400" y="16566"/>
                      <a:pt x="18380" y="17438"/>
                    </a:cubicBezTo>
                    <a:cubicBezTo>
                      <a:pt x="16512" y="17972"/>
                      <a:pt x="14711" y="18672"/>
                      <a:pt x="13076" y="19540"/>
                    </a:cubicBezTo>
                    <a:cubicBezTo>
                      <a:pt x="13610" y="18472"/>
                      <a:pt x="13910" y="17271"/>
                      <a:pt x="14010" y="16471"/>
                    </a:cubicBezTo>
                    <a:cubicBezTo>
                      <a:pt x="14110" y="15604"/>
                      <a:pt x="14177" y="14703"/>
                      <a:pt x="14210" y="13869"/>
                    </a:cubicBezTo>
                    <a:cubicBezTo>
                      <a:pt x="14244" y="13202"/>
                      <a:pt x="14244" y="12468"/>
                      <a:pt x="14344" y="11801"/>
                    </a:cubicBezTo>
                    <a:cubicBezTo>
                      <a:pt x="14844" y="7164"/>
                      <a:pt x="17679" y="2928"/>
                      <a:pt x="21749" y="693"/>
                    </a:cubicBezTo>
                    <a:cubicBezTo>
                      <a:pt x="21916" y="626"/>
                      <a:pt x="22016" y="359"/>
                      <a:pt x="21916" y="193"/>
                    </a:cubicBezTo>
                    <a:cubicBezTo>
                      <a:pt x="21866" y="69"/>
                      <a:pt x="21707" y="0"/>
                      <a:pt x="215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9" name="Google Shape;959;p38"/>
              <p:cNvSpPr/>
              <p:nvPr/>
            </p:nvSpPr>
            <p:spPr>
              <a:xfrm>
                <a:off x="4821125" y="3255800"/>
                <a:ext cx="151800" cy="67875"/>
              </a:xfrm>
              <a:custGeom>
                <a:avLst/>
                <a:gdLst/>
                <a:ahLst/>
                <a:cxnLst/>
                <a:rect l="l" t="t" r="r" b="b"/>
                <a:pathLst>
                  <a:path w="6072" h="2715" extrusionOk="0">
                    <a:moveTo>
                      <a:pt x="822" y="0"/>
                    </a:moveTo>
                    <a:cubicBezTo>
                      <a:pt x="671" y="0"/>
                      <a:pt x="519" y="4"/>
                      <a:pt x="367" y="13"/>
                    </a:cubicBezTo>
                    <a:cubicBezTo>
                      <a:pt x="167" y="13"/>
                      <a:pt x="0" y="180"/>
                      <a:pt x="0" y="380"/>
                    </a:cubicBezTo>
                    <a:cubicBezTo>
                      <a:pt x="0" y="580"/>
                      <a:pt x="167" y="747"/>
                      <a:pt x="367" y="747"/>
                    </a:cubicBezTo>
                    <a:cubicBezTo>
                      <a:pt x="490" y="741"/>
                      <a:pt x="613" y="738"/>
                      <a:pt x="737" y="738"/>
                    </a:cubicBezTo>
                    <a:cubicBezTo>
                      <a:pt x="2654" y="738"/>
                      <a:pt x="4598" y="1461"/>
                      <a:pt x="6071" y="2715"/>
                    </a:cubicBezTo>
                    <a:cubicBezTo>
                      <a:pt x="5838" y="2314"/>
                      <a:pt x="5537" y="1881"/>
                      <a:pt x="5337" y="1547"/>
                    </a:cubicBezTo>
                    <a:cubicBezTo>
                      <a:pt x="5371" y="1480"/>
                      <a:pt x="5404" y="1414"/>
                      <a:pt x="5471" y="1347"/>
                    </a:cubicBezTo>
                    <a:cubicBezTo>
                      <a:pt x="4096" y="492"/>
                      <a:pt x="2470" y="0"/>
                      <a:pt x="8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0" name="Google Shape;960;p38"/>
              <p:cNvSpPr/>
              <p:nvPr/>
            </p:nvSpPr>
            <p:spPr>
              <a:xfrm>
                <a:off x="4837800" y="3511300"/>
                <a:ext cx="171800" cy="154300"/>
              </a:xfrm>
              <a:custGeom>
                <a:avLst/>
                <a:gdLst/>
                <a:ahLst/>
                <a:cxnLst/>
                <a:rect l="l" t="t" r="r" b="b"/>
                <a:pathLst>
                  <a:path w="6872" h="6172" extrusionOk="0">
                    <a:moveTo>
                      <a:pt x="367" y="0"/>
                    </a:moveTo>
                    <a:cubicBezTo>
                      <a:pt x="200" y="0"/>
                      <a:pt x="0" y="167"/>
                      <a:pt x="0" y="367"/>
                    </a:cubicBezTo>
                    <a:cubicBezTo>
                      <a:pt x="0" y="600"/>
                      <a:pt x="167" y="767"/>
                      <a:pt x="367" y="767"/>
                    </a:cubicBezTo>
                    <a:cubicBezTo>
                      <a:pt x="1868" y="801"/>
                      <a:pt x="3336" y="1334"/>
                      <a:pt x="4503" y="2302"/>
                    </a:cubicBezTo>
                    <a:cubicBezTo>
                      <a:pt x="5671" y="3269"/>
                      <a:pt x="6505" y="4603"/>
                      <a:pt x="6838" y="6038"/>
                    </a:cubicBezTo>
                    <a:cubicBezTo>
                      <a:pt x="6838" y="6104"/>
                      <a:pt x="6838" y="6138"/>
                      <a:pt x="6872" y="6171"/>
                    </a:cubicBezTo>
                    <a:cubicBezTo>
                      <a:pt x="6705" y="5304"/>
                      <a:pt x="6538" y="4370"/>
                      <a:pt x="6238" y="3536"/>
                    </a:cubicBezTo>
                    <a:cubicBezTo>
                      <a:pt x="6338" y="3469"/>
                      <a:pt x="6371" y="3436"/>
                      <a:pt x="6405" y="3336"/>
                    </a:cubicBezTo>
                    <a:cubicBezTo>
                      <a:pt x="6004" y="2702"/>
                      <a:pt x="5537" y="2168"/>
                      <a:pt x="4937" y="1701"/>
                    </a:cubicBezTo>
                    <a:cubicBezTo>
                      <a:pt x="3669" y="667"/>
                      <a:pt x="2035" y="33"/>
                      <a:pt x="3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1" name="Google Shape;961;p38"/>
              <p:cNvSpPr/>
              <p:nvPr/>
            </p:nvSpPr>
            <p:spPr>
              <a:xfrm>
                <a:off x="4730225" y="3937200"/>
                <a:ext cx="104250" cy="167050"/>
              </a:xfrm>
              <a:custGeom>
                <a:avLst/>
                <a:gdLst/>
                <a:ahLst/>
                <a:cxnLst/>
                <a:rect l="l" t="t" r="r" b="b"/>
                <a:pathLst>
                  <a:path w="4170" h="6682" extrusionOk="0">
                    <a:moveTo>
                      <a:pt x="450" y="0"/>
                    </a:moveTo>
                    <a:cubicBezTo>
                      <a:pt x="344" y="0"/>
                      <a:pt x="240" y="51"/>
                      <a:pt x="167" y="143"/>
                    </a:cubicBezTo>
                    <a:cubicBezTo>
                      <a:pt x="0" y="310"/>
                      <a:pt x="33" y="577"/>
                      <a:pt x="200" y="677"/>
                    </a:cubicBezTo>
                    <a:cubicBezTo>
                      <a:pt x="2035" y="2111"/>
                      <a:pt x="3369" y="4179"/>
                      <a:pt x="3936" y="6481"/>
                    </a:cubicBezTo>
                    <a:cubicBezTo>
                      <a:pt x="3936" y="6581"/>
                      <a:pt x="4003" y="6648"/>
                      <a:pt x="4036" y="6681"/>
                    </a:cubicBezTo>
                    <a:cubicBezTo>
                      <a:pt x="3970" y="6014"/>
                      <a:pt x="3836" y="5347"/>
                      <a:pt x="3703" y="4680"/>
                    </a:cubicBezTo>
                    <a:cubicBezTo>
                      <a:pt x="3836" y="4646"/>
                      <a:pt x="3970" y="4646"/>
                      <a:pt x="4170" y="4646"/>
                    </a:cubicBezTo>
                    <a:cubicBezTo>
                      <a:pt x="3436" y="2845"/>
                      <a:pt x="2268" y="1277"/>
                      <a:pt x="701" y="110"/>
                    </a:cubicBezTo>
                    <a:cubicBezTo>
                      <a:pt x="625" y="35"/>
                      <a:pt x="537" y="0"/>
                      <a:pt x="4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2" name="Google Shape;962;p38"/>
              <p:cNvSpPr/>
              <p:nvPr/>
            </p:nvSpPr>
            <p:spPr>
              <a:xfrm>
                <a:off x="3774525" y="3791500"/>
                <a:ext cx="922350" cy="293550"/>
              </a:xfrm>
              <a:custGeom>
                <a:avLst/>
                <a:gdLst/>
                <a:ahLst/>
                <a:cxnLst/>
                <a:rect l="l" t="t" r="r" b="b"/>
                <a:pathLst>
                  <a:path w="36894" h="11742" extrusionOk="0">
                    <a:moveTo>
                      <a:pt x="36594" y="0"/>
                    </a:moveTo>
                    <a:cubicBezTo>
                      <a:pt x="36510" y="0"/>
                      <a:pt x="36410" y="33"/>
                      <a:pt x="36327" y="100"/>
                    </a:cubicBezTo>
                    <a:cubicBezTo>
                      <a:pt x="34159" y="1935"/>
                      <a:pt x="31256" y="3169"/>
                      <a:pt x="27987" y="3736"/>
                    </a:cubicBezTo>
                    <a:cubicBezTo>
                      <a:pt x="26615" y="3962"/>
                      <a:pt x="25152" y="4070"/>
                      <a:pt x="23542" y="4070"/>
                    </a:cubicBezTo>
                    <a:cubicBezTo>
                      <a:pt x="22060" y="4070"/>
                      <a:pt x="20455" y="3979"/>
                      <a:pt x="18681" y="3803"/>
                    </a:cubicBezTo>
                    <a:cubicBezTo>
                      <a:pt x="17847" y="3736"/>
                      <a:pt x="17013" y="3603"/>
                      <a:pt x="16179" y="3503"/>
                    </a:cubicBezTo>
                    <a:cubicBezTo>
                      <a:pt x="14028" y="3281"/>
                      <a:pt x="11877" y="3000"/>
                      <a:pt x="9668" y="3000"/>
                    </a:cubicBezTo>
                    <a:cubicBezTo>
                      <a:pt x="9548" y="3000"/>
                      <a:pt x="9428" y="3001"/>
                      <a:pt x="9307" y="3002"/>
                    </a:cubicBezTo>
                    <a:cubicBezTo>
                      <a:pt x="5571" y="3069"/>
                      <a:pt x="2536" y="3936"/>
                      <a:pt x="201" y="5637"/>
                    </a:cubicBezTo>
                    <a:cubicBezTo>
                      <a:pt x="34" y="5771"/>
                      <a:pt x="1" y="6004"/>
                      <a:pt x="134" y="6171"/>
                    </a:cubicBezTo>
                    <a:cubicBezTo>
                      <a:pt x="201" y="6271"/>
                      <a:pt x="334" y="6338"/>
                      <a:pt x="401" y="6338"/>
                    </a:cubicBezTo>
                    <a:cubicBezTo>
                      <a:pt x="501" y="6338"/>
                      <a:pt x="568" y="6305"/>
                      <a:pt x="601" y="6271"/>
                    </a:cubicBezTo>
                    <a:cubicBezTo>
                      <a:pt x="2769" y="4670"/>
                      <a:pt x="5705" y="3836"/>
                      <a:pt x="9241" y="3769"/>
                    </a:cubicBezTo>
                    <a:cubicBezTo>
                      <a:pt x="9370" y="3768"/>
                      <a:pt x="9500" y="3767"/>
                      <a:pt x="9630" y="3767"/>
                    </a:cubicBezTo>
                    <a:cubicBezTo>
                      <a:pt x="11768" y="3767"/>
                      <a:pt x="13905" y="4018"/>
                      <a:pt x="16012" y="4270"/>
                    </a:cubicBezTo>
                    <a:cubicBezTo>
                      <a:pt x="16379" y="4303"/>
                      <a:pt x="16746" y="4337"/>
                      <a:pt x="17080" y="4403"/>
                    </a:cubicBezTo>
                    <a:cubicBezTo>
                      <a:pt x="19882" y="4937"/>
                      <a:pt x="21750" y="5771"/>
                      <a:pt x="23751" y="7339"/>
                    </a:cubicBezTo>
                    <a:cubicBezTo>
                      <a:pt x="24185" y="7672"/>
                      <a:pt x="24552" y="7972"/>
                      <a:pt x="24952" y="8306"/>
                    </a:cubicBezTo>
                    <a:cubicBezTo>
                      <a:pt x="26520" y="9607"/>
                      <a:pt x="28121" y="10941"/>
                      <a:pt x="30089" y="11675"/>
                    </a:cubicBezTo>
                    <a:cubicBezTo>
                      <a:pt x="30156" y="11675"/>
                      <a:pt x="30189" y="11742"/>
                      <a:pt x="30222" y="11742"/>
                    </a:cubicBezTo>
                    <a:cubicBezTo>
                      <a:pt x="30389" y="11742"/>
                      <a:pt x="30523" y="11642"/>
                      <a:pt x="30589" y="11475"/>
                    </a:cubicBezTo>
                    <a:cubicBezTo>
                      <a:pt x="30689" y="11275"/>
                      <a:pt x="30556" y="11075"/>
                      <a:pt x="30389" y="10975"/>
                    </a:cubicBezTo>
                    <a:cubicBezTo>
                      <a:pt x="28555" y="10274"/>
                      <a:pt x="27020" y="8973"/>
                      <a:pt x="25452" y="7739"/>
                    </a:cubicBezTo>
                    <a:cubicBezTo>
                      <a:pt x="25052" y="7405"/>
                      <a:pt x="24685" y="7072"/>
                      <a:pt x="24251" y="6738"/>
                    </a:cubicBezTo>
                    <a:cubicBezTo>
                      <a:pt x="23184" y="5838"/>
                      <a:pt x="22117" y="5237"/>
                      <a:pt x="20982" y="4737"/>
                    </a:cubicBezTo>
                    <a:lnTo>
                      <a:pt x="20982" y="4737"/>
                    </a:lnTo>
                    <a:cubicBezTo>
                      <a:pt x="21752" y="4786"/>
                      <a:pt x="22493" y="4809"/>
                      <a:pt x="23209" y="4809"/>
                    </a:cubicBezTo>
                    <a:cubicBezTo>
                      <a:pt x="24945" y="4809"/>
                      <a:pt x="26533" y="4673"/>
                      <a:pt x="28021" y="4437"/>
                    </a:cubicBezTo>
                    <a:cubicBezTo>
                      <a:pt x="31423" y="3836"/>
                      <a:pt x="34425" y="2569"/>
                      <a:pt x="36727" y="634"/>
                    </a:cubicBezTo>
                    <a:cubicBezTo>
                      <a:pt x="36894" y="500"/>
                      <a:pt x="36894" y="267"/>
                      <a:pt x="36760" y="100"/>
                    </a:cubicBezTo>
                    <a:cubicBezTo>
                      <a:pt x="36744" y="33"/>
                      <a:pt x="36677" y="0"/>
                      <a:pt x="365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3" name="Google Shape;963;p38"/>
              <p:cNvSpPr/>
              <p:nvPr/>
            </p:nvSpPr>
            <p:spPr>
              <a:xfrm>
                <a:off x="2636225" y="2398925"/>
                <a:ext cx="368625" cy="213575"/>
              </a:xfrm>
              <a:custGeom>
                <a:avLst/>
                <a:gdLst/>
                <a:ahLst/>
                <a:cxnLst/>
                <a:rect l="l" t="t" r="r" b="b"/>
                <a:pathLst>
                  <a:path w="14745" h="8543" extrusionOk="0">
                    <a:moveTo>
                      <a:pt x="12442" y="0"/>
                    </a:moveTo>
                    <a:cubicBezTo>
                      <a:pt x="12269" y="0"/>
                      <a:pt x="12090" y="21"/>
                      <a:pt x="11909" y="63"/>
                    </a:cubicBezTo>
                    <a:cubicBezTo>
                      <a:pt x="8139" y="964"/>
                      <a:pt x="4504" y="2565"/>
                      <a:pt x="1335" y="4767"/>
                    </a:cubicBezTo>
                    <a:cubicBezTo>
                      <a:pt x="467" y="5334"/>
                      <a:pt x="0" y="6568"/>
                      <a:pt x="634" y="7502"/>
                    </a:cubicBezTo>
                    <a:cubicBezTo>
                      <a:pt x="997" y="8115"/>
                      <a:pt x="1716" y="8543"/>
                      <a:pt x="2423" y="8543"/>
                    </a:cubicBezTo>
                    <a:cubicBezTo>
                      <a:pt x="2754" y="8543"/>
                      <a:pt x="3082" y="8449"/>
                      <a:pt x="3369" y="8236"/>
                    </a:cubicBezTo>
                    <a:cubicBezTo>
                      <a:pt x="4870" y="7168"/>
                      <a:pt x="6472" y="6301"/>
                      <a:pt x="8139" y="5567"/>
                    </a:cubicBezTo>
                    <a:cubicBezTo>
                      <a:pt x="8173" y="5500"/>
                      <a:pt x="8473" y="5434"/>
                      <a:pt x="8506" y="5400"/>
                    </a:cubicBezTo>
                    <a:cubicBezTo>
                      <a:pt x="8673" y="5300"/>
                      <a:pt x="8873" y="5234"/>
                      <a:pt x="9040" y="5167"/>
                    </a:cubicBezTo>
                    <a:cubicBezTo>
                      <a:pt x="9474" y="5000"/>
                      <a:pt x="9874" y="4833"/>
                      <a:pt x="10308" y="4733"/>
                    </a:cubicBezTo>
                    <a:cubicBezTo>
                      <a:pt x="11175" y="4433"/>
                      <a:pt x="12076" y="4166"/>
                      <a:pt x="12976" y="3966"/>
                    </a:cubicBezTo>
                    <a:cubicBezTo>
                      <a:pt x="14044" y="3733"/>
                      <a:pt x="14744" y="2465"/>
                      <a:pt x="14411" y="1464"/>
                    </a:cubicBezTo>
                    <a:cubicBezTo>
                      <a:pt x="14130" y="567"/>
                      <a:pt x="13355" y="0"/>
                      <a:pt x="12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4" name="Google Shape;964;p38"/>
              <p:cNvSpPr/>
              <p:nvPr/>
            </p:nvSpPr>
            <p:spPr>
              <a:xfrm>
                <a:off x="3107275" y="2285825"/>
                <a:ext cx="914225" cy="154975"/>
              </a:xfrm>
              <a:custGeom>
                <a:avLst/>
                <a:gdLst/>
                <a:ahLst/>
                <a:cxnLst/>
                <a:rect l="l" t="t" r="r" b="b"/>
                <a:pathLst>
                  <a:path w="36569" h="6199" extrusionOk="0">
                    <a:moveTo>
                      <a:pt x="18391" y="1"/>
                    </a:moveTo>
                    <a:cubicBezTo>
                      <a:pt x="12977" y="1"/>
                      <a:pt x="7557" y="726"/>
                      <a:pt x="2307" y="2186"/>
                    </a:cubicBezTo>
                    <a:cubicBezTo>
                      <a:pt x="1" y="2831"/>
                      <a:pt x="699" y="6198"/>
                      <a:pt x="2808" y="6198"/>
                    </a:cubicBezTo>
                    <a:cubicBezTo>
                      <a:pt x="2987" y="6198"/>
                      <a:pt x="3176" y="6174"/>
                      <a:pt x="3374" y="6122"/>
                    </a:cubicBezTo>
                    <a:cubicBezTo>
                      <a:pt x="8307" y="4758"/>
                      <a:pt x="13367" y="4083"/>
                      <a:pt x="18427" y="4083"/>
                    </a:cubicBezTo>
                    <a:cubicBezTo>
                      <a:pt x="23391" y="4083"/>
                      <a:pt x="28355" y="4733"/>
                      <a:pt x="33195" y="6022"/>
                    </a:cubicBezTo>
                    <a:cubicBezTo>
                      <a:pt x="33391" y="6074"/>
                      <a:pt x="33578" y="6098"/>
                      <a:pt x="33755" y="6098"/>
                    </a:cubicBezTo>
                    <a:cubicBezTo>
                      <a:pt x="35842" y="6098"/>
                      <a:pt x="36569" y="2734"/>
                      <a:pt x="34263" y="2119"/>
                    </a:cubicBezTo>
                    <a:cubicBezTo>
                      <a:pt x="29089" y="709"/>
                      <a:pt x="23743" y="1"/>
                      <a:pt x="183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5" name="Google Shape;965;p38"/>
              <p:cNvSpPr/>
              <p:nvPr/>
            </p:nvSpPr>
            <p:spPr>
              <a:xfrm>
                <a:off x="2237600" y="3388700"/>
                <a:ext cx="2802025" cy="923525"/>
              </a:xfrm>
              <a:custGeom>
                <a:avLst/>
                <a:gdLst/>
                <a:ahLst/>
                <a:cxnLst/>
                <a:rect l="l" t="t" r="r" b="b"/>
                <a:pathLst>
                  <a:path w="112081" h="36941" extrusionOk="0">
                    <a:moveTo>
                      <a:pt x="14945" y="1"/>
                    </a:moveTo>
                    <a:lnTo>
                      <a:pt x="14945" y="1"/>
                    </a:lnTo>
                    <a:cubicBezTo>
                      <a:pt x="14845" y="1835"/>
                      <a:pt x="14878" y="3670"/>
                      <a:pt x="15178" y="5438"/>
                    </a:cubicBezTo>
                    <a:cubicBezTo>
                      <a:pt x="13855" y="5771"/>
                      <a:pt x="12494" y="5931"/>
                      <a:pt x="11131" y="5931"/>
                    </a:cubicBezTo>
                    <a:cubicBezTo>
                      <a:pt x="7167" y="5931"/>
                      <a:pt x="3177" y="4576"/>
                      <a:pt x="1" y="2169"/>
                    </a:cubicBezTo>
                    <a:lnTo>
                      <a:pt x="1" y="2169"/>
                    </a:lnTo>
                    <a:cubicBezTo>
                      <a:pt x="2769" y="5705"/>
                      <a:pt x="7039" y="8006"/>
                      <a:pt x="11509" y="8507"/>
                    </a:cubicBezTo>
                    <a:cubicBezTo>
                      <a:pt x="11776" y="8540"/>
                      <a:pt x="12009" y="8573"/>
                      <a:pt x="12276" y="8573"/>
                    </a:cubicBezTo>
                    <a:cubicBezTo>
                      <a:pt x="12610" y="8595"/>
                      <a:pt x="12942" y="8606"/>
                      <a:pt x="13274" y="8606"/>
                    </a:cubicBezTo>
                    <a:cubicBezTo>
                      <a:pt x="14464" y="8606"/>
                      <a:pt x="15638" y="8467"/>
                      <a:pt x="16813" y="8206"/>
                    </a:cubicBezTo>
                    <a:cubicBezTo>
                      <a:pt x="19995" y="10188"/>
                      <a:pt x="23742" y="11197"/>
                      <a:pt x="27483" y="11197"/>
                    </a:cubicBezTo>
                    <a:cubicBezTo>
                      <a:pt x="29978" y="11197"/>
                      <a:pt x="32470" y="10748"/>
                      <a:pt x="34792" y="9841"/>
                    </a:cubicBezTo>
                    <a:cubicBezTo>
                      <a:pt x="35126" y="9707"/>
                      <a:pt x="35393" y="9574"/>
                      <a:pt x="35693" y="9441"/>
                    </a:cubicBezTo>
                    <a:lnTo>
                      <a:pt x="35693" y="9441"/>
                    </a:lnTo>
                    <a:cubicBezTo>
                      <a:pt x="35559" y="9707"/>
                      <a:pt x="35493" y="9941"/>
                      <a:pt x="35393" y="10241"/>
                    </a:cubicBezTo>
                    <a:cubicBezTo>
                      <a:pt x="34158" y="14277"/>
                      <a:pt x="35893" y="19414"/>
                      <a:pt x="38328" y="22917"/>
                    </a:cubicBezTo>
                    <a:cubicBezTo>
                      <a:pt x="40863" y="26620"/>
                      <a:pt x="44999" y="29121"/>
                      <a:pt x="49369" y="30189"/>
                    </a:cubicBezTo>
                    <a:cubicBezTo>
                      <a:pt x="51094" y="30597"/>
                      <a:pt x="52865" y="30771"/>
                      <a:pt x="54648" y="30771"/>
                    </a:cubicBezTo>
                    <a:cubicBezTo>
                      <a:pt x="57383" y="30771"/>
                      <a:pt x="60147" y="30361"/>
                      <a:pt x="62812" y="29755"/>
                    </a:cubicBezTo>
                    <a:cubicBezTo>
                      <a:pt x="66850" y="32468"/>
                      <a:pt x="71656" y="33828"/>
                      <a:pt x="76487" y="33828"/>
                    </a:cubicBezTo>
                    <a:cubicBezTo>
                      <a:pt x="79320" y="33828"/>
                      <a:pt x="82161" y="33361"/>
                      <a:pt x="84861" y="32424"/>
                    </a:cubicBezTo>
                    <a:cubicBezTo>
                      <a:pt x="85662" y="34425"/>
                      <a:pt x="87363" y="36026"/>
                      <a:pt x="89431" y="36627"/>
                    </a:cubicBezTo>
                    <a:cubicBezTo>
                      <a:pt x="90128" y="36837"/>
                      <a:pt x="90864" y="36941"/>
                      <a:pt x="91601" y="36941"/>
                    </a:cubicBezTo>
                    <a:cubicBezTo>
                      <a:pt x="93088" y="36941"/>
                      <a:pt x="94576" y="36518"/>
                      <a:pt x="95736" y="35693"/>
                    </a:cubicBezTo>
                    <a:cubicBezTo>
                      <a:pt x="96386" y="35728"/>
                      <a:pt x="97027" y="35772"/>
                      <a:pt x="97659" y="35772"/>
                    </a:cubicBezTo>
                    <a:cubicBezTo>
                      <a:pt x="98226" y="35772"/>
                      <a:pt x="98786" y="35737"/>
                      <a:pt x="99338" y="35626"/>
                    </a:cubicBezTo>
                    <a:cubicBezTo>
                      <a:pt x="100539" y="35426"/>
                      <a:pt x="101707" y="34926"/>
                      <a:pt x="102507" y="34058"/>
                    </a:cubicBezTo>
                    <a:cubicBezTo>
                      <a:pt x="103374" y="33091"/>
                      <a:pt x="103741" y="31790"/>
                      <a:pt x="103841" y="30522"/>
                    </a:cubicBezTo>
                    <a:cubicBezTo>
                      <a:pt x="103841" y="29889"/>
                      <a:pt x="103808" y="29255"/>
                      <a:pt x="103708" y="28621"/>
                    </a:cubicBezTo>
                    <a:cubicBezTo>
                      <a:pt x="103641" y="27954"/>
                      <a:pt x="103508" y="27287"/>
                      <a:pt x="103374" y="26620"/>
                    </a:cubicBezTo>
                    <a:cubicBezTo>
                      <a:pt x="103541" y="26586"/>
                      <a:pt x="103675" y="26586"/>
                      <a:pt x="103808" y="26553"/>
                    </a:cubicBezTo>
                    <a:cubicBezTo>
                      <a:pt x="107244" y="25852"/>
                      <a:pt x="109879" y="22583"/>
                      <a:pt x="110813" y="19114"/>
                    </a:cubicBezTo>
                    <a:cubicBezTo>
                      <a:pt x="111514" y="16412"/>
                      <a:pt x="111380" y="13744"/>
                      <a:pt x="110880" y="11075"/>
                    </a:cubicBezTo>
                    <a:cubicBezTo>
                      <a:pt x="110713" y="10208"/>
                      <a:pt x="110546" y="9274"/>
                      <a:pt x="110246" y="8440"/>
                    </a:cubicBezTo>
                    <a:cubicBezTo>
                      <a:pt x="110346" y="8373"/>
                      <a:pt x="110379" y="8340"/>
                      <a:pt x="110413" y="8240"/>
                    </a:cubicBezTo>
                    <a:cubicBezTo>
                      <a:pt x="111847" y="6672"/>
                      <a:pt x="112081" y="4237"/>
                      <a:pt x="111580" y="2169"/>
                    </a:cubicBezTo>
                    <a:cubicBezTo>
                      <a:pt x="111413" y="1502"/>
                      <a:pt x="111213" y="868"/>
                      <a:pt x="110913" y="234"/>
                    </a:cubicBezTo>
                    <a:cubicBezTo>
                      <a:pt x="110780" y="1068"/>
                      <a:pt x="110546" y="1869"/>
                      <a:pt x="110113" y="2602"/>
                    </a:cubicBezTo>
                    <a:cubicBezTo>
                      <a:pt x="109212" y="4337"/>
                      <a:pt x="107677" y="5438"/>
                      <a:pt x="105743" y="5938"/>
                    </a:cubicBezTo>
                    <a:cubicBezTo>
                      <a:pt x="106577" y="8106"/>
                      <a:pt x="107411" y="10341"/>
                      <a:pt x="107677" y="12676"/>
                    </a:cubicBezTo>
                    <a:cubicBezTo>
                      <a:pt x="107911" y="14945"/>
                      <a:pt x="107444" y="17446"/>
                      <a:pt x="106010" y="19248"/>
                    </a:cubicBezTo>
                    <a:cubicBezTo>
                      <a:pt x="104936" y="20589"/>
                      <a:pt x="103292" y="21449"/>
                      <a:pt x="101651" y="21449"/>
                    </a:cubicBezTo>
                    <a:cubicBezTo>
                      <a:pt x="101048" y="21449"/>
                      <a:pt x="100446" y="21333"/>
                      <a:pt x="99872" y="21082"/>
                    </a:cubicBezTo>
                    <a:cubicBezTo>
                      <a:pt x="99705" y="23851"/>
                      <a:pt x="97837" y="26353"/>
                      <a:pt x="95335" y="27420"/>
                    </a:cubicBezTo>
                    <a:cubicBezTo>
                      <a:pt x="94290" y="27894"/>
                      <a:pt x="93158" y="28117"/>
                      <a:pt x="92021" y="28117"/>
                    </a:cubicBezTo>
                    <a:cubicBezTo>
                      <a:pt x="90436" y="28117"/>
                      <a:pt x="88842" y="27683"/>
                      <a:pt x="87463" y="26886"/>
                    </a:cubicBezTo>
                    <a:cubicBezTo>
                      <a:pt x="85061" y="25519"/>
                      <a:pt x="83227" y="23217"/>
                      <a:pt x="82493" y="20582"/>
                    </a:cubicBezTo>
                    <a:lnTo>
                      <a:pt x="82493" y="20582"/>
                    </a:lnTo>
                    <a:cubicBezTo>
                      <a:pt x="82393" y="22550"/>
                      <a:pt x="82359" y="24551"/>
                      <a:pt x="82660" y="26453"/>
                    </a:cubicBezTo>
                    <a:cubicBezTo>
                      <a:pt x="80281" y="26628"/>
                      <a:pt x="77884" y="26821"/>
                      <a:pt x="75507" y="26821"/>
                    </a:cubicBezTo>
                    <a:cubicBezTo>
                      <a:pt x="73351" y="26821"/>
                      <a:pt x="71211" y="26662"/>
                      <a:pt x="69117" y="26186"/>
                    </a:cubicBezTo>
                    <a:cubicBezTo>
                      <a:pt x="64680" y="25185"/>
                      <a:pt x="60510" y="22550"/>
                      <a:pt x="58642" y="18414"/>
                    </a:cubicBezTo>
                    <a:lnTo>
                      <a:pt x="58642" y="18414"/>
                    </a:lnTo>
                    <a:cubicBezTo>
                      <a:pt x="58376" y="20682"/>
                      <a:pt x="58642" y="22717"/>
                      <a:pt x="59743" y="24718"/>
                    </a:cubicBezTo>
                    <a:cubicBezTo>
                      <a:pt x="58802" y="24933"/>
                      <a:pt x="57843" y="25036"/>
                      <a:pt x="56885" y="25036"/>
                    </a:cubicBezTo>
                    <a:cubicBezTo>
                      <a:pt x="51732" y="25036"/>
                      <a:pt x="46595" y="22059"/>
                      <a:pt x="44232" y="17446"/>
                    </a:cubicBezTo>
                    <a:cubicBezTo>
                      <a:pt x="41497" y="12009"/>
                      <a:pt x="42998" y="4837"/>
                      <a:pt x="47635" y="768"/>
                    </a:cubicBezTo>
                    <a:lnTo>
                      <a:pt x="47635" y="768"/>
                    </a:lnTo>
                    <a:cubicBezTo>
                      <a:pt x="43665" y="1735"/>
                      <a:pt x="39862" y="3503"/>
                      <a:pt x="36860" y="6238"/>
                    </a:cubicBezTo>
                    <a:cubicBezTo>
                      <a:pt x="33715" y="6893"/>
                      <a:pt x="30494" y="7585"/>
                      <a:pt x="27297" y="7585"/>
                    </a:cubicBezTo>
                    <a:cubicBezTo>
                      <a:pt x="26256" y="7585"/>
                      <a:pt x="25217" y="7511"/>
                      <a:pt x="24185" y="7339"/>
                    </a:cubicBezTo>
                    <a:cubicBezTo>
                      <a:pt x="19982" y="6605"/>
                      <a:pt x="16179" y="4070"/>
                      <a:pt x="149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6" name="Google Shape;966;p38"/>
              <p:cNvSpPr/>
              <p:nvPr/>
            </p:nvSpPr>
            <p:spPr>
              <a:xfrm>
                <a:off x="2743800" y="3524625"/>
                <a:ext cx="1864675" cy="1218000"/>
              </a:xfrm>
              <a:custGeom>
                <a:avLst/>
                <a:gdLst/>
                <a:ahLst/>
                <a:cxnLst/>
                <a:rect l="l" t="t" r="r" b="b"/>
                <a:pathLst>
                  <a:path w="74587" h="48720" extrusionOk="0">
                    <a:moveTo>
                      <a:pt x="13293" y="1"/>
                    </a:moveTo>
                    <a:cubicBezTo>
                      <a:pt x="8848" y="1"/>
                      <a:pt x="4445" y="641"/>
                      <a:pt x="601" y="2136"/>
                    </a:cubicBezTo>
                    <a:cubicBezTo>
                      <a:pt x="0" y="4371"/>
                      <a:pt x="201" y="6839"/>
                      <a:pt x="1201" y="8941"/>
                    </a:cubicBezTo>
                    <a:cubicBezTo>
                      <a:pt x="2202" y="11009"/>
                      <a:pt x="3937" y="12777"/>
                      <a:pt x="6071" y="13744"/>
                    </a:cubicBezTo>
                    <a:cubicBezTo>
                      <a:pt x="5271" y="16679"/>
                      <a:pt x="6739" y="19948"/>
                      <a:pt x="9107" y="21850"/>
                    </a:cubicBezTo>
                    <a:cubicBezTo>
                      <a:pt x="11320" y="23633"/>
                      <a:pt x="14185" y="24367"/>
                      <a:pt x="17022" y="24367"/>
                    </a:cubicBezTo>
                    <a:cubicBezTo>
                      <a:pt x="17264" y="24367"/>
                      <a:pt x="17505" y="24362"/>
                      <a:pt x="17746" y="24352"/>
                    </a:cubicBezTo>
                    <a:cubicBezTo>
                      <a:pt x="18780" y="26186"/>
                      <a:pt x="20615" y="27354"/>
                      <a:pt x="22683" y="27954"/>
                    </a:cubicBezTo>
                    <a:cubicBezTo>
                      <a:pt x="24718" y="28521"/>
                      <a:pt x="26853" y="28521"/>
                      <a:pt x="28921" y="28588"/>
                    </a:cubicBezTo>
                    <a:cubicBezTo>
                      <a:pt x="30055" y="35326"/>
                      <a:pt x="32724" y="41764"/>
                      <a:pt x="36593" y="47368"/>
                    </a:cubicBezTo>
                    <a:cubicBezTo>
                      <a:pt x="37028" y="48006"/>
                      <a:pt x="37665" y="48720"/>
                      <a:pt x="38394" y="48720"/>
                    </a:cubicBezTo>
                    <a:cubicBezTo>
                      <a:pt x="38503" y="48720"/>
                      <a:pt x="38615" y="48704"/>
                      <a:pt x="38728" y="48669"/>
                    </a:cubicBezTo>
                    <a:cubicBezTo>
                      <a:pt x="39629" y="48435"/>
                      <a:pt x="39862" y="47268"/>
                      <a:pt x="39896" y="46301"/>
                    </a:cubicBezTo>
                    <a:cubicBezTo>
                      <a:pt x="39929" y="43298"/>
                      <a:pt x="39729" y="40296"/>
                      <a:pt x="39262" y="37327"/>
                    </a:cubicBezTo>
                    <a:lnTo>
                      <a:pt x="39262" y="37327"/>
                    </a:lnTo>
                    <a:cubicBezTo>
                      <a:pt x="40692" y="37957"/>
                      <a:pt x="42259" y="38252"/>
                      <a:pt x="43840" y="38252"/>
                    </a:cubicBezTo>
                    <a:cubicBezTo>
                      <a:pt x="46872" y="38252"/>
                      <a:pt x="49958" y="37166"/>
                      <a:pt x="52238" y="35259"/>
                    </a:cubicBezTo>
                    <a:cubicBezTo>
                      <a:pt x="54623" y="36699"/>
                      <a:pt x="57479" y="37419"/>
                      <a:pt x="60324" y="37419"/>
                    </a:cubicBezTo>
                    <a:cubicBezTo>
                      <a:pt x="61895" y="37419"/>
                      <a:pt x="63463" y="37200"/>
                      <a:pt x="64947" y="36760"/>
                    </a:cubicBezTo>
                    <a:cubicBezTo>
                      <a:pt x="69116" y="35493"/>
                      <a:pt x="72719" y="32424"/>
                      <a:pt x="74587" y="28488"/>
                    </a:cubicBezTo>
                    <a:cubicBezTo>
                      <a:pt x="66615" y="22017"/>
                      <a:pt x="57541" y="16513"/>
                      <a:pt x="48568" y="11576"/>
                    </a:cubicBezTo>
                    <a:cubicBezTo>
                      <a:pt x="41397" y="7606"/>
                      <a:pt x="34025" y="3770"/>
                      <a:pt x="26086" y="1669"/>
                    </a:cubicBezTo>
                    <a:cubicBezTo>
                      <a:pt x="22109" y="625"/>
                      <a:pt x="17680" y="1"/>
                      <a:pt x="132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7" name="Google Shape;967;p38"/>
              <p:cNvSpPr/>
              <p:nvPr/>
            </p:nvSpPr>
            <p:spPr>
              <a:xfrm>
                <a:off x="2125850" y="2025750"/>
                <a:ext cx="2914600" cy="2286475"/>
              </a:xfrm>
              <a:custGeom>
                <a:avLst/>
                <a:gdLst/>
                <a:ahLst/>
                <a:cxnLst/>
                <a:rect l="l" t="t" r="r" b="b"/>
                <a:pathLst>
                  <a:path w="116584" h="91459" extrusionOk="0">
                    <a:moveTo>
                      <a:pt x="54983" y="1"/>
                    </a:moveTo>
                    <a:cubicBezTo>
                      <a:pt x="54446" y="1"/>
                      <a:pt x="53909" y="27"/>
                      <a:pt x="53372" y="80"/>
                    </a:cubicBezTo>
                    <a:cubicBezTo>
                      <a:pt x="50203" y="413"/>
                      <a:pt x="47101" y="1681"/>
                      <a:pt x="44533" y="3649"/>
                    </a:cubicBezTo>
                    <a:cubicBezTo>
                      <a:pt x="43932" y="4149"/>
                      <a:pt x="43332" y="4650"/>
                      <a:pt x="42798" y="5183"/>
                    </a:cubicBezTo>
                    <a:cubicBezTo>
                      <a:pt x="42765" y="5183"/>
                      <a:pt x="42698" y="5150"/>
                      <a:pt x="42665" y="5150"/>
                    </a:cubicBezTo>
                    <a:cubicBezTo>
                      <a:pt x="41188" y="4465"/>
                      <a:pt x="39555" y="4131"/>
                      <a:pt x="37919" y="4131"/>
                    </a:cubicBezTo>
                    <a:cubicBezTo>
                      <a:pt x="36526" y="4131"/>
                      <a:pt x="35129" y="4374"/>
                      <a:pt x="33825" y="4850"/>
                    </a:cubicBezTo>
                    <a:cubicBezTo>
                      <a:pt x="31290" y="5817"/>
                      <a:pt x="28955" y="7685"/>
                      <a:pt x="27520" y="10053"/>
                    </a:cubicBezTo>
                    <a:cubicBezTo>
                      <a:pt x="27354" y="10387"/>
                      <a:pt x="27187" y="10687"/>
                      <a:pt x="27020" y="11021"/>
                    </a:cubicBezTo>
                    <a:cubicBezTo>
                      <a:pt x="26920" y="11021"/>
                      <a:pt x="26820" y="10987"/>
                      <a:pt x="26686" y="10987"/>
                    </a:cubicBezTo>
                    <a:cubicBezTo>
                      <a:pt x="26119" y="10902"/>
                      <a:pt x="25544" y="10860"/>
                      <a:pt x="24967" y="10860"/>
                    </a:cubicBezTo>
                    <a:cubicBezTo>
                      <a:pt x="22388" y="10860"/>
                      <a:pt x="19773" y="11696"/>
                      <a:pt x="17647" y="13222"/>
                    </a:cubicBezTo>
                    <a:cubicBezTo>
                      <a:pt x="15445" y="14857"/>
                      <a:pt x="13811" y="17192"/>
                      <a:pt x="13077" y="19827"/>
                    </a:cubicBezTo>
                    <a:cubicBezTo>
                      <a:pt x="12943" y="20327"/>
                      <a:pt x="12810" y="20861"/>
                      <a:pt x="12743" y="21395"/>
                    </a:cubicBezTo>
                    <a:cubicBezTo>
                      <a:pt x="12576" y="21428"/>
                      <a:pt x="12410" y="21495"/>
                      <a:pt x="12276" y="21528"/>
                    </a:cubicBezTo>
                    <a:cubicBezTo>
                      <a:pt x="9274" y="22262"/>
                      <a:pt x="6639" y="24364"/>
                      <a:pt x="5171" y="27066"/>
                    </a:cubicBezTo>
                    <a:cubicBezTo>
                      <a:pt x="3637" y="29934"/>
                      <a:pt x="3437" y="33537"/>
                      <a:pt x="4604" y="36539"/>
                    </a:cubicBezTo>
                    <a:cubicBezTo>
                      <a:pt x="401" y="41843"/>
                      <a:pt x="1" y="49782"/>
                      <a:pt x="3637" y="55519"/>
                    </a:cubicBezTo>
                    <a:cubicBezTo>
                      <a:pt x="3904" y="55920"/>
                      <a:pt x="4170" y="56286"/>
                      <a:pt x="4471" y="56687"/>
                    </a:cubicBezTo>
                    <a:cubicBezTo>
                      <a:pt x="7239" y="60223"/>
                      <a:pt x="11509" y="62524"/>
                      <a:pt x="15979" y="63025"/>
                    </a:cubicBezTo>
                    <a:cubicBezTo>
                      <a:pt x="16246" y="63058"/>
                      <a:pt x="16479" y="63091"/>
                      <a:pt x="16746" y="63091"/>
                    </a:cubicBezTo>
                    <a:cubicBezTo>
                      <a:pt x="17080" y="63113"/>
                      <a:pt x="17412" y="63124"/>
                      <a:pt x="17744" y="63124"/>
                    </a:cubicBezTo>
                    <a:cubicBezTo>
                      <a:pt x="18934" y="63124"/>
                      <a:pt x="20108" y="62985"/>
                      <a:pt x="21283" y="62724"/>
                    </a:cubicBezTo>
                    <a:cubicBezTo>
                      <a:pt x="24465" y="64706"/>
                      <a:pt x="28212" y="65715"/>
                      <a:pt x="31953" y="65715"/>
                    </a:cubicBezTo>
                    <a:cubicBezTo>
                      <a:pt x="34448" y="65715"/>
                      <a:pt x="36940" y="65266"/>
                      <a:pt x="39262" y="64359"/>
                    </a:cubicBezTo>
                    <a:cubicBezTo>
                      <a:pt x="39596" y="64225"/>
                      <a:pt x="39863" y="64092"/>
                      <a:pt x="40163" y="63959"/>
                    </a:cubicBezTo>
                    <a:lnTo>
                      <a:pt x="40163" y="63959"/>
                    </a:lnTo>
                    <a:cubicBezTo>
                      <a:pt x="40029" y="64225"/>
                      <a:pt x="39963" y="64459"/>
                      <a:pt x="39863" y="64759"/>
                    </a:cubicBezTo>
                    <a:cubicBezTo>
                      <a:pt x="38628" y="68795"/>
                      <a:pt x="40363" y="73932"/>
                      <a:pt x="42798" y="77435"/>
                    </a:cubicBezTo>
                    <a:cubicBezTo>
                      <a:pt x="45333" y="81138"/>
                      <a:pt x="49469" y="83639"/>
                      <a:pt x="53839" y="84707"/>
                    </a:cubicBezTo>
                    <a:cubicBezTo>
                      <a:pt x="55564" y="85115"/>
                      <a:pt x="57335" y="85289"/>
                      <a:pt x="59118" y="85289"/>
                    </a:cubicBezTo>
                    <a:cubicBezTo>
                      <a:pt x="61853" y="85289"/>
                      <a:pt x="64617" y="84879"/>
                      <a:pt x="67282" y="84273"/>
                    </a:cubicBezTo>
                    <a:cubicBezTo>
                      <a:pt x="71320" y="86986"/>
                      <a:pt x="76126" y="88346"/>
                      <a:pt x="80957" y="88346"/>
                    </a:cubicBezTo>
                    <a:cubicBezTo>
                      <a:pt x="83790" y="88346"/>
                      <a:pt x="86631" y="87879"/>
                      <a:pt x="89331" y="86942"/>
                    </a:cubicBezTo>
                    <a:cubicBezTo>
                      <a:pt x="90132" y="88943"/>
                      <a:pt x="91833" y="90544"/>
                      <a:pt x="93901" y="91145"/>
                    </a:cubicBezTo>
                    <a:cubicBezTo>
                      <a:pt x="94598" y="91355"/>
                      <a:pt x="95334" y="91459"/>
                      <a:pt x="96071" y="91459"/>
                    </a:cubicBezTo>
                    <a:cubicBezTo>
                      <a:pt x="97558" y="91459"/>
                      <a:pt x="99046" y="91036"/>
                      <a:pt x="100206" y="90211"/>
                    </a:cubicBezTo>
                    <a:cubicBezTo>
                      <a:pt x="100856" y="90246"/>
                      <a:pt x="101497" y="90290"/>
                      <a:pt x="102129" y="90290"/>
                    </a:cubicBezTo>
                    <a:cubicBezTo>
                      <a:pt x="102696" y="90290"/>
                      <a:pt x="103256" y="90255"/>
                      <a:pt x="103808" y="90144"/>
                    </a:cubicBezTo>
                    <a:cubicBezTo>
                      <a:pt x="105009" y="89944"/>
                      <a:pt x="106177" y="89444"/>
                      <a:pt x="106977" y="88576"/>
                    </a:cubicBezTo>
                    <a:cubicBezTo>
                      <a:pt x="107844" y="87609"/>
                      <a:pt x="108211" y="86308"/>
                      <a:pt x="108311" y="85040"/>
                    </a:cubicBezTo>
                    <a:cubicBezTo>
                      <a:pt x="108311" y="84407"/>
                      <a:pt x="108278" y="83773"/>
                      <a:pt x="108178" y="83139"/>
                    </a:cubicBezTo>
                    <a:cubicBezTo>
                      <a:pt x="108111" y="82472"/>
                      <a:pt x="107978" y="81805"/>
                      <a:pt x="107844" y="81138"/>
                    </a:cubicBezTo>
                    <a:cubicBezTo>
                      <a:pt x="108011" y="81104"/>
                      <a:pt x="108145" y="81104"/>
                      <a:pt x="108278" y="81071"/>
                    </a:cubicBezTo>
                    <a:cubicBezTo>
                      <a:pt x="111714" y="80370"/>
                      <a:pt x="114349" y="77101"/>
                      <a:pt x="115283" y="73632"/>
                    </a:cubicBezTo>
                    <a:cubicBezTo>
                      <a:pt x="115984" y="70930"/>
                      <a:pt x="115850" y="68262"/>
                      <a:pt x="115350" y="65593"/>
                    </a:cubicBezTo>
                    <a:cubicBezTo>
                      <a:pt x="115183" y="64726"/>
                      <a:pt x="115016" y="63792"/>
                      <a:pt x="114749" y="63025"/>
                    </a:cubicBezTo>
                    <a:cubicBezTo>
                      <a:pt x="114849" y="62925"/>
                      <a:pt x="114883" y="62891"/>
                      <a:pt x="114916" y="62791"/>
                    </a:cubicBezTo>
                    <a:cubicBezTo>
                      <a:pt x="116350" y="61223"/>
                      <a:pt x="116584" y="58788"/>
                      <a:pt x="116084" y="56720"/>
                    </a:cubicBezTo>
                    <a:cubicBezTo>
                      <a:pt x="115917" y="56053"/>
                      <a:pt x="115717" y="55419"/>
                      <a:pt x="115416" y="54785"/>
                    </a:cubicBezTo>
                    <a:cubicBezTo>
                      <a:pt x="115016" y="53785"/>
                      <a:pt x="114482" y="52884"/>
                      <a:pt x="113882" y="51950"/>
                    </a:cubicBezTo>
                    <a:cubicBezTo>
                      <a:pt x="113649" y="51550"/>
                      <a:pt x="113348" y="51183"/>
                      <a:pt x="113081" y="50749"/>
                    </a:cubicBezTo>
                    <a:cubicBezTo>
                      <a:pt x="113148" y="50682"/>
                      <a:pt x="113182" y="50616"/>
                      <a:pt x="113215" y="50549"/>
                    </a:cubicBezTo>
                    <a:cubicBezTo>
                      <a:pt x="114482" y="48381"/>
                      <a:pt x="114983" y="45746"/>
                      <a:pt x="114516" y="43277"/>
                    </a:cubicBezTo>
                    <a:cubicBezTo>
                      <a:pt x="114049" y="40742"/>
                      <a:pt x="112681" y="38340"/>
                      <a:pt x="110646" y="36706"/>
                    </a:cubicBezTo>
                    <a:cubicBezTo>
                      <a:pt x="111013" y="31769"/>
                      <a:pt x="107911" y="26932"/>
                      <a:pt x="103475" y="24897"/>
                    </a:cubicBezTo>
                    <a:lnTo>
                      <a:pt x="103475" y="24063"/>
                    </a:lnTo>
                    <a:cubicBezTo>
                      <a:pt x="103408" y="21195"/>
                      <a:pt x="102207" y="18359"/>
                      <a:pt x="100139" y="16391"/>
                    </a:cubicBezTo>
                    <a:cubicBezTo>
                      <a:pt x="98504" y="14857"/>
                      <a:pt x="96370" y="13723"/>
                      <a:pt x="94168" y="13356"/>
                    </a:cubicBezTo>
                    <a:cubicBezTo>
                      <a:pt x="93657" y="13254"/>
                      <a:pt x="93146" y="13214"/>
                      <a:pt x="92628" y="13214"/>
                    </a:cubicBezTo>
                    <a:cubicBezTo>
                      <a:pt x="92300" y="13214"/>
                      <a:pt x="91969" y="13230"/>
                      <a:pt x="91633" y="13256"/>
                    </a:cubicBezTo>
                    <a:cubicBezTo>
                      <a:pt x="91533" y="13056"/>
                      <a:pt x="91466" y="12889"/>
                      <a:pt x="91333" y="12722"/>
                    </a:cubicBezTo>
                    <a:cubicBezTo>
                      <a:pt x="90132" y="10687"/>
                      <a:pt x="88297" y="9019"/>
                      <a:pt x="86129" y="7985"/>
                    </a:cubicBezTo>
                    <a:cubicBezTo>
                      <a:pt x="84521" y="7243"/>
                      <a:pt x="82693" y="6831"/>
                      <a:pt x="80889" y="6831"/>
                    </a:cubicBezTo>
                    <a:cubicBezTo>
                      <a:pt x="80261" y="6831"/>
                      <a:pt x="79636" y="6881"/>
                      <a:pt x="79024" y="6985"/>
                    </a:cubicBezTo>
                    <a:cubicBezTo>
                      <a:pt x="78824" y="7018"/>
                      <a:pt x="78657" y="7051"/>
                      <a:pt x="78457" y="7085"/>
                    </a:cubicBezTo>
                    <a:cubicBezTo>
                      <a:pt x="78323" y="6918"/>
                      <a:pt x="78190" y="6751"/>
                      <a:pt x="78023" y="6584"/>
                    </a:cubicBezTo>
                    <a:cubicBezTo>
                      <a:pt x="76522" y="4816"/>
                      <a:pt x="74487" y="3515"/>
                      <a:pt x="72219" y="2848"/>
                    </a:cubicBezTo>
                    <a:cubicBezTo>
                      <a:pt x="71009" y="2483"/>
                      <a:pt x="69736" y="2289"/>
                      <a:pt x="68486" y="2289"/>
                    </a:cubicBezTo>
                    <a:cubicBezTo>
                      <a:pt x="67910" y="2289"/>
                      <a:pt x="67339" y="2330"/>
                      <a:pt x="66782" y="2415"/>
                    </a:cubicBezTo>
                    <a:lnTo>
                      <a:pt x="66715" y="2415"/>
                    </a:lnTo>
                    <a:cubicBezTo>
                      <a:pt x="66048" y="2515"/>
                      <a:pt x="65381" y="2681"/>
                      <a:pt x="64714" y="2915"/>
                    </a:cubicBezTo>
                    <a:lnTo>
                      <a:pt x="64113" y="2548"/>
                    </a:lnTo>
                    <a:cubicBezTo>
                      <a:pt x="61342" y="920"/>
                      <a:pt x="58180" y="1"/>
                      <a:pt x="549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8" name="Google Shape;968;p38"/>
              <p:cNvSpPr/>
              <p:nvPr/>
            </p:nvSpPr>
            <p:spPr>
              <a:xfrm>
                <a:off x="3491825" y="2421750"/>
                <a:ext cx="1282625" cy="1494025"/>
              </a:xfrm>
              <a:custGeom>
                <a:avLst/>
                <a:gdLst/>
                <a:ahLst/>
                <a:cxnLst/>
                <a:rect l="l" t="t" r="r" b="b"/>
                <a:pathLst>
                  <a:path w="51305" h="59761" extrusionOk="0">
                    <a:moveTo>
                      <a:pt x="14739" y="0"/>
                    </a:moveTo>
                    <a:cubicBezTo>
                      <a:pt x="14578" y="0"/>
                      <a:pt x="14433" y="120"/>
                      <a:pt x="14378" y="284"/>
                    </a:cubicBezTo>
                    <a:cubicBezTo>
                      <a:pt x="14344" y="518"/>
                      <a:pt x="14478" y="718"/>
                      <a:pt x="14678" y="751"/>
                    </a:cubicBezTo>
                    <a:cubicBezTo>
                      <a:pt x="17313" y="1385"/>
                      <a:pt x="20048" y="2052"/>
                      <a:pt x="22450" y="3387"/>
                    </a:cubicBezTo>
                    <a:cubicBezTo>
                      <a:pt x="24885" y="4754"/>
                      <a:pt x="26620" y="6722"/>
                      <a:pt x="27220" y="8857"/>
                    </a:cubicBezTo>
                    <a:cubicBezTo>
                      <a:pt x="26019" y="8924"/>
                      <a:pt x="24718" y="9057"/>
                      <a:pt x="23384" y="9257"/>
                    </a:cubicBezTo>
                    <a:cubicBezTo>
                      <a:pt x="23384" y="9257"/>
                      <a:pt x="23384" y="9224"/>
                      <a:pt x="23351" y="9224"/>
                    </a:cubicBezTo>
                    <a:cubicBezTo>
                      <a:pt x="21766" y="8112"/>
                      <a:pt x="19719" y="7556"/>
                      <a:pt x="17188" y="7556"/>
                    </a:cubicBezTo>
                    <a:cubicBezTo>
                      <a:pt x="16682" y="7556"/>
                      <a:pt x="16157" y="7579"/>
                      <a:pt x="15612" y="7623"/>
                    </a:cubicBezTo>
                    <a:cubicBezTo>
                      <a:pt x="14611" y="7723"/>
                      <a:pt x="13544" y="7890"/>
                      <a:pt x="12543" y="8023"/>
                    </a:cubicBezTo>
                    <a:cubicBezTo>
                      <a:pt x="11009" y="8223"/>
                      <a:pt x="9374" y="8457"/>
                      <a:pt x="7840" y="8457"/>
                    </a:cubicBezTo>
                    <a:cubicBezTo>
                      <a:pt x="6138" y="8457"/>
                      <a:pt x="2970" y="8090"/>
                      <a:pt x="1102" y="5788"/>
                    </a:cubicBezTo>
                    <a:cubicBezTo>
                      <a:pt x="1031" y="5700"/>
                      <a:pt x="923" y="5659"/>
                      <a:pt x="813" y="5659"/>
                    </a:cubicBezTo>
                    <a:cubicBezTo>
                      <a:pt x="714" y="5659"/>
                      <a:pt x="613" y="5692"/>
                      <a:pt x="534" y="5755"/>
                    </a:cubicBezTo>
                    <a:cubicBezTo>
                      <a:pt x="368" y="5888"/>
                      <a:pt x="368" y="6122"/>
                      <a:pt x="501" y="6289"/>
                    </a:cubicBezTo>
                    <a:cubicBezTo>
                      <a:pt x="2603" y="8857"/>
                      <a:pt x="6005" y="9224"/>
                      <a:pt x="7840" y="9257"/>
                    </a:cubicBezTo>
                    <a:lnTo>
                      <a:pt x="7940" y="9257"/>
                    </a:lnTo>
                    <a:cubicBezTo>
                      <a:pt x="9508" y="9257"/>
                      <a:pt x="11142" y="9024"/>
                      <a:pt x="12676" y="8790"/>
                    </a:cubicBezTo>
                    <a:cubicBezTo>
                      <a:pt x="13644" y="8690"/>
                      <a:pt x="14678" y="8524"/>
                      <a:pt x="15645" y="8424"/>
                    </a:cubicBezTo>
                    <a:cubicBezTo>
                      <a:pt x="16196" y="8378"/>
                      <a:pt x="16722" y="8355"/>
                      <a:pt x="17225" y="8355"/>
                    </a:cubicBezTo>
                    <a:cubicBezTo>
                      <a:pt x="19280" y="8355"/>
                      <a:pt x="20943" y="8734"/>
                      <a:pt x="22283" y="9458"/>
                    </a:cubicBezTo>
                    <a:cubicBezTo>
                      <a:pt x="21183" y="9691"/>
                      <a:pt x="20048" y="9925"/>
                      <a:pt x="18881" y="10225"/>
                    </a:cubicBezTo>
                    <a:cubicBezTo>
                      <a:pt x="18681" y="10258"/>
                      <a:pt x="18547" y="10458"/>
                      <a:pt x="18647" y="10692"/>
                    </a:cubicBezTo>
                    <a:cubicBezTo>
                      <a:pt x="18673" y="10845"/>
                      <a:pt x="18796" y="10959"/>
                      <a:pt x="18943" y="10959"/>
                    </a:cubicBezTo>
                    <a:cubicBezTo>
                      <a:pt x="18987" y="10959"/>
                      <a:pt x="19034" y="10949"/>
                      <a:pt x="19081" y="10925"/>
                    </a:cubicBezTo>
                    <a:cubicBezTo>
                      <a:pt x="22667" y="10007"/>
                      <a:pt x="25859" y="9535"/>
                      <a:pt x="28772" y="9535"/>
                    </a:cubicBezTo>
                    <a:cubicBezTo>
                      <a:pt x="29137" y="9535"/>
                      <a:pt x="29498" y="9543"/>
                      <a:pt x="29855" y="9558"/>
                    </a:cubicBezTo>
                    <a:cubicBezTo>
                      <a:pt x="26920" y="10725"/>
                      <a:pt x="24418" y="12927"/>
                      <a:pt x="22050" y="15062"/>
                    </a:cubicBezTo>
                    <a:lnTo>
                      <a:pt x="21683" y="15395"/>
                    </a:lnTo>
                    <a:cubicBezTo>
                      <a:pt x="18848" y="17897"/>
                      <a:pt x="15512" y="20599"/>
                      <a:pt x="11609" y="20899"/>
                    </a:cubicBezTo>
                    <a:cubicBezTo>
                      <a:pt x="11376" y="20899"/>
                      <a:pt x="11209" y="21099"/>
                      <a:pt x="11275" y="21299"/>
                    </a:cubicBezTo>
                    <a:cubicBezTo>
                      <a:pt x="11275" y="21533"/>
                      <a:pt x="11442" y="21633"/>
                      <a:pt x="11642" y="21633"/>
                    </a:cubicBezTo>
                    <a:lnTo>
                      <a:pt x="11676" y="21633"/>
                    </a:lnTo>
                    <a:cubicBezTo>
                      <a:pt x="15845" y="21366"/>
                      <a:pt x="19315" y="18564"/>
                      <a:pt x="22217" y="15996"/>
                    </a:cubicBezTo>
                    <a:lnTo>
                      <a:pt x="22617" y="15629"/>
                    </a:lnTo>
                    <a:cubicBezTo>
                      <a:pt x="25386" y="13127"/>
                      <a:pt x="28321" y="10558"/>
                      <a:pt x="31890" y="9724"/>
                    </a:cubicBezTo>
                    <a:cubicBezTo>
                      <a:pt x="32824" y="9858"/>
                      <a:pt x="33691" y="10025"/>
                      <a:pt x="34559" y="10258"/>
                    </a:cubicBezTo>
                    <a:cubicBezTo>
                      <a:pt x="36694" y="12893"/>
                      <a:pt x="37728" y="16396"/>
                      <a:pt x="37294" y="19732"/>
                    </a:cubicBezTo>
                    <a:cubicBezTo>
                      <a:pt x="37227" y="19932"/>
                      <a:pt x="37394" y="20165"/>
                      <a:pt x="37628" y="20165"/>
                    </a:cubicBezTo>
                    <a:lnTo>
                      <a:pt x="37661" y="20165"/>
                    </a:lnTo>
                    <a:cubicBezTo>
                      <a:pt x="37861" y="20165"/>
                      <a:pt x="37995" y="20032"/>
                      <a:pt x="38028" y="19832"/>
                    </a:cubicBezTo>
                    <a:cubicBezTo>
                      <a:pt x="38462" y="16596"/>
                      <a:pt x="37628" y="13260"/>
                      <a:pt x="35793" y="10592"/>
                    </a:cubicBezTo>
                    <a:lnTo>
                      <a:pt x="35793" y="10592"/>
                    </a:lnTo>
                    <a:cubicBezTo>
                      <a:pt x="36360" y="10825"/>
                      <a:pt x="36960" y="11025"/>
                      <a:pt x="37528" y="11259"/>
                    </a:cubicBezTo>
                    <a:cubicBezTo>
                      <a:pt x="40363" y="12593"/>
                      <a:pt x="42965" y="14761"/>
                      <a:pt x="44966" y="17563"/>
                    </a:cubicBezTo>
                    <a:cubicBezTo>
                      <a:pt x="45800" y="21400"/>
                      <a:pt x="45366" y="25536"/>
                      <a:pt x="43832" y="29138"/>
                    </a:cubicBezTo>
                    <a:cubicBezTo>
                      <a:pt x="43732" y="29372"/>
                      <a:pt x="43832" y="29572"/>
                      <a:pt x="44032" y="29639"/>
                    </a:cubicBezTo>
                    <a:cubicBezTo>
                      <a:pt x="44066" y="29705"/>
                      <a:pt x="44132" y="29705"/>
                      <a:pt x="44199" y="29705"/>
                    </a:cubicBezTo>
                    <a:cubicBezTo>
                      <a:pt x="44366" y="29705"/>
                      <a:pt x="44499" y="29605"/>
                      <a:pt x="44533" y="29505"/>
                    </a:cubicBezTo>
                    <a:cubicBezTo>
                      <a:pt x="45967" y="26236"/>
                      <a:pt x="46401" y="22667"/>
                      <a:pt x="46000" y="19131"/>
                    </a:cubicBezTo>
                    <a:lnTo>
                      <a:pt x="46000" y="19131"/>
                    </a:lnTo>
                    <a:cubicBezTo>
                      <a:pt x="46167" y="19398"/>
                      <a:pt x="46300" y="19632"/>
                      <a:pt x="46467" y="19898"/>
                    </a:cubicBezTo>
                    <a:cubicBezTo>
                      <a:pt x="48369" y="23268"/>
                      <a:pt x="49536" y="27337"/>
                      <a:pt x="50003" y="31907"/>
                    </a:cubicBezTo>
                    <a:cubicBezTo>
                      <a:pt x="50370" y="35676"/>
                      <a:pt x="50337" y="42615"/>
                      <a:pt x="45900" y="46918"/>
                    </a:cubicBezTo>
                    <a:cubicBezTo>
                      <a:pt x="42998" y="49753"/>
                      <a:pt x="38895" y="50754"/>
                      <a:pt x="35993" y="51054"/>
                    </a:cubicBezTo>
                    <a:cubicBezTo>
                      <a:pt x="34760" y="51188"/>
                      <a:pt x="33527" y="51235"/>
                      <a:pt x="32297" y="51235"/>
                    </a:cubicBezTo>
                    <a:cubicBezTo>
                      <a:pt x="30765" y="51235"/>
                      <a:pt x="29238" y="51161"/>
                      <a:pt x="27721" y="51087"/>
                    </a:cubicBezTo>
                    <a:cubicBezTo>
                      <a:pt x="26787" y="51054"/>
                      <a:pt x="25819" y="51021"/>
                      <a:pt x="24818" y="50954"/>
                    </a:cubicBezTo>
                    <a:cubicBezTo>
                      <a:pt x="24257" y="50943"/>
                      <a:pt x="23694" y="50937"/>
                      <a:pt x="23129" y="50937"/>
                    </a:cubicBezTo>
                    <a:cubicBezTo>
                      <a:pt x="20307" y="50937"/>
                      <a:pt x="17458" y="51076"/>
                      <a:pt x="14678" y="51354"/>
                    </a:cubicBezTo>
                    <a:lnTo>
                      <a:pt x="14611" y="51354"/>
                    </a:lnTo>
                    <a:cubicBezTo>
                      <a:pt x="9774" y="51821"/>
                      <a:pt x="5004" y="52722"/>
                      <a:pt x="334" y="54056"/>
                    </a:cubicBezTo>
                    <a:cubicBezTo>
                      <a:pt x="134" y="54090"/>
                      <a:pt x="1" y="54290"/>
                      <a:pt x="101" y="54523"/>
                    </a:cubicBezTo>
                    <a:cubicBezTo>
                      <a:pt x="134" y="54690"/>
                      <a:pt x="301" y="54790"/>
                      <a:pt x="468" y="54790"/>
                    </a:cubicBezTo>
                    <a:lnTo>
                      <a:pt x="601" y="54790"/>
                    </a:lnTo>
                    <a:cubicBezTo>
                      <a:pt x="4371" y="53723"/>
                      <a:pt x="8207" y="52922"/>
                      <a:pt x="12109" y="52388"/>
                    </a:cubicBezTo>
                    <a:lnTo>
                      <a:pt x="12109" y="52388"/>
                    </a:lnTo>
                    <a:cubicBezTo>
                      <a:pt x="10875" y="53056"/>
                      <a:pt x="9708" y="53889"/>
                      <a:pt x="8774" y="54790"/>
                    </a:cubicBezTo>
                    <a:lnTo>
                      <a:pt x="7773" y="55791"/>
                    </a:lnTo>
                    <a:cubicBezTo>
                      <a:pt x="6639" y="56958"/>
                      <a:pt x="5505" y="58126"/>
                      <a:pt x="4170" y="59060"/>
                    </a:cubicBezTo>
                    <a:cubicBezTo>
                      <a:pt x="4004" y="59193"/>
                      <a:pt x="3970" y="59393"/>
                      <a:pt x="4104" y="59594"/>
                    </a:cubicBezTo>
                    <a:cubicBezTo>
                      <a:pt x="4170" y="59727"/>
                      <a:pt x="4304" y="59760"/>
                      <a:pt x="4437" y="59760"/>
                    </a:cubicBezTo>
                    <a:cubicBezTo>
                      <a:pt x="4504" y="59760"/>
                      <a:pt x="4604" y="59760"/>
                      <a:pt x="4637" y="59694"/>
                    </a:cubicBezTo>
                    <a:cubicBezTo>
                      <a:pt x="6038" y="58726"/>
                      <a:pt x="7206" y="57525"/>
                      <a:pt x="8340" y="56358"/>
                    </a:cubicBezTo>
                    <a:cubicBezTo>
                      <a:pt x="8674" y="55991"/>
                      <a:pt x="9007" y="55657"/>
                      <a:pt x="9307" y="55357"/>
                    </a:cubicBezTo>
                    <a:cubicBezTo>
                      <a:pt x="10775" y="53889"/>
                      <a:pt x="12843" y="52622"/>
                      <a:pt x="14811" y="52055"/>
                    </a:cubicBezTo>
                    <a:cubicBezTo>
                      <a:pt x="17175" y="51781"/>
                      <a:pt x="19651" y="51637"/>
                      <a:pt x="22154" y="51637"/>
                    </a:cubicBezTo>
                    <a:cubicBezTo>
                      <a:pt x="23007" y="51637"/>
                      <a:pt x="23863" y="51654"/>
                      <a:pt x="24718" y="51688"/>
                    </a:cubicBezTo>
                    <a:lnTo>
                      <a:pt x="27620" y="51788"/>
                    </a:lnTo>
                    <a:cubicBezTo>
                      <a:pt x="29138" y="51862"/>
                      <a:pt x="30686" y="51936"/>
                      <a:pt x="32242" y="51936"/>
                    </a:cubicBezTo>
                    <a:cubicBezTo>
                      <a:pt x="33491" y="51936"/>
                      <a:pt x="34745" y="51888"/>
                      <a:pt x="35993" y="51755"/>
                    </a:cubicBezTo>
                    <a:cubicBezTo>
                      <a:pt x="39029" y="51421"/>
                      <a:pt x="43332" y="50420"/>
                      <a:pt x="46367" y="47418"/>
                    </a:cubicBezTo>
                    <a:cubicBezTo>
                      <a:pt x="49803" y="44082"/>
                      <a:pt x="51304" y="38545"/>
                      <a:pt x="50670" y="31774"/>
                    </a:cubicBezTo>
                    <a:cubicBezTo>
                      <a:pt x="50203" y="27070"/>
                      <a:pt x="49002" y="22934"/>
                      <a:pt x="47034" y="19431"/>
                    </a:cubicBezTo>
                    <a:cubicBezTo>
                      <a:pt x="46034" y="17697"/>
                      <a:pt x="44866" y="16096"/>
                      <a:pt x="43532" y="14728"/>
                    </a:cubicBezTo>
                    <a:lnTo>
                      <a:pt x="43532" y="14728"/>
                    </a:lnTo>
                    <a:cubicBezTo>
                      <a:pt x="45366" y="15462"/>
                      <a:pt x="47401" y="15896"/>
                      <a:pt x="49636" y="16029"/>
                    </a:cubicBezTo>
                    <a:cubicBezTo>
                      <a:pt x="49836" y="16029"/>
                      <a:pt x="50003" y="15862"/>
                      <a:pt x="50003" y="15629"/>
                    </a:cubicBezTo>
                    <a:cubicBezTo>
                      <a:pt x="50003" y="15429"/>
                      <a:pt x="49836" y="15262"/>
                      <a:pt x="49636" y="15262"/>
                    </a:cubicBezTo>
                    <a:cubicBezTo>
                      <a:pt x="46167" y="15095"/>
                      <a:pt x="42998" y="14061"/>
                      <a:pt x="40696" y="12293"/>
                    </a:cubicBezTo>
                    <a:cubicBezTo>
                      <a:pt x="40696" y="12293"/>
                      <a:pt x="40663" y="12293"/>
                      <a:pt x="40663" y="12260"/>
                    </a:cubicBezTo>
                    <a:cubicBezTo>
                      <a:pt x="39729" y="11592"/>
                      <a:pt x="38795" y="11059"/>
                      <a:pt x="37794" y="10592"/>
                    </a:cubicBezTo>
                    <a:cubicBezTo>
                      <a:pt x="36860" y="10191"/>
                      <a:pt x="35893" y="9858"/>
                      <a:pt x="34959" y="9591"/>
                    </a:cubicBezTo>
                    <a:lnTo>
                      <a:pt x="34859" y="9524"/>
                    </a:lnTo>
                    <a:cubicBezTo>
                      <a:pt x="34778" y="9444"/>
                      <a:pt x="34673" y="9399"/>
                      <a:pt x="34573" y="9399"/>
                    </a:cubicBezTo>
                    <a:cubicBezTo>
                      <a:pt x="34508" y="9399"/>
                      <a:pt x="34445" y="9418"/>
                      <a:pt x="34392" y="9458"/>
                    </a:cubicBezTo>
                    <a:cubicBezTo>
                      <a:pt x="33658" y="9291"/>
                      <a:pt x="32891" y="9124"/>
                      <a:pt x="32057" y="9024"/>
                    </a:cubicBezTo>
                    <a:cubicBezTo>
                      <a:pt x="32008" y="8975"/>
                      <a:pt x="31941" y="8944"/>
                      <a:pt x="31870" y="8944"/>
                    </a:cubicBezTo>
                    <a:cubicBezTo>
                      <a:pt x="31844" y="8944"/>
                      <a:pt x="31817" y="8948"/>
                      <a:pt x="31790" y="8957"/>
                    </a:cubicBezTo>
                    <a:cubicBezTo>
                      <a:pt x="30556" y="8857"/>
                      <a:pt x="29322" y="8790"/>
                      <a:pt x="28021" y="8790"/>
                    </a:cubicBezTo>
                    <a:cubicBezTo>
                      <a:pt x="27354" y="6389"/>
                      <a:pt x="25519" y="4221"/>
                      <a:pt x="22817" y="2719"/>
                    </a:cubicBezTo>
                    <a:cubicBezTo>
                      <a:pt x="20315" y="1352"/>
                      <a:pt x="17513" y="685"/>
                      <a:pt x="14845" y="18"/>
                    </a:cubicBezTo>
                    <a:cubicBezTo>
                      <a:pt x="14809" y="6"/>
                      <a:pt x="14774" y="0"/>
                      <a:pt x="14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9" name="Google Shape;969;p38"/>
              <p:cNvSpPr/>
              <p:nvPr/>
            </p:nvSpPr>
            <p:spPr>
              <a:xfrm>
                <a:off x="2505300" y="2085275"/>
                <a:ext cx="1289275" cy="1296775"/>
              </a:xfrm>
              <a:custGeom>
                <a:avLst/>
                <a:gdLst/>
                <a:ahLst/>
                <a:cxnLst/>
                <a:rect l="l" t="t" r="r" b="b"/>
                <a:pathLst>
                  <a:path w="51571" h="51871" extrusionOk="0">
                    <a:moveTo>
                      <a:pt x="51570" y="0"/>
                    </a:moveTo>
                    <a:lnTo>
                      <a:pt x="51570" y="0"/>
                    </a:lnTo>
                    <a:cubicBezTo>
                      <a:pt x="50903" y="67"/>
                      <a:pt x="50236" y="234"/>
                      <a:pt x="49569" y="501"/>
                    </a:cubicBezTo>
                    <a:lnTo>
                      <a:pt x="48935" y="134"/>
                    </a:lnTo>
                    <a:cubicBezTo>
                      <a:pt x="44165" y="1902"/>
                      <a:pt x="38228" y="5137"/>
                      <a:pt x="35292" y="10641"/>
                    </a:cubicBezTo>
                    <a:cubicBezTo>
                      <a:pt x="32157" y="16579"/>
                      <a:pt x="32290" y="24017"/>
                      <a:pt x="35626" y="29888"/>
                    </a:cubicBezTo>
                    <a:cubicBezTo>
                      <a:pt x="33724" y="29188"/>
                      <a:pt x="31723" y="28687"/>
                      <a:pt x="29721" y="28387"/>
                    </a:cubicBezTo>
                    <a:lnTo>
                      <a:pt x="29655" y="28387"/>
                    </a:lnTo>
                    <a:cubicBezTo>
                      <a:pt x="27820" y="27653"/>
                      <a:pt x="26452" y="25819"/>
                      <a:pt x="26219" y="23851"/>
                    </a:cubicBezTo>
                    <a:cubicBezTo>
                      <a:pt x="26158" y="23668"/>
                      <a:pt x="26014" y="23513"/>
                      <a:pt x="25836" y="23513"/>
                    </a:cubicBezTo>
                    <a:cubicBezTo>
                      <a:pt x="25820" y="23513"/>
                      <a:pt x="25803" y="23514"/>
                      <a:pt x="25785" y="23517"/>
                    </a:cubicBezTo>
                    <a:cubicBezTo>
                      <a:pt x="25585" y="23550"/>
                      <a:pt x="25452" y="23717"/>
                      <a:pt x="25452" y="23917"/>
                    </a:cubicBezTo>
                    <a:cubicBezTo>
                      <a:pt x="25652" y="25585"/>
                      <a:pt x="26553" y="27153"/>
                      <a:pt x="27887" y="28187"/>
                    </a:cubicBezTo>
                    <a:cubicBezTo>
                      <a:pt x="27236" y="28146"/>
                      <a:pt x="26583" y="28125"/>
                      <a:pt x="25930" y="28125"/>
                    </a:cubicBezTo>
                    <a:cubicBezTo>
                      <a:pt x="23938" y="28125"/>
                      <a:pt x="21940" y="28319"/>
                      <a:pt x="19981" y="28721"/>
                    </a:cubicBezTo>
                    <a:cubicBezTo>
                      <a:pt x="19948" y="28687"/>
                      <a:pt x="19914" y="28654"/>
                      <a:pt x="19881" y="28654"/>
                    </a:cubicBezTo>
                    <a:cubicBezTo>
                      <a:pt x="18380" y="28054"/>
                      <a:pt x="17313" y="26486"/>
                      <a:pt x="17413" y="24851"/>
                    </a:cubicBezTo>
                    <a:cubicBezTo>
                      <a:pt x="17413" y="24651"/>
                      <a:pt x="17246" y="24418"/>
                      <a:pt x="17012" y="24418"/>
                    </a:cubicBezTo>
                    <a:cubicBezTo>
                      <a:pt x="16846" y="24418"/>
                      <a:pt x="16645" y="24584"/>
                      <a:pt x="16645" y="24818"/>
                    </a:cubicBezTo>
                    <a:cubicBezTo>
                      <a:pt x="16579" y="26486"/>
                      <a:pt x="17446" y="28087"/>
                      <a:pt x="18847" y="28988"/>
                    </a:cubicBezTo>
                    <a:cubicBezTo>
                      <a:pt x="17646" y="29255"/>
                      <a:pt x="16479" y="29688"/>
                      <a:pt x="15311" y="30155"/>
                    </a:cubicBezTo>
                    <a:cubicBezTo>
                      <a:pt x="13410" y="30889"/>
                      <a:pt x="11609" y="31923"/>
                      <a:pt x="9907" y="33091"/>
                    </a:cubicBezTo>
                    <a:cubicBezTo>
                      <a:pt x="9880" y="33082"/>
                      <a:pt x="9856" y="33077"/>
                      <a:pt x="9833" y="33077"/>
                    </a:cubicBezTo>
                    <a:cubicBezTo>
                      <a:pt x="9769" y="33077"/>
                      <a:pt x="9714" y="33108"/>
                      <a:pt x="9640" y="33157"/>
                    </a:cubicBezTo>
                    <a:cubicBezTo>
                      <a:pt x="8351" y="34060"/>
                      <a:pt x="6843" y="34527"/>
                      <a:pt x="5267" y="34527"/>
                    </a:cubicBezTo>
                    <a:cubicBezTo>
                      <a:pt x="5213" y="34527"/>
                      <a:pt x="5158" y="34526"/>
                      <a:pt x="5104" y="34525"/>
                    </a:cubicBezTo>
                    <a:cubicBezTo>
                      <a:pt x="3469" y="34492"/>
                      <a:pt x="1902" y="33858"/>
                      <a:pt x="667" y="32757"/>
                    </a:cubicBezTo>
                    <a:cubicBezTo>
                      <a:pt x="609" y="32713"/>
                      <a:pt x="525" y="32689"/>
                      <a:pt x="439" y="32689"/>
                    </a:cubicBezTo>
                    <a:cubicBezTo>
                      <a:pt x="326" y="32689"/>
                      <a:pt x="209" y="32730"/>
                      <a:pt x="134" y="32824"/>
                    </a:cubicBezTo>
                    <a:cubicBezTo>
                      <a:pt x="0" y="32991"/>
                      <a:pt x="0" y="33224"/>
                      <a:pt x="167" y="33357"/>
                    </a:cubicBezTo>
                    <a:cubicBezTo>
                      <a:pt x="1568" y="34558"/>
                      <a:pt x="3269" y="35225"/>
                      <a:pt x="5071" y="35326"/>
                    </a:cubicBezTo>
                    <a:lnTo>
                      <a:pt x="5404" y="35326"/>
                    </a:lnTo>
                    <a:cubicBezTo>
                      <a:pt x="6071" y="35326"/>
                      <a:pt x="6772" y="35192"/>
                      <a:pt x="7439" y="35025"/>
                    </a:cubicBezTo>
                    <a:lnTo>
                      <a:pt x="7439" y="35025"/>
                    </a:lnTo>
                    <a:cubicBezTo>
                      <a:pt x="4303" y="37761"/>
                      <a:pt x="1802" y="41230"/>
                      <a:pt x="200" y="45166"/>
                    </a:cubicBezTo>
                    <a:cubicBezTo>
                      <a:pt x="100" y="45366"/>
                      <a:pt x="200" y="45566"/>
                      <a:pt x="401" y="45666"/>
                    </a:cubicBezTo>
                    <a:cubicBezTo>
                      <a:pt x="434" y="45700"/>
                      <a:pt x="467" y="45700"/>
                      <a:pt x="534" y="45700"/>
                    </a:cubicBezTo>
                    <a:cubicBezTo>
                      <a:pt x="634" y="45700"/>
                      <a:pt x="801" y="45566"/>
                      <a:pt x="834" y="45433"/>
                    </a:cubicBezTo>
                    <a:cubicBezTo>
                      <a:pt x="3102" y="40029"/>
                      <a:pt x="7105" y="35492"/>
                      <a:pt x="12109" y="32524"/>
                    </a:cubicBezTo>
                    <a:lnTo>
                      <a:pt x="12109" y="32524"/>
                    </a:lnTo>
                    <a:cubicBezTo>
                      <a:pt x="8306" y="37994"/>
                      <a:pt x="7439" y="45433"/>
                      <a:pt x="10007" y="51604"/>
                    </a:cubicBezTo>
                    <a:cubicBezTo>
                      <a:pt x="10074" y="51771"/>
                      <a:pt x="10208" y="51871"/>
                      <a:pt x="10374" y="51871"/>
                    </a:cubicBezTo>
                    <a:lnTo>
                      <a:pt x="10541" y="51871"/>
                    </a:lnTo>
                    <a:cubicBezTo>
                      <a:pt x="10741" y="51771"/>
                      <a:pt x="10808" y="51570"/>
                      <a:pt x="10741" y="51370"/>
                    </a:cubicBezTo>
                    <a:cubicBezTo>
                      <a:pt x="8039" y="44966"/>
                      <a:pt x="9240" y="37027"/>
                      <a:pt x="13710" y="31690"/>
                    </a:cubicBezTo>
                    <a:cubicBezTo>
                      <a:pt x="14310" y="31389"/>
                      <a:pt x="14944" y="31123"/>
                      <a:pt x="15578" y="30856"/>
                    </a:cubicBezTo>
                    <a:cubicBezTo>
                      <a:pt x="18827" y="29533"/>
                      <a:pt x="22299" y="28874"/>
                      <a:pt x="25764" y="28874"/>
                    </a:cubicBezTo>
                    <a:cubicBezTo>
                      <a:pt x="29380" y="28874"/>
                      <a:pt x="32988" y="29592"/>
                      <a:pt x="36326" y="31022"/>
                    </a:cubicBezTo>
                    <a:cubicBezTo>
                      <a:pt x="36384" y="31057"/>
                      <a:pt x="36442" y="31072"/>
                      <a:pt x="36499" y="31072"/>
                    </a:cubicBezTo>
                    <a:cubicBezTo>
                      <a:pt x="36605" y="31072"/>
                      <a:pt x="36706" y="31021"/>
                      <a:pt x="36793" y="30956"/>
                    </a:cubicBezTo>
                    <a:cubicBezTo>
                      <a:pt x="36927" y="30822"/>
                      <a:pt x="36927" y="30622"/>
                      <a:pt x="36827" y="30489"/>
                    </a:cubicBezTo>
                    <a:cubicBezTo>
                      <a:pt x="33091" y="24685"/>
                      <a:pt x="32757" y="17046"/>
                      <a:pt x="35959" y="11008"/>
                    </a:cubicBezTo>
                    <a:cubicBezTo>
                      <a:pt x="39262" y="4804"/>
                      <a:pt x="46734" y="1535"/>
                      <a:pt x="51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0" name="Google Shape;970;p38"/>
              <p:cNvSpPr/>
              <p:nvPr/>
            </p:nvSpPr>
            <p:spPr>
              <a:xfrm>
                <a:off x="3127400" y="2115300"/>
                <a:ext cx="110950" cy="324425"/>
              </a:xfrm>
              <a:custGeom>
                <a:avLst/>
                <a:gdLst/>
                <a:ahLst/>
                <a:cxnLst/>
                <a:rect l="l" t="t" r="r" b="b"/>
                <a:pathLst>
                  <a:path w="4438" h="12977" extrusionOk="0">
                    <a:moveTo>
                      <a:pt x="4437" y="0"/>
                    </a:moveTo>
                    <a:lnTo>
                      <a:pt x="4437" y="0"/>
                    </a:lnTo>
                    <a:cubicBezTo>
                      <a:pt x="3837" y="500"/>
                      <a:pt x="3236" y="1001"/>
                      <a:pt x="2703" y="1568"/>
                    </a:cubicBezTo>
                    <a:cubicBezTo>
                      <a:pt x="2669" y="1568"/>
                      <a:pt x="2603" y="1501"/>
                      <a:pt x="2569" y="1501"/>
                    </a:cubicBezTo>
                    <a:cubicBezTo>
                      <a:pt x="701" y="4837"/>
                      <a:pt x="1" y="8840"/>
                      <a:pt x="735" y="12642"/>
                    </a:cubicBezTo>
                    <a:cubicBezTo>
                      <a:pt x="768" y="12843"/>
                      <a:pt x="935" y="12976"/>
                      <a:pt x="1101" y="12976"/>
                    </a:cubicBezTo>
                    <a:lnTo>
                      <a:pt x="1202" y="12976"/>
                    </a:lnTo>
                    <a:cubicBezTo>
                      <a:pt x="1402" y="12943"/>
                      <a:pt x="1535" y="12743"/>
                      <a:pt x="1502" y="12509"/>
                    </a:cubicBezTo>
                    <a:cubicBezTo>
                      <a:pt x="601" y="8139"/>
                      <a:pt x="1769" y="3503"/>
                      <a:pt x="44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1" name="Google Shape;971;p38"/>
              <p:cNvSpPr/>
              <p:nvPr/>
            </p:nvSpPr>
            <p:spPr>
              <a:xfrm>
                <a:off x="2431900" y="2518900"/>
                <a:ext cx="45900" cy="194350"/>
              </a:xfrm>
              <a:custGeom>
                <a:avLst/>
                <a:gdLst/>
                <a:ahLst/>
                <a:cxnLst/>
                <a:rect l="l" t="t" r="r" b="b"/>
                <a:pathLst>
                  <a:path w="1836" h="7774" extrusionOk="0">
                    <a:moveTo>
                      <a:pt x="801" y="1"/>
                    </a:moveTo>
                    <a:cubicBezTo>
                      <a:pt x="668" y="501"/>
                      <a:pt x="535" y="1035"/>
                      <a:pt x="468" y="1602"/>
                    </a:cubicBezTo>
                    <a:cubicBezTo>
                      <a:pt x="301" y="1635"/>
                      <a:pt x="134" y="1669"/>
                      <a:pt x="1" y="1702"/>
                    </a:cubicBezTo>
                    <a:cubicBezTo>
                      <a:pt x="34" y="3670"/>
                      <a:pt x="401" y="5638"/>
                      <a:pt x="1068" y="7506"/>
                    </a:cubicBezTo>
                    <a:cubicBezTo>
                      <a:pt x="1135" y="7673"/>
                      <a:pt x="1235" y="7773"/>
                      <a:pt x="1402" y="7773"/>
                    </a:cubicBezTo>
                    <a:lnTo>
                      <a:pt x="1535" y="7773"/>
                    </a:lnTo>
                    <a:cubicBezTo>
                      <a:pt x="1735" y="7673"/>
                      <a:pt x="1835" y="7473"/>
                      <a:pt x="1802" y="7273"/>
                    </a:cubicBezTo>
                    <a:cubicBezTo>
                      <a:pt x="968" y="4938"/>
                      <a:pt x="635" y="2469"/>
                      <a:pt x="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2" name="Google Shape;972;p38"/>
              <p:cNvSpPr/>
              <p:nvPr/>
            </p:nvSpPr>
            <p:spPr>
              <a:xfrm>
                <a:off x="2245950" y="2274575"/>
                <a:ext cx="673825" cy="1328475"/>
              </a:xfrm>
              <a:custGeom>
                <a:avLst/>
                <a:gdLst/>
                <a:ahLst/>
                <a:cxnLst/>
                <a:rect l="l" t="t" r="r" b="b"/>
                <a:pathLst>
                  <a:path w="26953" h="53139" extrusionOk="0">
                    <a:moveTo>
                      <a:pt x="22683" y="0"/>
                    </a:moveTo>
                    <a:lnTo>
                      <a:pt x="22683" y="0"/>
                    </a:lnTo>
                    <a:cubicBezTo>
                      <a:pt x="22516" y="334"/>
                      <a:pt x="22349" y="634"/>
                      <a:pt x="22183" y="968"/>
                    </a:cubicBezTo>
                    <a:cubicBezTo>
                      <a:pt x="22083" y="968"/>
                      <a:pt x="21983" y="934"/>
                      <a:pt x="21849" y="934"/>
                    </a:cubicBezTo>
                    <a:cubicBezTo>
                      <a:pt x="21782" y="1835"/>
                      <a:pt x="21816" y="2736"/>
                      <a:pt x="21916" y="3570"/>
                    </a:cubicBezTo>
                    <a:cubicBezTo>
                      <a:pt x="22249" y="6505"/>
                      <a:pt x="23584" y="9140"/>
                      <a:pt x="25585" y="10941"/>
                    </a:cubicBezTo>
                    <a:cubicBezTo>
                      <a:pt x="21015" y="11675"/>
                      <a:pt x="16846" y="13677"/>
                      <a:pt x="13510" y="16746"/>
                    </a:cubicBezTo>
                    <a:cubicBezTo>
                      <a:pt x="11075" y="18947"/>
                      <a:pt x="9107" y="21683"/>
                      <a:pt x="7772" y="24751"/>
                    </a:cubicBezTo>
                    <a:cubicBezTo>
                      <a:pt x="5171" y="24818"/>
                      <a:pt x="2635" y="26486"/>
                      <a:pt x="1334" y="29021"/>
                    </a:cubicBezTo>
                    <a:cubicBezTo>
                      <a:pt x="167" y="31289"/>
                      <a:pt x="0" y="34125"/>
                      <a:pt x="801" y="36860"/>
                    </a:cubicBezTo>
                    <a:cubicBezTo>
                      <a:pt x="1468" y="39162"/>
                      <a:pt x="2802" y="41430"/>
                      <a:pt x="4804" y="43632"/>
                    </a:cubicBezTo>
                    <a:cubicBezTo>
                      <a:pt x="5337" y="44199"/>
                      <a:pt x="5938" y="44799"/>
                      <a:pt x="6471" y="45333"/>
                    </a:cubicBezTo>
                    <a:cubicBezTo>
                      <a:pt x="7305" y="46167"/>
                      <a:pt x="8139" y="47034"/>
                      <a:pt x="8907" y="47968"/>
                    </a:cubicBezTo>
                    <a:cubicBezTo>
                      <a:pt x="10308" y="49703"/>
                      <a:pt x="11075" y="51437"/>
                      <a:pt x="11141" y="53038"/>
                    </a:cubicBezTo>
                    <a:cubicBezTo>
                      <a:pt x="11408" y="53105"/>
                      <a:pt x="11642" y="53138"/>
                      <a:pt x="11909" y="53138"/>
                    </a:cubicBezTo>
                    <a:lnTo>
                      <a:pt x="11909" y="53105"/>
                    </a:lnTo>
                    <a:cubicBezTo>
                      <a:pt x="11809" y="51270"/>
                      <a:pt x="10975" y="49369"/>
                      <a:pt x="9474" y="47501"/>
                    </a:cubicBezTo>
                    <a:cubicBezTo>
                      <a:pt x="8706" y="46534"/>
                      <a:pt x="7839" y="45666"/>
                      <a:pt x="7005" y="44832"/>
                    </a:cubicBezTo>
                    <a:cubicBezTo>
                      <a:pt x="6471" y="44299"/>
                      <a:pt x="5904" y="43765"/>
                      <a:pt x="5371" y="43165"/>
                    </a:cubicBezTo>
                    <a:cubicBezTo>
                      <a:pt x="3469" y="41030"/>
                      <a:pt x="2168" y="38861"/>
                      <a:pt x="1535" y="36693"/>
                    </a:cubicBezTo>
                    <a:cubicBezTo>
                      <a:pt x="767" y="34158"/>
                      <a:pt x="968" y="31523"/>
                      <a:pt x="2002" y="29455"/>
                    </a:cubicBezTo>
                    <a:cubicBezTo>
                      <a:pt x="3136" y="27320"/>
                      <a:pt x="5271" y="25819"/>
                      <a:pt x="7439" y="25619"/>
                    </a:cubicBezTo>
                    <a:lnTo>
                      <a:pt x="7439" y="25619"/>
                    </a:lnTo>
                    <a:cubicBezTo>
                      <a:pt x="7005" y="26753"/>
                      <a:pt x="6638" y="27954"/>
                      <a:pt x="6338" y="29155"/>
                    </a:cubicBezTo>
                    <a:cubicBezTo>
                      <a:pt x="6305" y="29355"/>
                      <a:pt x="6438" y="29588"/>
                      <a:pt x="6638" y="29622"/>
                    </a:cubicBezTo>
                    <a:lnTo>
                      <a:pt x="6738" y="29622"/>
                    </a:lnTo>
                    <a:cubicBezTo>
                      <a:pt x="6905" y="29622"/>
                      <a:pt x="7072" y="29488"/>
                      <a:pt x="7105" y="29321"/>
                    </a:cubicBezTo>
                    <a:cubicBezTo>
                      <a:pt x="8106" y="24751"/>
                      <a:pt x="10608" y="20482"/>
                      <a:pt x="14077" y="17313"/>
                    </a:cubicBezTo>
                    <a:cubicBezTo>
                      <a:pt x="17479" y="14177"/>
                      <a:pt x="21816" y="12242"/>
                      <a:pt x="26586" y="11609"/>
                    </a:cubicBezTo>
                    <a:cubicBezTo>
                      <a:pt x="26753" y="11575"/>
                      <a:pt x="26853" y="11475"/>
                      <a:pt x="26919" y="11308"/>
                    </a:cubicBezTo>
                    <a:cubicBezTo>
                      <a:pt x="26953" y="11142"/>
                      <a:pt x="26853" y="10975"/>
                      <a:pt x="26753" y="10908"/>
                    </a:cubicBezTo>
                    <a:cubicBezTo>
                      <a:pt x="24484" y="9274"/>
                      <a:pt x="23017" y="6572"/>
                      <a:pt x="22650" y="3469"/>
                    </a:cubicBezTo>
                    <a:cubicBezTo>
                      <a:pt x="22516" y="2335"/>
                      <a:pt x="22516" y="1168"/>
                      <a:pt x="226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3" name="Google Shape;973;p38"/>
              <p:cNvSpPr/>
              <p:nvPr/>
            </p:nvSpPr>
            <p:spPr>
              <a:xfrm>
                <a:off x="3903800" y="2189500"/>
                <a:ext cx="197650" cy="154300"/>
              </a:xfrm>
              <a:custGeom>
                <a:avLst/>
                <a:gdLst/>
                <a:ahLst/>
                <a:cxnLst/>
                <a:rect l="l" t="t" r="r" b="b"/>
                <a:pathLst>
                  <a:path w="7906" h="6172" extrusionOk="0">
                    <a:moveTo>
                      <a:pt x="6905" y="1"/>
                    </a:moveTo>
                    <a:cubicBezTo>
                      <a:pt x="4203" y="1268"/>
                      <a:pt x="1835" y="3170"/>
                      <a:pt x="134" y="5538"/>
                    </a:cubicBezTo>
                    <a:cubicBezTo>
                      <a:pt x="0" y="5772"/>
                      <a:pt x="34" y="5972"/>
                      <a:pt x="200" y="6105"/>
                    </a:cubicBezTo>
                    <a:cubicBezTo>
                      <a:pt x="234" y="6139"/>
                      <a:pt x="334" y="6172"/>
                      <a:pt x="400" y="6172"/>
                    </a:cubicBezTo>
                    <a:cubicBezTo>
                      <a:pt x="534" y="6172"/>
                      <a:pt x="667" y="6105"/>
                      <a:pt x="734" y="6005"/>
                    </a:cubicBezTo>
                    <a:cubicBezTo>
                      <a:pt x="2535" y="3537"/>
                      <a:pt x="5070" y="1602"/>
                      <a:pt x="7906" y="435"/>
                    </a:cubicBezTo>
                    <a:cubicBezTo>
                      <a:pt x="7706" y="435"/>
                      <a:pt x="7539" y="468"/>
                      <a:pt x="7339" y="501"/>
                    </a:cubicBezTo>
                    <a:cubicBezTo>
                      <a:pt x="7205" y="334"/>
                      <a:pt x="7072" y="168"/>
                      <a:pt x="69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4" name="Google Shape;974;p38"/>
              <p:cNvSpPr/>
              <p:nvPr/>
            </p:nvSpPr>
            <p:spPr>
              <a:xfrm>
                <a:off x="4279900" y="2342950"/>
                <a:ext cx="201000" cy="42550"/>
              </a:xfrm>
              <a:custGeom>
                <a:avLst/>
                <a:gdLst/>
                <a:ahLst/>
                <a:cxnLst/>
                <a:rect l="l" t="t" r="r" b="b"/>
                <a:pathLst>
                  <a:path w="8040" h="1702" extrusionOk="0">
                    <a:moveTo>
                      <a:pt x="5137" y="1"/>
                    </a:moveTo>
                    <a:cubicBezTo>
                      <a:pt x="3503" y="167"/>
                      <a:pt x="1868" y="501"/>
                      <a:pt x="300" y="968"/>
                    </a:cubicBezTo>
                    <a:cubicBezTo>
                      <a:pt x="100" y="1001"/>
                      <a:pt x="0" y="1201"/>
                      <a:pt x="34" y="1402"/>
                    </a:cubicBezTo>
                    <a:cubicBezTo>
                      <a:pt x="67" y="1635"/>
                      <a:pt x="267" y="1702"/>
                      <a:pt x="401" y="1702"/>
                    </a:cubicBezTo>
                    <a:lnTo>
                      <a:pt x="534" y="1702"/>
                    </a:lnTo>
                    <a:cubicBezTo>
                      <a:pt x="3002" y="1001"/>
                      <a:pt x="5504" y="634"/>
                      <a:pt x="8039" y="634"/>
                    </a:cubicBezTo>
                    <a:cubicBezTo>
                      <a:pt x="7483" y="545"/>
                      <a:pt x="6913" y="501"/>
                      <a:pt x="6327" y="501"/>
                    </a:cubicBezTo>
                    <a:cubicBezTo>
                      <a:pt x="6034" y="501"/>
                      <a:pt x="5738" y="512"/>
                      <a:pt x="5437" y="534"/>
                    </a:cubicBezTo>
                    <a:cubicBezTo>
                      <a:pt x="5337" y="334"/>
                      <a:pt x="5271" y="167"/>
                      <a:pt x="5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5" name="Google Shape;975;p38"/>
              <p:cNvSpPr/>
              <p:nvPr/>
            </p:nvSpPr>
            <p:spPr>
              <a:xfrm>
                <a:off x="4512550" y="2585625"/>
                <a:ext cx="201000" cy="61725"/>
              </a:xfrm>
              <a:custGeom>
                <a:avLst/>
                <a:gdLst/>
                <a:ahLst/>
                <a:cxnLst/>
                <a:rect l="l" t="t" r="r" b="b"/>
                <a:pathLst>
                  <a:path w="8040" h="2469" extrusionOk="0">
                    <a:moveTo>
                      <a:pt x="368" y="1"/>
                    </a:moveTo>
                    <a:cubicBezTo>
                      <a:pt x="134" y="1"/>
                      <a:pt x="1" y="167"/>
                      <a:pt x="1" y="367"/>
                    </a:cubicBezTo>
                    <a:cubicBezTo>
                      <a:pt x="1" y="601"/>
                      <a:pt x="168" y="768"/>
                      <a:pt x="368" y="768"/>
                    </a:cubicBezTo>
                    <a:cubicBezTo>
                      <a:pt x="3036" y="834"/>
                      <a:pt x="5638" y="1435"/>
                      <a:pt x="8040" y="2469"/>
                    </a:cubicBezTo>
                    <a:lnTo>
                      <a:pt x="8040" y="1635"/>
                    </a:lnTo>
                    <a:cubicBezTo>
                      <a:pt x="5638" y="634"/>
                      <a:pt x="3003" y="34"/>
                      <a:pt x="3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6" name="Google Shape;976;p38"/>
              <p:cNvSpPr/>
              <p:nvPr/>
            </p:nvSpPr>
            <p:spPr>
              <a:xfrm>
                <a:off x="2953125" y="2998625"/>
                <a:ext cx="1528600" cy="655300"/>
              </a:xfrm>
              <a:custGeom>
                <a:avLst/>
                <a:gdLst/>
                <a:ahLst/>
                <a:cxnLst/>
                <a:rect l="l" t="t" r="r" b="b"/>
                <a:pathLst>
                  <a:path w="61144" h="26212" extrusionOk="0">
                    <a:moveTo>
                      <a:pt x="21559" y="0"/>
                    </a:moveTo>
                    <a:cubicBezTo>
                      <a:pt x="21508" y="0"/>
                      <a:pt x="21458" y="8"/>
                      <a:pt x="21415" y="26"/>
                    </a:cubicBezTo>
                    <a:cubicBezTo>
                      <a:pt x="17112" y="2361"/>
                      <a:pt x="14110" y="6864"/>
                      <a:pt x="13576" y="11701"/>
                    </a:cubicBezTo>
                    <a:cubicBezTo>
                      <a:pt x="13510" y="12435"/>
                      <a:pt x="13443" y="13168"/>
                      <a:pt x="13443" y="13836"/>
                    </a:cubicBezTo>
                    <a:cubicBezTo>
                      <a:pt x="13410" y="14670"/>
                      <a:pt x="13376" y="15503"/>
                      <a:pt x="13276" y="16337"/>
                    </a:cubicBezTo>
                    <a:cubicBezTo>
                      <a:pt x="13109" y="17438"/>
                      <a:pt x="12709" y="19473"/>
                      <a:pt x="11442" y="20507"/>
                    </a:cubicBezTo>
                    <a:cubicBezTo>
                      <a:pt x="10241" y="21274"/>
                      <a:pt x="9173" y="22142"/>
                      <a:pt x="8173" y="23109"/>
                    </a:cubicBezTo>
                    <a:cubicBezTo>
                      <a:pt x="8239" y="21274"/>
                      <a:pt x="7339" y="19540"/>
                      <a:pt x="6705" y="18639"/>
                    </a:cubicBezTo>
                    <a:cubicBezTo>
                      <a:pt x="6171" y="17872"/>
                      <a:pt x="5571" y="17171"/>
                      <a:pt x="5004" y="16471"/>
                    </a:cubicBezTo>
                    <a:cubicBezTo>
                      <a:pt x="4403" y="15804"/>
                      <a:pt x="3836" y="15103"/>
                      <a:pt x="3336" y="14369"/>
                    </a:cubicBezTo>
                    <a:cubicBezTo>
                      <a:pt x="1501" y="11701"/>
                      <a:pt x="734" y="8265"/>
                      <a:pt x="1268" y="4863"/>
                    </a:cubicBezTo>
                    <a:cubicBezTo>
                      <a:pt x="1334" y="4662"/>
                      <a:pt x="1168" y="4462"/>
                      <a:pt x="934" y="4462"/>
                    </a:cubicBezTo>
                    <a:cubicBezTo>
                      <a:pt x="917" y="4459"/>
                      <a:pt x="899" y="4458"/>
                      <a:pt x="882" y="4458"/>
                    </a:cubicBezTo>
                    <a:cubicBezTo>
                      <a:pt x="701" y="4458"/>
                      <a:pt x="534" y="4613"/>
                      <a:pt x="534" y="4796"/>
                    </a:cubicBezTo>
                    <a:cubicBezTo>
                      <a:pt x="0" y="8332"/>
                      <a:pt x="767" y="12001"/>
                      <a:pt x="2702" y="14836"/>
                    </a:cubicBezTo>
                    <a:cubicBezTo>
                      <a:pt x="3236" y="15604"/>
                      <a:pt x="3836" y="16304"/>
                      <a:pt x="4403" y="17005"/>
                    </a:cubicBezTo>
                    <a:cubicBezTo>
                      <a:pt x="5004" y="17672"/>
                      <a:pt x="5571" y="18372"/>
                      <a:pt x="6071" y="19106"/>
                    </a:cubicBezTo>
                    <a:cubicBezTo>
                      <a:pt x="6738" y="20040"/>
                      <a:pt x="7772" y="22008"/>
                      <a:pt x="7272" y="23876"/>
                    </a:cubicBezTo>
                    <a:lnTo>
                      <a:pt x="7272" y="24010"/>
                    </a:lnTo>
                    <a:cubicBezTo>
                      <a:pt x="6838" y="24510"/>
                      <a:pt x="6405" y="25044"/>
                      <a:pt x="6004" y="25611"/>
                    </a:cubicBezTo>
                    <a:cubicBezTo>
                      <a:pt x="5871" y="25778"/>
                      <a:pt x="5904" y="26011"/>
                      <a:pt x="6071" y="26144"/>
                    </a:cubicBezTo>
                    <a:cubicBezTo>
                      <a:pt x="6171" y="26178"/>
                      <a:pt x="6204" y="26211"/>
                      <a:pt x="6271" y="26211"/>
                    </a:cubicBezTo>
                    <a:cubicBezTo>
                      <a:pt x="6405" y="26211"/>
                      <a:pt x="6538" y="26178"/>
                      <a:pt x="6571" y="26044"/>
                    </a:cubicBezTo>
                    <a:cubicBezTo>
                      <a:pt x="9207" y="22442"/>
                      <a:pt x="13443" y="19640"/>
                      <a:pt x="18547" y="18172"/>
                    </a:cubicBezTo>
                    <a:cubicBezTo>
                      <a:pt x="18613" y="18139"/>
                      <a:pt x="18713" y="18139"/>
                      <a:pt x="18780" y="18105"/>
                    </a:cubicBezTo>
                    <a:cubicBezTo>
                      <a:pt x="21215" y="18806"/>
                      <a:pt x="23317" y="20474"/>
                      <a:pt x="24484" y="22642"/>
                    </a:cubicBezTo>
                    <a:cubicBezTo>
                      <a:pt x="24551" y="22775"/>
                      <a:pt x="24684" y="22842"/>
                      <a:pt x="24818" y="22842"/>
                    </a:cubicBezTo>
                    <a:cubicBezTo>
                      <a:pt x="24851" y="22842"/>
                      <a:pt x="24918" y="22842"/>
                      <a:pt x="24985" y="22809"/>
                    </a:cubicBezTo>
                    <a:cubicBezTo>
                      <a:pt x="25151" y="22709"/>
                      <a:pt x="25218" y="22475"/>
                      <a:pt x="25151" y="22308"/>
                    </a:cubicBezTo>
                    <a:cubicBezTo>
                      <a:pt x="24051" y="20307"/>
                      <a:pt x="22249" y="18706"/>
                      <a:pt x="20148" y="17838"/>
                    </a:cubicBezTo>
                    <a:cubicBezTo>
                      <a:pt x="22757" y="17245"/>
                      <a:pt x="25569" y="16973"/>
                      <a:pt x="28871" y="16973"/>
                    </a:cubicBezTo>
                    <a:cubicBezTo>
                      <a:pt x="30212" y="16973"/>
                      <a:pt x="31635" y="17018"/>
                      <a:pt x="33157" y="17105"/>
                    </a:cubicBezTo>
                    <a:cubicBezTo>
                      <a:pt x="35325" y="17205"/>
                      <a:pt x="37560" y="17438"/>
                      <a:pt x="39695" y="17605"/>
                    </a:cubicBezTo>
                    <a:cubicBezTo>
                      <a:pt x="40729" y="17672"/>
                      <a:pt x="41830" y="17805"/>
                      <a:pt x="42897" y="17872"/>
                    </a:cubicBezTo>
                    <a:lnTo>
                      <a:pt x="42931" y="17939"/>
                    </a:lnTo>
                    <a:cubicBezTo>
                      <a:pt x="44865" y="18873"/>
                      <a:pt x="46333" y="20807"/>
                      <a:pt x="46700" y="22975"/>
                    </a:cubicBezTo>
                    <a:cubicBezTo>
                      <a:pt x="46733" y="23142"/>
                      <a:pt x="46900" y="23309"/>
                      <a:pt x="47067" y="23309"/>
                    </a:cubicBezTo>
                    <a:lnTo>
                      <a:pt x="47167" y="23309"/>
                    </a:lnTo>
                    <a:cubicBezTo>
                      <a:pt x="47367" y="23276"/>
                      <a:pt x="47501" y="23042"/>
                      <a:pt x="47434" y="22842"/>
                    </a:cubicBezTo>
                    <a:cubicBezTo>
                      <a:pt x="47100" y="20941"/>
                      <a:pt x="45966" y="19173"/>
                      <a:pt x="44432" y="18005"/>
                    </a:cubicBezTo>
                    <a:lnTo>
                      <a:pt x="44432" y="18005"/>
                    </a:lnTo>
                    <a:cubicBezTo>
                      <a:pt x="45599" y="18105"/>
                      <a:pt x="46767" y="18172"/>
                      <a:pt x="47934" y="18205"/>
                    </a:cubicBezTo>
                    <a:cubicBezTo>
                      <a:pt x="48483" y="18223"/>
                      <a:pt x="49049" y="18234"/>
                      <a:pt x="49625" y="18234"/>
                    </a:cubicBezTo>
                    <a:cubicBezTo>
                      <a:pt x="53499" y="18234"/>
                      <a:pt x="57870" y="17707"/>
                      <a:pt x="60977" y="14803"/>
                    </a:cubicBezTo>
                    <a:cubicBezTo>
                      <a:pt x="61144" y="14670"/>
                      <a:pt x="61144" y="14436"/>
                      <a:pt x="61044" y="14269"/>
                    </a:cubicBezTo>
                    <a:cubicBezTo>
                      <a:pt x="60968" y="14175"/>
                      <a:pt x="60861" y="14134"/>
                      <a:pt x="60753" y="14134"/>
                    </a:cubicBezTo>
                    <a:cubicBezTo>
                      <a:pt x="60668" y="14134"/>
                      <a:pt x="60583" y="14159"/>
                      <a:pt x="60510" y="14203"/>
                    </a:cubicBezTo>
                    <a:cubicBezTo>
                      <a:pt x="57841" y="16671"/>
                      <a:pt x="54105" y="17338"/>
                      <a:pt x="50636" y="17405"/>
                    </a:cubicBezTo>
                    <a:cubicBezTo>
                      <a:pt x="54472" y="14203"/>
                      <a:pt x="56807" y="9199"/>
                      <a:pt x="56774" y="4162"/>
                    </a:cubicBezTo>
                    <a:cubicBezTo>
                      <a:pt x="56774" y="3962"/>
                      <a:pt x="56607" y="3795"/>
                      <a:pt x="56407" y="3795"/>
                    </a:cubicBezTo>
                    <a:cubicBezTo>
                      <a:pt x="56207" y="3795"/>
                      <a:pt x="56040" y="3962"/>
                      <a:pt x="56040" y="4162"/>
                    </a:cubicBezTo>
                    <a:cubicBezTo>
                      <a:pt x="56107" y="9232"/>
                      <a:pt x="53605" y="14303"/>
                      <a:pt x="49535" y="17338"/>
                    </a:cubicBezTo>
                    <a:lnTo>
                      <a:pt x="49469" y="17371"/>
                    </a:lnTo>
                    <a:cubicBezTo>
                      <a:pt x="48968" y="17371"/>
                      <a:pt x="48535" y="17371"/>
                      <a:pt x="48034" y="17338"/>
                    </a:cubicBezTo>
                    <a:cubicBezTo>
                      <a:pt x="45266" y="17271"/>
                      <a:pt x="42464" y="17005"/>
                      <a:pt x="39762" y="16771"/>
                    </a:cubicBezTo>
                    <a:cubicBezTo>
                      <a:pt x="37594" y="16538"/>
                      <a:pt x="35392" y="16371"/>
                      <a:pt x="33190" y="16271"/>
                    </a:cubicBezTo>
                    <a:cubicBezTo>
                      <a:pt x="32857" y="16271"/>
                      <a:pt x="32557" y="16204"/>
                      <a:pt x="32256" y="16204"/>
                    </a:cubicBezTo>
                    <a:cubicBezTo>
                      <a:pt x="34258" y="15470"/>
                      <a:pt x="36359" y="14069"/>
                      <a:pt x="38594" y="12034"/>
                    </a:cubicBezTo>
                    <a:cubicBezTo>
                      <a:pt x="41096" y="9799"/>
                      <a:pt x="43064" y="7031"/>
                      <a:pt x="45032" y="4396"/>
                    </a:cubicBezTo>
                    <a:cubicBezTo>
                      <a:pt x="45132" y="4262"/>
                      <a:pt x="45099" y="3995"/>
                      <a:pt x="44932" y="3862"/>
                    </a:cubicBezTo>
                    <a:cubicBezTo>
                      <a:pt x="44871" y="3813"/>
                      <a:pt x="44801" y="3791"/>
                      <a:pt x="44730" y="3791"/>
                    </a:cubicBezTo>
                    <a:cubicBezTo>
                      <a:pt x="44607" y="3791"/>
                      <a:pt x="44483" y="3856"/>
                      <a:pt x="44398" y="3962"/>
                    </a:cubicBezTo>
                    <a:cubicBezTo>
                      <a:pt x="42464" y="6564"/>
                      <a:pt x="40529" y="9299"/>
                      <a:pt x="38094" y="11501"/>
                    </a:cubicBezTo>
                    <a:cubicBezTo>
                      <a:pt x="35025" y="14303"/>
                      <a:pt x="32223" y="15837"/>
                      <a:pt x="29588" y="16137"/>
                    </a:cubicBezTo>
                    <a:cubicBezTo>
                      <a:pt x="29297" y="16133"/>
                      <a:pt x="29009" y="16131"/>
                      <a:pt x="28724" y="16131"/>
                    </a:cubicBezTo>
                    <a:cubicBezTo>
                      <a:pt x="24739" y="16131"/>
                      <a:pt x="21400" y="16566"/>
                      <a:pt x="18380" y="17438"/>
                    </a:cubicBezTo>
                    <a:cubicBezTo>
                      <a:pt x="16512" y="17972"/>
                      <a:pt x="14711" y="18672"/>
                      <a:pt x="13076" y="19540"/>
                    </a:cubicBezTo>
                    <a:cubicBezTo>
                      <a:pt x="13610" y="18472"/>
                      <a:pt x="13910" y="17271"/>
                      <a:pt x="14010" y="16471"/>
                    </a:cubicBezTo>
                    <a:cubicBezTo>
                      <a:pt x="14110" y="15604"/>
                      <a:pt x="14177" y="14703"/>
                      <a:pt x="14210" y="13869"/>
                    </a:cubicBezTo>
                    <a:cubicBezTo>
                      <a:pt x="14244" y="13202"/>
                      <a:pt x="14244" y="12468"/>
                      <a:pt x="14344" y="11801"/>
                    </a:cubicBezTo>
                    <a:cubicBezTo>
                      <a:pt x="14844" y="7164"/>
                      <a:pt x="17679" y="2928"/>
                      <a:pt x="21749" y="693"/>
                    </a:cubicBezTo>
                    <a:cubicBezTo>
                      <a:pt x="21916" y="626"/>
                      <a:pt x="22016" y="359"/>
                      <a:pt x="21916" y="193"/>
                    </a:cubicBezTo>
                    <a:cubicBezTo>
                      <a:pt x="21866" y="69"/>
                      <a:pt x="21707" y="0"/>
                      <a:pt x="215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7" name="Google Shape;977;p38"/>
              <p:cNvSpPr/>
              <p:nvPr/>
            </p:nvSpPr>
            <p:spPr>
              <a:xfrm>
                <a:off x="4821125" y="3255800"/>
                <a:ext cx="151800" cy="67875"/>
              </a:xfrm>
              <a:custGeom>
                <a:avLst/>
                <a:gdLst/>
                <a:ahLst/>
                <a:cxnLst/>
                <a:rect l="l" t="t" r="r" b="b"/>
                <a:pathLst>
                  <a:path w="6072" h="2715" extrusionOk="0">
                    <a:moveTo>
                      <a:pt x="822" y="0"/>
                    </a:moveTo>
                    <a:cubicBezTo>
                      <a:pt x="671" y="0"/>
                      <a:pt x="519" y="4"/>
                      <a:pt x="367" y="13"/>
                    </a:cubicBezTo>
                    <a:cubicBezTo>
                      <a:pt x="167" y="13"/>
                      <a:pt x="0" y="180"/>
                      <a:pt x="0" y="380"/>
                    </a:cubicBezTo>
                    <a:cubicBezTo>
                      <a:pt x="0" y="580"/>
                      <a:pt x="167" y="747"/>
                      <a:pt x="367" y="747"/>
                    </a:cubicBezTo>
                    <a:cubicBezTo>
                      <a:pt x="490" y="741"/>
                      <a:pt x="613" y="738"/>
                      <a:pt x="737" y="738"/>
                    </a:cubicBezTo>
                    <a:cubicBezTo>
                      <a:pt x="2654" y="738"/>
                      <a:pt x="4598" y="1461"/>
                      <a:pt x="6071" y="2715"/>
                    </a:cubicBezTo>
                    <a:cubicBezTo>
                      <a:pt x="5838" y="2314"/>
                      <a:pt x="5537" y="1881"/>
                      <a:pt x="5337" y="1547"/>
                    </a:cubicBezTo>
                    <a:cubicBezTo>
                      <a:pt x="5371" y="1480"/>
                      <a:pt x="5404" y="1414"/>
                      <a:pt x="5471" y="1347"/>
                    </a:cubicBezTo>
                    <a:cubicBezTo>
                      <a:pt x="4096" y="492"/>
                      <a:pt x="2470" y="0"/>
                      <a:pt x="8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8" name="Google Shape;978;p38"/>
              <p:cNvSpPr/>
              <p:nvPr/>
            </p:nvSpPr>
            <p:spPr>
              <a:xfrm>
                <a:off x="4837800" y="3511300"/>
                <a:ext cx="171800" cy="154300"/>
              </a:xfrm>
              <a:custGeom>
                <a:avLst/>
                <a:gdLst/>
                <a:ahLst/>
                <a:cxnLst/>
                <a:rect l="l" t="t" r="r" b="b"/>
                <a:pathLst>
                  <a:path w="6872" h="6172" extrusionOk="0">
                    <a:moveTo>
                      <a:pt x="367" y="0"/>
                    </a:moveTo>
                    <a:cubicBezTo>
                      <a:pt x="200" y="0"/>
                      <a:pt x="0" y="167"/>
                      <a:pt x="0" y="367"/>
                    </a:cubicBezTo>
                    <a:cubicBezTo>
                      <a:pt x="0" y="600"/>
                      <a:pt x="167" y="767"/>
                      <a:pt x="367" y="767"/>
                    </a:cubicBezTo>
                    <a:cubicBezTo>
                      <a:pt x="1868" y="801"/>
                      <a:pt x="3336" y="1334"/>
                      <a:pt x="4503" y="2302"/>
                    </a:cubicBezTo>
                    <a:cubicBezTo>
                      <a:pt x="5671" y="3269"/>
                      <a:pt x="6505" y="4603"/>
                      <a:pt x="6838" y="6038"/>
                    </a:cubicBezTo>
                    <a:cubicBezTo>
                      <a:pt x="6838" y="6104"/>
                      <a:pt x="6838" y="6138"/>
                      <a:pt x="6872" y="6171"/>
                    </a:cubicBezTo>
                    <a:cubicBezTo>
                      <a:pt x="6705" y="5304"/>
                      <a:pt x="6538" y="4370"/>
                      <a:pt x="6238" y="3536"/>
                    </a:cubicBezTo>
                    <a:cubicBezTo>
                      <a:pt x="6338" y="3469"/>
                      <a:pt x="6371" y="3436"/>
                      <a:pt x="6405" y="3336"/>
                    </a:cubicBezTo>
                    <a:cubicBezTo>
                      <a:pt x="6004" y="2702"/>
                      <a:pt x="5537" y="2168"/>
                      <a:pt x="4937" y="1701"/>
                    </a:cubicBezTo>
                    <a:cubicBezTo>
                      <a:pt x="3669" y="667"/>
                      <a:pt x="2035" y="33"/>
                      <a:pt x="3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9" name="Google Shape;979;p38"/>
              <p:cNvSpPr/>
              <p:nvPr/>
            </p:nvSpPr>
            <p:spPr>
              <a:xfrm>
                <a:off x="4730225" y="3937200"/>
                <a:ext cx="104250" cy="167050"/>
              </a:xfrm>
              <a:custGeom>
                <a:avLst/>
                <a:gdLst/>
                <a:ahLst/>
                <a:cxnLst/>
                <a:rect l="l" t="t" r="r" b="b"/>
                <a:pathLst>
                  <a:path w="4170" h="6682" extrusionOk="0">
                    <a:moveTo>
                      <a:pt x="450" y="0"/>
                    </a:moveTo>
                    <a:cubicBezTo>
                      <a:pt x="344" y="0"/>
                      <a:pt x="240" y="51"/>
                      <a:pt x="167" y="143"/>
                    </a:cubicBezTo>
                    <a:cubicBezTo>
                      <a:pt x="0" y="310"/>
                      <a:pt x="33" y="577"/>
                      <a:pt x="200" y="677"/>
                    </a:cubicBezTo>
                    <a:cubicBezTo>
                      <a:pt x="2035" y="2111"/>
                      <a:pt x="3369" y="4179"/>
                      <a:pt x="3936" y="6481"/>
                    </a:cubicBezTo>
                    <a:cubicBezTo>
                      <a:pt x="3936" y="6581"/>
                      <a:pt x="4003" y="6648"/>
                      <a:pt x="4036" y="6681"/>
                    </a:cubicBezTo>
                    <a:cubicBezTo>
                      <a:pt x="3970" y="6014"/>
                      <a:pt x="3836" y="5347"/>
                      <a:pt x="3703" y="4680"/>
                    </a:cubicBezTo>
                    <a:cubicBezTo>
                      <a:pt x="3836" y="4646"/>
                      <a:pt x="3970" y="4646"/>
                      <a:pt x="4170" y="4646"/>
                    </a:cubicBezTo>
                    <a:cubicBezTo>
                      <a:pt x="3436" y="2845"/>
                      <a:pt x="2268" y="1277"/>
                      <a:pt x="701" y="110"/>
                    </a:cubicBezTo>
                    <a:cubicBezTo>
                      <a:pt x="625" y="35"/>
                      <a:pt x="537" y="0"/>
                      <a:pt x="4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0" name="Google Shape;980;p38"/>
              <p:cNvSpPr/>
              <p:nvPr/>
            </p:nvSpPr>
            <p:spPr>
              <a:xfrm>
                <a:off x="3774525" y="3791500"/>
                <a:ext cx="922350" cy="293550"/>
              </a:xfrm>
              <a:custGeom>
                <a:avLst/>
                <a:gdLst/>
                <a:ahLst/>
                <a:cxnLst/>
                <a:rect l="l" t="t" r="r" b="b"/>
                <a:pathLst>
                  <a:path w="36894" h="11742" extrusionOk="0">
                    <a:moveTo>
                      <a:pt x="36594" y="0"/>
                    </a:moveTo>
                    <a:cubicBezTo>
                      <a:pt x="36510" y="0"/>
                      <a:pt x="36410" y="33"/>
                      <a:pt x="36327" y="100"/>
                    </a:cubicBezTo>
                    <a:cubicBezTo>
                      <a:pt x="34159" y="1935"/>
                      <a:pt x="31256" y="3169"/>
                      <a:pt x="27987" y="3736"/>
                    </a:cubicBezTo>
                    <a:cubicBezTo>
                      <a:pt x="26615" y="3962"/>
                      <a:pt x="25152" y="4070"/>
                      <a:pt x="23542" y="4070"/>
                    </a:cubicBezTo>
                    <a:cubicBezTo>
                      <a:pt x="22060" y="4070"/>
                      <a:pt x="20455" y="3979"/>
                      <a:pt x="18681" y="3803"/>
                    </a:cubicBezTo>
                    <a:cubicBezTo>
                      <a:pt x="17847" y="3736"/>
                      <a:pt x="17013" y="3603"/>
                      <a:pt x="16179" y="3503"/>
                    </a:cubicBezTo>
                    <a:cubicBezTo>
                      <a:pt x="14028" y="3281"/>
                      <a:pt x="11877" y="3000"/>
                      <a:pt x="9668" y="3000"/>
                    </a:cubicBezTo>
                    <a:cubicBezTo>
                      <a:pt x="9548" y="3000"/>
                      <a:pt x="9428" y="3001"/>
                      <a:pt x="9307" y="3002"/>
                    </a:cubicBezTo>
                    <a:cubicBezTo>
                      <a:pt x="5571" y="3069"/>
                      <a:pt x="2536" y="3936"/>
                      <a:pt x="201" y="5637"/>
                    </a:cubicBezTo>
                    <a:cubicBezTo>
                      <a:pt x="34" y="5771"/>
                      <a:pt x="1" y="6004"/>
                      <a:pt x="134" y="6171"/>
                    </a:cubicBezTo>
                    <a:cubicBezTo>
                      <a:pt x="201" y="6271"/>
                      <a:pt x="334" y="6338"/>
                      <a:pt x="401" y="6338"/>
                    </a:cubicBezTo>
                    <a:cubicBezTo>
                      <a:pt x="501" y="6338"/>
                      <a:pt x="568" y="6305"/>
                      <a:pt x="601" y="6271"/>
                    </a:cubicBezTo>
                    <a:cubicBezTo>
                      <a:pt x="2769" y="4670"/>
                      <a:pt x="5705" y="3836"/>
                      <a:pt x="9241" y="3769"/>
                    </a:cubicBezTo>
                    <a:cubicBezTo>
                      <a:pt x="9370" y="3768"/>
                      <a:pt x="9500" y="3767"/>
                      <a:pt x="9630" y="3767"/>
                    </a:cubicBezTo>
                    <a:cubicBezTo>
                      <a:pt x="11768" y="3767"/>
                      <a:pt x="13905" y="4018"/>
                      <a:pt x="16012" y="4270"/>
                    </a:cubicBezTo>
                    <a:cubicBezTo>
                      <a:pt x="16379" y="4303"/>
                      <a:pt x="16746" y="4337"/>
                      <a:pt x="17080" y="4403"/>
                    </a:cubicBezTo>
                    <a:cubicBezTo>
                      <a:pt x="19882" y="4937"/>
                      <a:pt x="21750" y="5771"/>
                      <a:pt x="23751" y="7339"/>
                    </a:cubicBezTo>
                    <a:cubicBezTo>
                      <a:pt x="24185" y="7672"/>
                      <a:pt x="24552" y="7972"/>
                      <a:pt x="24952" y="8306"/>
                    </a:cubicBezTo>
                    <a:cubicBezTo>
                      <a:pt x="26520" y="9607"/>
                      <a:pt x="28121" y="10941"/>
                      <a:pt x="30089" y="11675"/>
                    </a:cubicBezTo>
                    <a:cubicBezTo>
                      <a:pt x="30156" y="11675"/>
                      <a:pt x="30189" y="11742"/>
                      <a:pt x="30222" y="11742"/>
                    </a:cubicBezTo>
                    <a:cubicBezTo>
                      <a:pt x="30389" y="11742"/>
                      <a:pt x="30523" y="11642"/>
                      <a:pt x="30589" y="11475"/>
                    </a:cubicBezTo>
                    <a:cubicBezTo>
                      <a:pt x="30689" y="11275"/>
                      <a:pt x="30556" y="11075"/>
                      <a:pt x="30389" y="10975"/>
                    </a:cubicBezTo>
                    <a:cubicBezTo>
                      <a:pt x="28555" y="10274"/>
                      <a:pt x="27020" y="8973"/>
                      <a:pt x="25452" y="7739"/>
                    </a:cubicBezTo>
                    <a:cubicBezTo>
                      <a:pt x="25052" y="7405"/>
                      <a:pt x="24685" y="7072"/>
                      <a:pt x="24251" y="6738"/>
                    </a:cubicBezTo>
                    <a:cubicBezTo>
                      <a:pt x="23184" y="5838"/>
                      <a:pt x="22117" y="5237"/>
                      <a:pt x="20982" y="4737"/>
                    </a:cubicBezTo>
                    <a:lnTo>
                      <a:pt x="20982" y="4737"/>
                    </a:lnTo>
                    <a:cubicBezTo>
                      <a:pt x="21752" y="4786"/>
                      <a:pt x="22493" y="4809"/>
                      <a:pt x="23209" y="4809"/>
                    </a:cubicBezTo>
                    <a:cubicBezTo>
                      <a:pt x="24945" y="4809"/>
                      <a:pt x="26533" y="4673"/>
                      <a:pt x="28021" y="4437"/>
                    </a:cubicBezTo>
                    <a:cubicBezTo>
                      <a:pt x="31423" y="3836"/>
                      <a:pt x="34425" y="2569"/>
                      <a:pt x="36727" y="634"/>
                    </a:cubicBezTo>
                    <a:cubicBezTo>
                      <a:pt x="36894" y="500"/>
                      <a:pt x="36894" y="267"/>
                      <a:pt x="36760" y="100"/>
                    </a:cubicBezTo>
                    <a:cubicBezTo>
                      <a:pt x="36744" y="33"/>
                      <a:pt x="36677" y="0"/>
                      <a:pt x="365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1" name="Google Shape;981;p38"/>
              <p:cNvSpPr/>
              <p:nvPr/>
            </p:nvSpPr>
            <p:spPr>
              <a:xfrm>
                <a:off x="2237600" y="3388700"/>
                <a:ext cx="2802025" cy="923525"/>
              </a:xfrm>
              <a:custGeom>
                <a:avLst/>
                <a:gdLst/>
                <a:ahLst/>
                <a:cxnLst/>
                <a:rect l="l" t="t" r="r" b="b"/>
                <a:pathLst>
                  <a:path w="112081" h="36941" extrusionOk="0">
                    <a:moveTo>
                      <a:pt x="14945" y="1"/>
                    </a:moveTo>
                    <a:lnTo>
                      <a:pt x="14945" y="1"/>
                    </a:lnTo>
                    <a:cubicBezTo>
                      <a:pt x="14845" y="1835"/>
                      <a:pt x="14878" y="3670"/>
                      <a:pt x="15178" y="5438"/>
                    </a:cubicBezTo>
                    <a:cubicBezTo>
                      <a:pt x="13855" y="5771"/>
                      <a:pt x="12494" y="5931"/>
                      <a:pt x="11131" y="5931"/>
                    </a:cubicBezTo>
                    <a:cubicBezTo>
                      <a:pt x="7167" y="5931"/>
                      <a:pt x="3177" y="4576"/>
                      <a:pt x="1" y="2169"/>
                    </a:cubicBezTo>
                    <a:lnTo>
                      <a:pt x="1" y="2169"/>
                    </a:lnTo>
                    <a:cubicBezTo>
                      <a:pt x="2769" y="5705"/>
                      <a:pt x="7039" y="8006"/>
                      <a:pt x="11509" y="8507"/>
                    </a:cubicBezTo>
                    <a:cubicBezTo>
                      <a:pt x="11776" y="8540"/>
                      <a:pt x="12009" y="8573"/>
                      <a:pt x="12276" y="8573"/>
                    </a:cubicBezTo>
                    <a:cubicBezTo>
                      <a:pt x="12610" y="8595"/>
                      <a:pt x="12942" y="8606"/>
                      <a:pt x="13274" y="8606"/>
                    </a:cubicBezTo>
                    <a:cubicBezTo>
                      <a:pt x="14464" y="8606"/>
                      <a:pt x="15638" y="8467"/>
                      <a:pt x="16813" y="8206"/>
                    </a:cubicBezTo>
                    <a:cubicBezTo>
                      <a:pt x="19995" y="10188"/>
                      <a:pt x="23742" y="11197"/>
                      <a:pt x="27483" y="11197"/>
                    </a:cubicBezTo>
                    <a:cubicBezTo>
                      <a:pt x="29978" y="11197"/>
                      <a:pt x="32470" y="10748"/>
                      <a:pt x="34792" y="9841"/>
                    </a:cubicBezTo>
                    <a:cubicBezTo>
                      <a:pt x="35126" y="9707"/>
                      <a:pt x="35393" y="9574"/>
                      <a:pt x="35693" y="9441"/>
                    </a:cubicBezTo>
                    <a:lnTo>
                      <a:pt x="35693" y="9441"/>
                    </a:lnTo>
                    <a:cubicBezTo>
                      <a:pt x="35559" y="9707"/>
                      <a:pt x="35493" y="9941"/>
                      <a:pt x="35393" y="10241"/>
                    </a:cubicBezTo>
                    <a:cubicBezTo>
                      <a:pt x="34158" y="14277"/>
                      <a:pt x="35893" y="19414"/>
                      <a:pt x="38328" y="22917"/>
                    </a:cubicBezTo>
                    <a:cubicBezTo>
                      <a:pt x="40863" y="26620"/>
                      <a:pt x="44999" y="29121"/>
                      <a:pt x="49369" y="30189"/>
                    </a:cubicBezTo>
                    <a:cubicBezTo>
                      <a:pt x="51094" y="30597"/>
                      <a:pt x="52865" y="30771"/>
                      <a:pt x="54648" y="30771"/>
                    </a:cubicBezTo>
                    <a:cubicBezTo>
                      <a:pt x="57383" y="30771"/>
                      <a:pt x="60147" y="30361"/>
                      <a:pt x="62812" y="29755"/>
                    </a:cubicBezTo>
                    <a:cubicBezTo>
                      <a:pt x="66850" y="32468"/>
                      <a:pt x="71656" y="33828"/>
                      <a:pt x="76487" y="33828"/>
                    </a:cubicBezTo>
                    <a:cubicBezTo>
                      <a:pt x="79320" y="33828"/>
                      <a:pt x="82161" y="33361"/>
                      <a:pt x="84861" y="32424"/>
                    </a:cubicBezTo>
                    <a:cubicBezTo>
                      <a:pt x="85662" y="34425"/>
                      <a:pt x="87363" y="36026"/>
                      <a:pt x="89431" y="36627"/>
                    </a:cubicBezTo>
                    <a:cubicBezTo>
                      <a:pt x="90128" y="36837"/>
                      <a:pt x="90864" y="36941"/>
                      <a:pt x="91601" y="36941"/>
                    </a:cubicBezTo>
                    <a:cubicBezTo>
                      <a:pt x="93088" y="36941"/>
                      <a:pt x="94576" y="36518"/>
                      <a:pt x="95736" y="35693"/>
                    </a:cubicBezTo>
                    <a:cubicBezTo>
                      <a:pt x="96386" y="35728"/>
                      <a:pt x="97027" y="35772"/>
                      <a:pt x="97659" y="35772"/>
                    </a:cubicBezTo>
                    <a:cubicBezTo>
                      <a:pt x="98226" y="35772"/>
                      <a:pt x="98786" y="35737"/>
                      <a:pt x="99338" y="35626"/>
                    </a:cubicBezTo>
                    <a:cubicBezTo>
                      <a:pt x="100539" y="35426"/>
                      <a:pt x="101707" y="34926"/>
                      <a:pt x="102507" y="34058"/>
                    </a:cubicBezTo>
                    <a:cubicBezTo>
                      <a:pt x="103374" y="33091"/>
                      <a:pt x="103741" y="31790"/>
                      <a:pt x="103841" y="30522"/>
                    </a:cubicBezTo>
                    <a:cubicBezTo>
                      <a:pt x="103841" y="29889"/>
                      <a:pt x="103808" y="29255"/>
                      <a:pt x="103708" y="28621"/>
                    </a:cubicBezTo>
                    <a:cubicBezTo>
                      <a:pt x="103641" y="27954"/>
                      <a:pt x="103508" y="27287"/>
                      <a:pt x="103374" y="26620"/>
                    </a:cubicBezTo>
                    <a:cubicBezTo>
                      <a:pt x="103541" y="26586"/>
                      <a:pt x="103675" y="26586"/>
                      <a:pt x="103808" y="26553"/>
                    </a:cubicBezTo>
                    <a:cubicBezTo>
                      <a:pt x="107244" y="25852"/>
                      <a:pt x="109879" y="22583"/>
                      <a:pt x="110813" y="19114"/>
                    </a:cubicBezTo>
                    <a:cubicBezTo>
                      <a:pt x="111514" y="16412"/>
                      <a:pt x="111380" y="13744"/>
                      <a:pt x="110880" y="11075"/>
                    </a:cubicBezTo>
                    <a:cubicBezTo>
                      <a:pt x="110713" y="10208"/>
                      <a:pt x="110546" y="9274"/>
                      <a:pt x="110246" y="8440"/>
                    </a:cubicBezTo>
                    <a:cubicBezTo>
                      <a:pt x="110346" y="8373"/>
                      <a:pt x="110379" y="8340"/>
                      <a:pt x="110413" y="8240"/>
                    </a:cubicBezTo>
                    <a:cubicBezTo>
                      <a:pt x="111847" y="6672"/>
                      <a:pt x="112081" y="4237"/>
                      <a:pt x="111580" y="2169"/>
                    </a:cubicBezTo>
                    <a:cubicBezTo>
                      <a:pt x="111413" y="1502"/>
                      <a:pt x="111213" y="868"/>
                      <a:pt x="110913" y="234"/>
                    </a:cubicBezTo>
                    <a:cubicBezTo>
                      <a:pt x="110780" y="1068"/>
                      <a:pt x="110546" y="1869"/>
                      <a:pt x="110113" y="2602"/>
                    </a:cubicBezTo>
                    <a:cubicBezTo>
                      <a:pt x="109212" y="4337"/>
                      <a:pt x="107677" y="5438"/>
                      <a:pt x="105743" y="5938"/>
                    </a:cubicBezTo>
                    <a:cubicBezTo>
                      <a:pt x="106577" y="8106"/>
                      <a:pt x="107411" y="10341"/>
                      <a:pt x="107677" y="12676"/>
                    </a:cubicBezTo>
                    <a:cubicBezTo>
                      <a:pt x="107911" y="14945"/>
                      <a:pt x="107444" y="17446"/>
                      <a:pt x="106010" y="19248"/>
                    </a:cubicBezTo>
                    <a:cubicBezTo>
                      <a:pt x="104936" y="20589"/>
                      <a:pt x="103292" y="21449"/>
                      <a:pt x="101651" y="21449"/>
                    </a:cubicBezTo>
                    <a:cubicBezTo>
                      <a:pt x="101048" y="21449"/>
                      <a:pt x="100446" y="21333"/>
                      <a:pt x="99872" y="21082"/>
                    </a:cubicBezTo>
                    <a:cubicBezTo>
                      <a:pt x="99705" y="23851"/>
                      <a:pt x="97837" y="26353"/>
                      <a:pt x="95335" y="27420"/>
                    </a:cubicBezTo>
                    <a:cubicBezTo>
                      <a:pt x="94290" y="27894"/>
                      <a:pt x="93158" y="28117"/>
                      <a:pt x="92021" y="28117"/>
                    </a:cubicBezTo>
                    <a:cubicBezTo>
                      <a:pt x="90436" y="28117"/>
                      <a:pt x="88842" y="27683"/>
                      <a:pt x="87463" y="26886"/>
                    </a:cubicBezTo>
                    <a:cubicBezTo>
                      <a:pt x="85061" y="25519"/>
                      <a:pt x="83227" y="23217"/>
                      <a:pt x="82493" y="20582"/>
                    </a:cubicBezTo>
                    <a:lnTo>
                      <a:pt x="82493" y="20582"/>
                    </a:lnTo>
                    <a:cubicBezTo>
                      <a:pt x="82393" y="22550"/>
                      <a:pt x="82359" y="24551"/>
                      <a:pt x="82660" y="26453"/>
                    </a:cubicBezTo>
                    <a:cubicBezTo>
                      <a:pt x="80281" y="26628"/>
                      <a:pt x="77884" y="26821"/>
                      <a:pt x="75507" y="26821"/>
                    </a:cubicBezTo>
                    <a:cubicBezTo>
                      <a:pt x="73351" y="26821"/>
                      <a:pt x="71211" y="26662"/>
                      <a:pt x="69117" y="26186"/>
                    </a:cubicBezTo>
                    <a:cubicBezTo>
                      <a:pt x="64680" y="25185"/>
                      <a:pt x="60510" y="22550"/>
                      <a:pt x="58642" y="18414"/>
                    </a:cubicBezTo>
                    <a:lnTo>
                      <a:pt x="58642" y="18414"/>
                    </a:lnTo>
                    <a:cubicBezTo>
                      <a:pt x="58376" y="20682"/>
                      <a:pt x="58642" y="22717"/>
                      <a:pt x="59743" y="24718"/>
                    </a:cubicBezTo>
                    <a:cubicBezTo>
                      <a:pt x="58802" y="24933"/>
                      <a:pt x="57843" y="25036"/>
                      <a:pt x="56885" y="25036"/>
                    </a:cubicBezTo>
                    <a:cubicBezTo>
                      <a:pt x="51732" y="25036"/>
                      <a:pt x="46595" y="22059"/>
                      <a:pt x="44232" y="17446"/>
                    </a:cubicBezTo>
                    <a:cubicBezTo>
                      <a:pt x="41497" y="12009"/>
                      <a:pt x="42998" y="4837"/>
                      <a:pt x="47635" y="768"/>
                    </a:cubicBezTo>
                    <a:lnTo>
                      <a:pt x="47635" y="768"/>
                    </a:lnTo>
                    <a:cubicBezTo>
                      <a:pt x="43665" y="1735"/>
                      <a:pt x="39862" y="3503"/>
                      <a:pt x="36860" y="6238"/>
                    </a:cubicBezTo>
                    <a:cubicBezTo>
                      <a:pt x="33715" y="6893"/>
                      <a:pt x="30494" y="7585"/>
                      <a:pt x="27297" y="7585"/>
                    </a:cubicBezTo>
                    <a:cubicBezTo>
                      <a:pt x="26256" y="7585"/>
                      <a:pt x="25217" y="7511"/>
                      <a:pt x="24185" y="7339"/>
                    </a:cubicBezTo>
                    <a:cubicBezTo>
                      <a:pt x="19982" y="6605"/>
                      <a:pt x="16179" y="4070"/>
                      <a:pt x="149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982" name="Google Shape;982;p38"/>
            <p:cNvSpPr/>
            <p:nvPr/>
          </p:nvSpPr>
          <p:spPr>
            <a:xfrm rot="-215260">
              <a:off x="4459732" y="948610"/>
              <a:ext cx="1769287" cy="1452613"/>
            </a:xfrm>
            <a:custGeom>
              <a:avLst/>
              <a:gdLst/>
              <a:ahLst/>
              <a:cxnLst/>
              <a:rect l="l" t="t" r="r" b="b"/>
              <a:pathLst>
                <a:path w="102041" h="82361" extrusionOk="0">
                  <a:moveTo>
                    <a:pt x="90959" y="0"/>
                  </a:moveTo>
                  <a:cubicBezTo>
                    <a:pt x="89567" y="0"/>
                    <a:pt x="88064" y="163"/>
                    <a:pt x="86462" y="494"/>
                  </a:cubicBezTo>
                  <a:cubicBezTo>
                    <a:pt x="84528" y="860"/>
                    <a:pt x="77623" y="3162"/>
                    <a:pt x="73520" y="5430"/>
                  </a:cubicBezTo>
                  <a:cubicBezTo>
                    <a:pt x="75054" y="6064"/>
                    <a:pt x="76555" y="6765"/>
                    <a:pt x="78023" y="7565"/>
                  </a:cubicBezTo>
                  <a:cubicBezTo>
                    <a:pt x="81892" y="5831"/>
                    <a:pt x="86696" y="4363"/>
                    <a:pt x="87230" y="4263"/>
                  </a:cubicBezTo>
                  <a:cubicBezTo>
                    <a:pt x="88385" y="4040"/>
                    <a:pt x="89690" y="3863"/>
                    <a:pt x="90987" y="3863"/>
                  </a:cubicBezTo>
                  <a:cubicBezTo>
                    <a:pt x="92984" y="3863"/>
                    <a:pt x="94961" y="4282"/>
                    <a:pt x="96336" y="5597"/>
                  </a:cubicBezTo>
                  <a:cubicBezTo>
                    <a:pt x="97504" y="6765"/>
                    <a:pt x="98171" y="8599"/>
                    <a:pt x="98137" y="10701"/>
                  </a:cubicBezTo>
                  <a:cubicBezTo>
                    <a:pt x="98071" y="12035"/>
                    <a:pt x="97804" y="13403"/>
                    <a:pt x="97403" y="14604"/>
                  </a:cubicBezTo>
                  <a:cubicBezTo>
                    <a:pt x="97170" y="15404"/>
                    <a:pt x="96870" y="16205"/>
                    <a:pt x="96570" y="16872"/>
                  </a:cubicBezTo>
                  <a:cubicBezTo>
                    <a:pt x="95836" y="18673"/>
                    <a:pt x="94968" y="20374"/>
                    <a:pt x="94001" y="22042"/>
                  </a:cubicBezTo>
                  <a:cubicBezTo>
                    <a:pt x="91199" y="26912"/>
                    <a:pt x="87730" y="31182"/>
                    <a:pt x="84828" y="34551"/>
                  </a:cubicBezTo>
                  <a:cubicBezTo>
                    <a:pt x="80658" y="39388"/>
                    <a:pt x="76188" y="43925"/>
                    <a:pt x="71518" y="48128"/>
                  </a:cubicBezTo>
                  <a:cubicBezTo>
                    <a:pt x="62378" y="56367"/>
                    <a:pt x="52505" y="63205"/>
                    <a:pt x="42131" y="68442"/>
                  </a:cubicBezTo>
                  <a:cubicBezTo>
                    <a:pt x="36760" y="71144"/>
                    <a:pt x="31256" y="73446"/>
                    <a:pt x="25686" y="75280"/>
                  </a:cubicBezTo>
                  <a:lnTo>
                    <a:pt x="25319" y="75414"/>
                  </a:lnTo>
                  <a:cubicBezTo>
                    <a:pt x="24084" y="75814"/>
                    <a:pt x="22784" y="76248"/>
                    <a:pt x="21516" y="76615"/>
                  </a:cubicBezTo>
                  <a:cubicBezTo>
                    <a:pt x="19648" y="77182"/>
                    <a:pt x="17747" y="77715"/>
                    <a:pt x="15812" y="78016"/>
                  </a:cubicBezTo>
                  <a:cubicBezTo>
                    <a:pt x="14229" y="78284"/>
                    <a:pt x="12668" y="78487"/>
                    <a:pt x="11093" y="78487"/>
                  </a:cubicBezTo>
                  <a:cubicBezTo>
                    <a:pt x="10710" y="78487"/>
                    <a:pt x="10326" y="78475"/>
                    <a:pt x="9941" y="78449"/>
                  </a:cubicBezTo>
                  <a:cubicBezTo>
                    <a:pt x="7973" y="78316"/>
                    <a:pt x="6505" y="77682"/>
                    <a:pt x="5638" y="76515"/>
                  </a:cubicBezTo>
                  <a:cubicBezTo>
                    <a:pt x="4337" y="74813"/>
                    <a:pt x="4070" y="71778"/>
                    <a:pt x="4971" y="67808"/>
                  </a:cubicBezTo>
                  <a:cubicBezTo>
                    <a:pt x="5605" y="65006"/>
                    <a:pt x="7773" y="58268"/>
                    <a:pt x="11275" y="52564"/>
                  </a:cubicBezTo>
                  <a:cubicBezTo>
                    <a:pt x="11008" y="50262"/>
                    <a:pt x="10942" y="47961"/>
                    <a:pt x="11008" y="45726"/>
                  </a:cubicBezTo>
                  <a:lnTo>
                    <a:pt x="11008" y="45726"/>
                  </a:lnTo>
                  <a:cubicBezTo>
                    <a:pt x="9074" y="48628"/>
                    <a:pt x="3436" y="57401"/>
                    <a:pt x="1235" y="67041"/>
                  </a:cubicBezTo>
                  <a:cubicBezTo>
                    <a:pt x="1" y="72178"/>
                    <a:pt x="568" y="76214"/>
                    <a:pt x="2602" y="78850"/>
                  </a:cubicBezTo>
                  <a:cubicBezTo>
                    <a:pt x="4170" y="80951"/>
                    <a:pt x="6639" y="82119"/>
                    <a:pt x="9741" y="82319"/>
                  </a:cubicBezTo>
                  <a:cubicBezTo>
                    <a:pt x="10225" y="82347"/>
                    <a:pt x="10708" y="82361"/>
                    <a:pt x="11190" y="82361"/>
                  </a:cubicBezTo>
                  <a:cubicBezTo>
                    <a:pt x="14090" y="82361"/>
                    <a:pt x="16935" y="81866"/>
                    <a:pt x="19681" y="81151"/>
                  </a:cubicBezTo>
                  <a:cubicBezTo>
                    <a:pt x="20749" y="80918"/>
                    <a:pt x="21783" y="80584"/>
                    <a:pt x="22784" y="80284"/>
                  </a:cubicBezTo>
                  <a:lnTo>
                    <a:pt x="24418" y="79784"/>
                  </a:lnTo>
                  <a:lnTo>
                    <a:pt x="26286" y="79150"/>
                  </a:lnTo>
                  <a:cubicBezTo>
                    <a:pt x="26353" y="79116"/>
                    <a:pt x="26453" y="79116"/>
                    <a:pt x="26586" y="79083"/>
                  </a:cubicBezTo>
                  <a:lnTo>
                    <a:pt x="26953" y="78950"/>
                  </a:lnTo>
                  <a:cubicBezTo>
                    <a:pt x="31790" y="77349"/>
                    <a:pt x="36627" y="75414"/>
                    <a:pt x="41363" y="73112"/>
                  </a:cubicBezTo>
                  <a:cubicBezTo>
                    <a:pt x="42264" y="72679"/>
                    <a:pt x="43098" y="72278"/>
                    <a:pt x="43932" y="71845"/>
                  </a:cubicBezTo>
                  <a:cubicBezTo>
                    <a:pt x="54606" y="66441"/>
                    <a:pt x="64780" y="59436"/>
                    <a:pt x="74154" y="50996"/>
                  </a:cubicBezTo>
                  <a:cubicBezTo>
                    <a:pt x="78957" y="46727"/>
                    <a:pt x="83527" y="41990"/>
                    <a:pt x="87797" y="37086"/>
                  </a:cubicBezTo>
                  <a:cubicBezTo>
                    <a:pt x="90465" y="33984"/>
                    <a:pt x="93567" y="30148"/>
                    <a:pt x="96303" y="25745"/>
                  </a:cubicBezTo>
                  <a:cubicBezTo>
                    <a:pt x="97670" y="23543"/>
                    <a:pt x="98905" y="21208"/>
                    <a:pt x="100005" y="18707"/>
                  </a:cubicBezTo>
                  <a:cubicBezTo>
                    <a:pt x="100039" y="18573"/>
                    <a:pt x="100139" y="18440"/>
                    <a:pt x="100172" y="18306"/>
                  </a:cubicBezTo>
                  <a:cubicBezTo>
                    <a:pt x="101006" y="16305"/>
                    <a:pt x="101973" y="13636"/>
                    <a:pt x="102040" y="10768"/>
                  </a:cubicBezTo>
                  <a:cubicBezTo>
                    <a:pt x="102040" y="7665"/>
                    <a:pt x="100973" y="4730"/>
                    <a:pt x="99005" y="2862"/>
                  </a:cubicBezTo>
                  <a:cubicBezTo>
                    <a:pt x="97089" y="970"/>
                    <a:pt x="94352" y="0"/>
                    <a:pt x="909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983" name="Google Shape;983;p38"/>
            <p:cNvGrpSpPr/>
            <p:nvPr/>
          </p:nvGrpSpPr>
          <p:grpSpPr>
            <a:xfrm>
              <a:off x="5150569" y="1618467"/>
              <a:ext cx="2073319" cy="1385776"/>
              <a:chOff x="7430725" y="2376563"/>
              <a:chExt cx="2637475" cy="1762850"/>
            </a:xfrm>
          </p:grpSpPr>
          <p:sp>
            <p:nvSpPr>
              <p:cNvPr id="984" name="Google Shape;984;p38"/>
              <p:cNvSpPr/>
              <p:nvPr/>
            </p:nvSpPr>
            <p:spPr>
              <a:xfrm>
                <a:off x="7430725" y="3347938"/>
                <a:ext cx="1749350" cy="791475"/>
              </a:xfrm>
              <a:custGeom>
                <a:avLst/>
                <a:gdLst/>
                <a:ahLst/>
                <a:cxnLst/>
                <a:rect l="l" t="t" r="r" b="b"/>
                <a:pathLst>
                  <a:path w="69974" h="31659" extrusionOk="0">
                    <a:moveTo>
                      <a:pt x="67738" y="1"/>
                    </a:moveTo>
                    <a:cubicBezTo>
                      <a:pt x="60133" y="8040"/>
                      <a:pt x="51960" y="14645"/>
                      <a:pt x="43254" y="19681"/>
                    </a:cubicBezTo>
                    <a:cubicBezTo>
                      <a:pt x="41753" y="20549"/>
                      <a:pt x="40219" y="21383"/>
                      <a:pt x="38684" y="22183"/>
                    </a:cubicBezTo>
                    <a:cubicBezTo>
                      <a:pt x="36416" y="23317"/>
                      <a:pt x="34181" y="24351"/>
                      <a:pt x="31879" y="25319"/>
                    </a:cubicBezTo>
                    <a:cubicBezTo>
                      <a:pt x="28444" y="26720"/>
                      <a:pt x="24908" y="27554"/>
                      <a:pt x="21339" y="27821"/>
                    </a:cubicBezTo>
                    <a:cubicBezTo>
                      <a:pt x="20807" y="27858"/>
                      <a:pt x="20282" y="27877"/>
                      <a:pt x="19766" y="27877"/>
                    </a:cubicBezTo>
                    <a:cubicBezTo>
                      <a:pt x="13004" y="27877"/>
                      <a:pt x="7685" y="24660"/>
                      <a:pt x="5361" y="19081"/>
                    </a:cubicBezTo>
                    <a:cubicBezTo>
                      <a:pt x="4693" y="17513"/>
                      <a:pt x="3493" y="13244"/>
                      <a:pt x="4093" y="9674"/>
                    </a:cubicBezTo>
                    <a:lnTo>
                      <a:pt x="4060" y="9641"/>
                    </a:lnTo>
                    <a:cubicBezTo>
                      <a:pt x="3562" y="9215"/>
                      <a:pt x="2991" y="9023"/>
                      <a:pt x="2437" y="9023"/>
                    </a:cubicBezTo>
                    <a:cubicBezTo>
                      <a:pt x="1172" y="9023"/>
                      <a:pt x="0" y="10024"/>
                      <a:pt x="23" y="11509"/>
                    </a:cubicBezTo>
                    <a:cubicBezTo>
                      <a:pt x="90" y="15412"/>
                      <a:pt x="991" y="18647"/>
                      <a:pt x="1758" y="20549"/>
                    </a:cubicBezTo>
                    <a:cubicBezTo>
                      <a:pt x="4647" y="27506"/>
                      <a:pt x="11411" y="31659"/>
                      <a:pt x="19681" y="31659"/>
                    </a:cubicBezTo>
                    <a:cubicBezTo>
                      <a:pt x="20292" y="31659"/>
                      <a:pt x="20912" y="31636"/>
                      <a:pt x="21539" y="31590"/>
                    </a:cubicBezTo>
                    <a:cubicBezTo>
                      <a:pt x="25542" y="31323"/>
                      <a:pt x="29511" y="30389"/>
                      <a:pt x="33280" y="28821"/>
                    </a:cubicBezTo>
                    <a:cubicBezTo>
                      <a:pt x="34948" y="28121"/>
                      <a:pt x="36616" y="27387"/>
                      <a:pt x="38251" y="26586"/>
                    </a:cubicBezTo>
                    <a:cubicBezTo>
                      <a:pt x="40652" y="25419"/>
                      <a:pt x="43087" y="24185"/>
                      <a:pt x="45422" y="22750"/>
                    </a:cubicBezTo>
                    <a:cubicBezTo>
                      <a:pt x="51327" y="19315"/>
                      <a:pt x="57064" y="15145"/>
                      <a:pt x="62468" y="10341"/>
                    </a:cubicBezTo>
                    <a:cubicBezTo>
                      <a:pt x="63902" y="9074"/>
                      <a:pt x="65303" y="7740"/>
                      <a:pt x="66738" y="6372"/>
                    </a:cubicBezTo>
                    <a:cubicBezTo>
                      <a:pt x="67905" y="5171"/>
                      <a:pt x="68973" y="3870"/>
                      <a:pt x="69973" y="2536"/>
                    </a:cubicBezTo>
                    <a:cubicBezTo>
                      <a:pt x="69206" y="1802"/>
                      <a:pt x="68439" y="901"/>
                      <a:pt x="677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5" name="Google Shape;985;p38"/>
              <p:cNvSpPr/>
              <p:nvPr/>
            </p:nvSpPr>
            <p:spPr>
              <a:xfrm>
                <a:off x="8975725" y="2394138"/>
                <a:ext cx="1092475" cy="1089900"/>
              </a:xfrm>
              <a:custGeom>
                <a:avLst/>
                <a:gdLst/>
                <a:ahLst/>
                <a:cxnLst/>
                <a:rect l="l" t="t" r="r" b="b"/>
                <a:pathLst>
                  <a:path w="43699" h="43596" extrusionOk="0">
                    <a:moveTo>
                      <a:pt x="27553" y="0"/>
                    </a:moveTo>
                    <a:cubicBezTo>
                      <a:pt x="27342" y="0"/>
                      <a:pt x="27131" y="9"/>
                      <a:pt x="26920" y="25"/>
                    </a:cubicBezTo>
                    <a:cubicBezTo>
                      <a:pt x="24785" y="192"/>
                      <a:pt x="22817" y="1193"/>
                      <a:pt x="21449" y="2827"/>
                    </a:cubicBezTo>
                    <a:lnTo>
                      <a:pt x="4604" y="22475"/>
                    </a:lnTo>
                    <a:cubicBezTo>
                      <a:pt x="1" y="27845"/>
                      <a:pt x="635" y="35918"/>
                      <a:pt x="5972" y="40521"/>
                    </a:cubicBezTo>
                    <a:cubicBezTo>
                      <a:pt x="8317" y="42506"/>
                      <a:pt x="11205" y="43596"/>
                      <a:pt x="14268" y="43596"/>
                    </a:cubicBezTo>
                    <a:cubicBezTo>
                      <a:pt x="14603" y="43596"/>
                      <a:pt x="14940" y="43583"/>
                      <a:pt x="15278" y="43557"/>
                    </a:cubicBezTo>
                    <a:cubicBezTo>
                      <a:pt x="16846" y="43457"/>
                      <a:pt x="18414" y="43023"/>
                      <a:pt x="19815" y="42356"/>
                    </a:cubicBezTo>
                    <a:cubicBezTo>
                      <a:pt x="21416" y="41622"/>
                      <a:pt x="22817" y="40521"/>
                      <a:pt x="23985" y="39187"/>
                    </a:cubicBezTo>
                    <a:lnTo>
                      <a:pt x="40830" y="19539"/>
                    </a:lnTo>
                    <a:cubicBezTo>
                      <a:pt x="43699" y="16170"/>
                      <a:pt x="43332" y="11067"/>
                      <a:pt x="39963" y="8198"/>
                    </a:cubicBezTo>
                    <a:lnTo>
                      <a:pt x="38929" y="7297"/>
                    </a:lnTo>
                    <a:lnTo>
                      <a:pt x="37127" y="9365"/>
                    </a:lnTo>
                    <a:lnTo>
                      <a:pt x="38161" y="10299"/>
                    </a:lnTo>
                    <a:cubicBezTo>
                      <a:pt x="40363" y="12201"/>
                      <a:pt x="40630" y="15537"/>
                      <a:pt x="38762" y="17738"/>
                    </a:cubicBezTo>
                    <a:lnTo>
                      <a:pt x="21916" y="37386"/>
                    </a:lnTo>
                    <a:cubicBezTo>
                      <a:pt x="19920" y="39712"/>
                      <a:pt x="17109" y="40891"/>
                      <a:pt x="14284" y="40891"/>
                    </a:cubicBezTo>
                    <a:cubicBezTo>
                      <a:pt x="11964" y="40891"/>
                      <a:pt x="9635" y="40096"/>
                      <a:pt x="7740" y="38486"/>
                    </a:cubicBezTo>
                    <a:cubicBezTo>
                      <a:pt x="3503" y="34850"/>
                      <a:pt x="3070" y="28512"/>
                      <a:pt x="6639" y="24309"/>
                    </a:cubicBezTo>
                    <a:lnTo>
                      <a:pt x="23518" y="4629"/>
                    </a:lnTo>
                    <a:cubicBezTo>
                      <a:pt x="24452" y="3528"/>
                      <a:pt x="25686" y="2894"/>
                      <a:pt x="27120" y="2794"/>
                    </a:cubicBezTo>
                    <a:cubicBezTo>
                      <a:pt x="27278" y="2779"/>
                      <a:pt x="27436" y="2772"/>
                      <a:pt x="27592" y="2772"/>
                    </a:cubicBezTo>
                    <a:cubicBezTo>
                      <a:pt x="28819" y="2772"/>
                      <a:pt x="29980" y="3229"/>
                      <a:pt x="30956" y="4028"/>
                    </a:cubicBezTo>
                    <a:lnTo>
                      <a:pt x="32758" y="1960"/>
                    </a:lnTo>
                    <a:cubicBezTo>
                      <a:pt x="31287" y="670"/>
                      <a:pt x="29439" y="0"/>
                      <a:pt x="275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6" name="Google Shape;986;p38"/>
              <p:cNvSpPr/>
              <p:nvPr/>
            </p:nvSpPr>
            <p:spPr>
              <a:xfrm>
                <a:off x="8963225" y="2682463"/>
                <a:ext cx="837300" cy="809925"/>
              </a:xfrm>
              <a:custGeom>
                <a:avLst/>
                <a:gdLst/>
                <a:ahLst/>
                <a:cxnLst/>
                <a:rect l="l" t="t" r="r" b="b"/>
                <a:pathLst>
                  <a:path w="33492" h="32397" extrusionOk="0">
                    <a:moveTo>
                      <a:pt x="13944" y="1"/>
                    </a:moveTo>
                    <a:lnTo>
                      <a:pt x="4704" y="10775"/>
                    </a:lnTo>
                    <a:cubicBezTo>
                      <a:pt x="0" y="16279"/>
                      <a:pt x="668" y="24585"/>
                      <a:pt x="6138" y="29255"/>
                    </a:cubicBezTo>
                    <a:cubicBezTo>
                      <a:pt x="8545" y="31300"/>
                      <a:pt x="11520" y="32396"/>
                      <a:pt x="14650" y="32396"/>
                    </a:cubicBezTo>
                    <a:cubicBezTo>
                      <a:pt x="14991" y="32396"/>
                      <a:pt x="15334" y="32383"/>
                      <a:pt x="15678" y="32357"/>
                    </a:cubicBezTo>
                    <a:cubicBezTo>
                      <a:pt x="17313" y="32257"/>
                      <a:pt x="18881" y="31823"/>
                      <a:pt x="20348" y="31123"/>
                    </a:cubicBezTo>
                    <a:cubicBezTo>
                      <a:pt x="21983" y="30322"/>
                      <a:pt x="23451" y="29188"/>
                      <a:pt x="24651" y="27821"/>
                    </a:cubicBezTo>
                    <a:lnTo>
                      <a:pt x="33491" y="17513"/>
                    </a:lnTo>
                    <a:lnTo>
                      <a:pt x="33324" y="17313"/>
                    </a:lnTo>
                    <a:cubicBezTo>
                      <a:pt x="32624" y="16746"/>
                      <a:pt x="31957" y="16112"/>
                      <a:pt x="31256" y="15512"/>
                    </a:cubicBezTo>
                    <a:lnTo>
                      <a:pt x="30989" y="15312"/>
                    </a:lnTo>
                    <a:lnTo>
                      <a:pt x="22150" y="25619"/>
                    </a:lnTo>
                    <a:cubicBezTo>
                      <a:pt x="20225" y="27855"/>
                      <a:pt x="17505" y="29003"/>
                      <a:pt x="14770" y="29003"/>
                    </a:cubicBezTo>
                    <a:cubicBezTo>
                      <a:pt x="12527" y="29003"/>
                      <a:pt x="10273" y="28231"/>
                      <a:pt x="8440" y="26653"/>
                    </a:cubicBezTo>
                    <a:cubicBezTo>
                      <a:pt x="6472" y="24985"/>
                      <a:pt x="5271" y="22617"/>
                      <a:pt x="5071" y="20015"/>
                    </a:cubicBezTo>
                    <a:cubicBezTo>
                      <a:pt x="4837" y="17446"/>
                      <a:pt x="5671" y="14945"/>
                      <a:pt x="7339" y="12943"/>
                    </a:cubicBezTo>
                    <a:lnTo>
                      <a:pt x="16612" y="2136"/>
                    </a:lnTo>
                    <a:lnTo>
                      <a:pt x="16345" y="1935"/>
                    </a:lnTo>
                    <a:cubicBezTo>
                      <a:pt x="15745" y="1402"/>
                      <a:pt x="15278" y="1001"/>
                      <a:pt x="14811" y="668"/>
                    </a:cubicBezTo>
                    <a:cubicBezTo>
                      <a:pt x="14611" y="501"/>
                      <a:pt x="14411" y="334"/>
                      <a:pt x="14177" y="234"/>
                    </a:cubicBezTo>
                    <a:lnTo>
                      <a:pt x="139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7" name="Google Shape;987;p38"/>
              <p:cNvSpPr/>
              <p:nvPr/>
            </p:nvSpPr>
            <p:spPr>
              <a:xfrm>
                <a:off x="9687075" y="2376563"/>
                <a:ext cx="170150" cy="156050"/>
              </a:xfrm>
              <a:custGeom>
                <a:avLst/>
                <a:gdLst/>
                <a:ahLst/>
                <a:cxnLst/>
                <a:rect l="l" t="t" r="r" b="b"/>
                <a:pathLst>
                  <a:path w="6806" h="6242" extrusionOk="0">
                    <a:moveTo>
                      <a:pt x="3333" y="0"/>
                    </a:moveTo>
                    <a:cubicBezTo>
                      <a:pt x="3002" y="0"/>
                      <a:pt x="2646" y="157"/>
                      <a:pt x="2402" y="462"/>
                    </a:cubicBezTo>
                    <a:lnTo>
                      <a:pt x="367" y="3164"/>
                    </a:lnTo>
                    <a:cubicBezTo>
                      <a:pt x="0" y="3664"/>
                      <a:pt x="134" y="4331"/>
                      <a:pt x="568" y="4698"/>
                    </a:cubicBezTo>
                    <a:lnTo>
                      <a:pt x="1969" y="5699"/>
                    </a:lnTo>
                    <a:cubicBezTo>
                      <a:pt x="2468" y="6063"/>
                      <a:pt x="3054" y="6241"/>
                      <a:pt x="3635" y="6241"/>
                    </a:cubicBezTo>
                    <a:cubicBezTo>
                      <a:pt x="4490" y="6241"/>
                      <a:pt x="5335" y="5853"/>
                      <a:pt x="5871" y="5098"/>
                    </a:cubicBezTo>
                    <a:cubicBezTo>
                      <a:pt x="6805" y="3864"/>
                      <a:pt x="6538" y="2096"/>
                      <a:pt x="5304" y="1195"/>
                    </a:cubicBezTo>
                    <a:lnTo>
                      <a:pt x="3903" y="195"/>
                    </a:lnTo>
                    <a:cubicBezTo>
                      <a:pt x="3747" y="64"/>
                      <a:pt x="3545" y="0"/>
                      <a:pt x="33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8" name="Google Shape;988;p38"/>
              <p:cNvSpPr/>
              <p:nvPr/>
            </p:nvSpPr>
            <p:spPr>
              <a:xfrm>
                <a:off x="9834675" y="2500038"/>
                <a:ext cx="170150" cy="156825"/>
              </a:xfrm>
              <a:custGeom>
                <a:avLst/>
                <a:gdLst/>
                <a:ahLst/>
                <a:cxnLst/>
                <a:rect l="l" t="t" r="r" b="b"/>
                <a:pathLst>
                  <a:path w="6806" h="6273" extrusionOk="0">
                    <a:moveTo>
                      <a:pt x="3169" y="0"/>
                    </a:moveTo>
                    <a:cubicBezTo>
                      <a:pt x="2314" y="0"/>
                      <a:pt x="1471" y="392"/>
                      <a:pt x="935" y="1127"/>
                    </a:cubicBezTo>
                    <a:cubicBezTo>
                      <a:pt x="1" y="2394"/>
                      <a:pt x="268" y="4129"/>
                      <a:pt x="1502" y="5063"/>
                    </a:cubicBezTo>
                    <a:lnTo>
                      <a:pt x="2903" y="6063"/>
                    </a:lnTo>
                    <a:cubicBezTo>
                      <a:pt x="3070" y="6205"/>
                      <a:pt x="3273" y="6272"/>
                      <a:pt x="3481" y="6272"/>
                    </a:cubicBezTo>
                    <a:cubicBezTo>
                      <a:pt x="3812" y="6272"/>
                      <a:pt x="4158" y="6104"/>
                      <a:pt x="4404" y="5797"/>
                    </a:cubicBezTo>
                    <a:lnTo>
                      <a:pt x="6439" y="3095"/>
                    </a:lnTo>
                    <a:cubicBezTo>
                      <a:pt x="6806" y="2594"/>
                      <a:pt x="6672" y="1927"/>
                      <a:pt x="6238" y="1560"/>
                    </a:cubicBezTo>
                    <a:lnTo>
                      <a:pt x="4837" y="560"/>
                    </a:lnTo>
                    <a:cubicBezTo>
                      <a:pt x="4338" y="181"/>
                      <a:pt x="3751" y="0"/>
                      <a:pt x="31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989" name="Google Shape;989;p38"/>
            <p:cNvSpPr/>
            <p:nvPr/>
          </p:nvSpPr>
          <p:spPr>
            <a:xfrm>
              <a:off x="4558400" y="1749150"/>
              <a:ext cx="235200" cy="377125"/>
            </a:xfrm>
            <a:custGeom>
              <a:avLst/>
              <a:gdLst/>
              <a:ahLst/>
              <a:cxnLst/>
              <a:rect l="l" t="t" r="r" b="b"/>
              <a:pathLst>
                <a:path w="9408" h="15085" extrusionOk="0">
                  <a:moveTo>
                    <a:pt x="3732" y="0"/>
                  </a:moveTo>
                  <a:lnTo>
                    <a:pt x="9408" y="8709"/>
                  </a:lnTo>
                  <a:lnTo>
                    <a:pt x="2566" y="15085"/>
                  </a:lnTo>
                  <a:lnTo>
                    <a:pt x="1322" y="13296"/>
                  </a:lnTo>
                  <a:lnTo>
                    <a:pt x="78" y="9953"/>
                  </a:lnTo>
                  <a:lnTo>
                    <a:pt x="0" y="7387"/>
                  </a:lnTo>
                  <a:close/>
                </a:path>
              </a:pathLst>
            </a:custGeom>
            <a:solidFill>
              <a:schemeClr val="lt2"/>
            </a:solidFill>
            <a:ln>
              <a:noFill/>
            </a:ln>
          </p:spPr>
          <p:txBody>
            <a:bodyPr/>
            <a:lstStyle/>
            <a:p>
              <a:endParaRPr lang="en-US">
                <a:latin typeface="Times New Roman" panose="02020603050405020304" pitchFamily="18" charset="0"/>
                <a:cs typeface="Times New Roman" panose="02020603050405020304" pitchFamily="18" charset="0"/>
              </a:endParaRPr>
            </a:p>
          </p:txBody>
        </p:sp>
        <p:sp>
          <p:nvSpPr>
            <p:cNvPr id="990" name="Google Shape;990;p38"/>
            <p:cNvSpPr/>
            <p:nvPr/>
          </p:nvSpPr>
          <p:spPr>
            <a:xfrm>
              <a:off x="4626720" y="1203926"/>
              <a:ext cx="529694" cy="1044314"/>
            </a:xfrm>
            <a:custGeom>
              <a:avLst/>
              <a:gdLst/>
              <a:ahLst/>
              <a:cxnLst/>
              <a:rect l="l" t="t" r="r" b="b"/>
              <a:pathLst>
                <a:path w="26953" h="53139" extrusionOk="0">
                  <a:moveTo>
                    <a:pt x="22683" y="0"/>
                  </a:moveTo>
                  <a:lnTo>
                    <a:pt x="22683" y="0"/>
                  </a:lnTo>
                  <a:cubicBezTo>
                    <a:pt x="22516" y="334"/>
                    <a:pt x="22349" y="634"/>
                    <a:pt x="22183" y="968"/>
                  </a:cubicBezTo>
                  <a:cubicBezTo>
                    <a:pt x="22083" y="968"/>
                    <a:pt x="21983" y="934"/>
                    <a:pt x="21849" y="934"/>
                  </a:cubicBezTo>
                  <a:cubicBezTo>
                    <a:pt x="21782" y="1835"/>
                    <a:pt x="21816" y="2736"/>
                    <a:pt x="21916" y="3570"/>
                  </a:cubicBezTo>
                  <a:cubicBezTo>
                    <a:pt x="22249" y="6505"/>
                    <a:pt x="23584" y="9140"/>
                    <a:pt x="25585" y="10941"/>
                  </a:cubicBezTo>
                  <a:cubicBezTo>
                    <a:pt x="21015" y="11675"/>
                    <a:pt x="16846" y="13677"/>
                    <a:pt x="13510" y="16746"/>
                  </a:cubicBezTo>
                  <a:cubicBezTo>
                    <a:pt x="11075" y="18947"/>
                    <a:pt x="9107" y="21683"/>
                    <a:pt x="7772" y="24751"/>
                  </a:cubicBezTo>
                  <a:cubicBezTo>
                    <a:pt x="5171" y="24818"/>
                    <a:pt x="2635" y="26486"/>
                    <a:pt x="1334" y="29021"/>
                  </a:cubicBezTo>
                  <a:cubicBezTo>
                    <a:pt x="167" y="31289"/>
                    <a:pt x="0" y="34125"/>
                    <a:pt x="801" y="36860"/>
                  </a:cubicBezTo>
                  <a:cubicBezTo>
                    <a:pt x="1468" y="39162"/>
                    <a:pt x="2802" y="41430"/>
                    <a:pt x="4804" y="43632"/>
                  </a:cubicBezTo>
                  <a:cubicBezTo>
                    <a:pt x="5337" y="44199"/>
                    <a:pt x="5938" y="44799"/>
                    <a:pt x="6471" y="45333"/>
                  </a:cubicBezTo>
                  <a:cubicBezTo>
                    <a:pt x="7305" y="46167"/>
                    <a:pt x="8139" y="47034"/>
                    <a:pt x="8907" y="47968"/>
                  </a:cubicBezTo>
                  <a:cubicBezTo>
                    <a:pt x="10308" y="49703"/>
                    <a:pt x="11075" y="51437"/>
                    <a:pt x="11141" y="53038"/>
                  </a:cubicBezTo>
                  <a:cubicBezTo>
                    <a:pt x="11408" y="53105"/>
                    <a:pt x="11642" y="53138"/>
                    <a:pt x="11909" y="53138"/>
                  </a:cubicBezTo>
                  <a:lnTo>
                    <a:pt x="11909" y="53105"/>
                  </a:lnTo>
                  <a:cubicBezTo>
                    <a:pt x="11809" y="51270"/>
                    <a:pt x="10975" y="49369"/>
                    <a:pt x="9474" y="47501"/>
                  </a:cubicBezTo>
                  <a:cubicBezTo>
                    <a:pt x="8706" y="46534"/>
                    <a:pt x="7839" y="45666"/>
                    <a:pt x="7005" y="44832"/>
                  </a:cubicBezTo>
                  <a:cubicBezTo>
                    <a:pt x="6471" y="44299"/>
                    <a:pt x="5904" y="43765"/>
                    <a:pt x="5371" y="43165"/>
                  </a:cubicBezTo>
                  <a:cubicBezTo>
                    <a:pt x="3469" y="41030"/>
                    <a:pt x="2168" y="38861"/>
                    <a:pt x="1535" y="36693"/>
                  </a:cubicBezTo>
                  <a:cubicBezTo>
                    <a:pt x="767" y="34158"/>
                    <a:pt x="968" y="31523"/>
                    <a:pt x="2002" y="29455"/>
                  </a:cubicBezTo>
                  <a:cubicBezTo>
                    <a:pt x="3136" y="27320"/>
                    <a:pt x="5271" y="25819"/>
                    <a:pt x="7439" y="25619"/>
                  </a:cubicBezTo>
                  <a:lnTo>
                    <a:pt x="7439" y="25619"/>
                  </a:lnTo>
                  <a:cubicBezTo>
                    <a:pt x="7005" y="26753"/>
                    <a:pt x="6638" y="27954"/>
                    <a:pt x="6338" y="29155"/>
                  </a:cubicBezTo>
                  <a:cubicBezTo>
                    <a:pt x="6305" y="29355"/>
                    <a:pt x="6438" y="29588"/>
                    <a:pt x="6638" y="29622"/>
                  </a:cubicBezTo>
                  <a:lnTo>
                    <a:pt x="6738" y="29622"/>
                  </a:lnTo>
                  <a:cubicBezTo>
                    <a:pt x="6905" y="29622"/>
                    <a:pt x="7072" y="29488"/>
                    <a:pt x="7105" y="29321"/>
                  </a:cubicBezTo>
                  <a:cubicBezTo>
                    <a:pt x="8106" y="24751"/>
                    <a:pt x="10608" y="20482"/>
                    <a:pt x="14077" y="17313"/>
                  </a:cubicBezTo>
                  <a:cubicBezTo>
                    <a:pt x="17479" y="14177"/>
                    <a:pt x="21816" y="12242"/>
                    <a:pt x="26586" y="11609"/>
                  </a:cubicBezTo>
                  <a:cubicBezTo>
                    <a:pt x="26753" y="11575"/>
                    <a:pt x="26853" y="11475"/>
                    <a:pt x="26919" y="11308"/>
                  </a:cubicBezTo>
                  <a:cubicBezTo>
                    <a:pt x="26953" y="11142"/>
                    <a:pt x="26853" y="10975"/>
                    <a:pt x="26753" y="10908"/>
                  </a:cubicBezTo>
                  <a:cubicBezTo>
                    <a:pt x="24484" y="9274"/>
                    <a:pt x="23017" y="6572"/>
                    <a:pt x="22650" y="3469"/>
                  </a:cubicBezTo>
                  <a:cubicBezTo>
                    <a:pt x="22516" y="2335"/>
                    <a:pt x="22516" y="1168"/>
                    <a:pt x="226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1" name="Google Shape;991;p38"/>
            <p:cNvSpPr/>
            <p:nvPr/>
          </p:nvSpPr>
          <p:spPr>
            <a:xfrm>
              <a:off x="5157475" y="2536250"/>
              <a:ext cx="155500" cy="104975"/>
            </a:xfrm>
            <a:custGeom>
              <a:avLst/>
              <a:gdLst/>
              <a:ahLst/>
              <a:cxnLst/>
              <a:rect l="l" t="t" r="r" b="b"/>
              <a:pathLst>
                <a:path w="6220" h="4199" extrusionOk="0">
                  <a:moveTo>
                    <a:pt x="155" y="2022"/>
                  </a:moveTo>
                  <a:lnTo>
                    <a:pt x="2877" y="4199"/>
                  </a:lnTo>
                  <a:lnTo>
                    <a:pt x="6220" y="4199"/>
                  </a:lnTo>
                  <a:lnTo>
                    <a:pt x="6065" y="1477"/>
                  </a:lnTo>
                  <a:lnTo>
                    <a:pt x="4043" y="155"/>
                  </a:lnTo>
                  <a:lnTo>
                    <a:pt x="1011" y="0"/>
                  </a:lnTo>
                  <a:lnTo>
                    <a:pt x="0" y="778"/>
                  </a:lnTo>
                  <a:close/>
                </a:path>
              </a:pathLst>
            </a:custGeom>
            <a:solidFill>
              <a:schemeClr val="accent1"/>
            </a:solidFill>
            <a:ln>
              <a:noFill/>
            </a:ln>
          </p:spPr>
          <p:txBody>
            <a:bodyPr/>
            <a:lstStyle/>
            <a:p>
              <a:endParaRPr lang="en-US">
                <a:latin typeface="Times New Roman" panose="02020603050405020304" pitchFamily="18" charset="0"/>
                <a:cs typeface="Times New Roman" panose="02020603050405020304" pitchFamily="18" charset="0"/>
              </a:endParaRPr>
            </a:p>
          </p:txBody>
        </p:sp>
      </p:grpSp>
      <p:sp>
        <p:nvSpPr>
          <p:cNvPr id="996" name="Google Shape;996;p38"/>
          <p:cNvSpPr txBox="1">
            <a:spLocks noGrp="1"/>
          </p:cNvSpPr>
          <p:nvPr>
            <p:ph type="title" idx="4"/>
          </p:nvPr>
        </p:nvSpPr>
        <p:spPr>
          <a:xfrm>
            <a:off x="714670" y="535000"/>
            <a:ext cx="3492600" cy="768900"/>
          </a:xfrm>
          <a:prstGeom prst="rect">
            <a:avLst/>
          </a:prstGeom>
        </p:spPr>
        <p:txBody>
          <a:bodyPr spcFirstLastPara="1" wrap="square" lIns="91425" tIns="91425" rIns="91425" bIns="91425" anchor="b" anchorCtr="0">
            <a:noAutofit/>
          </a:bodyPr>
          <a:lstStyle/>
          <a:p>
            <a:pPr algn="l"/>
            <a:r>
              <a:rPr lang="en-US" dirty="0">
                <a:latin typeface="Times New Roman" panose="02020603050405020304" pitchFamily="18" charset="0"/>
                <a:cs typeface="Times New Roman" panose="02020603050405020304" pitchFamily="18" charset="0"/>
              </a:rPr>
              <a:t>Use Cases</a:t>
            </a:r>
          </a:p>
        </p:txBody>
      </p:sp>
      <p:sp>
        <p:nvSpPr>
          <p:cNvPr id="997" name="Google Shape;997;p38"/>
          <p:cNvSpPr txBox="1">
            <a:spLocks noGrp="1"/>
          </p:cNvSpPr>
          <p:nvPr>
            <p:ph type="subTitle" idx="5"/>
          </p:nvPr>
        </p:nvSpPr>
        <p:spPr>
          <a:xfrm>
            <a:off x="381862" y="1375592"/>
            <a:ext cx="3492600" cy="2669466"/>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AI's role in enhancing autonomous vehicles and mobile devices.</a:t>
            </a:r>
          </a:p>
          <a:p>
            <a:pPr algn="l">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Application of Federated Learning to 5G traffic forecasting.</a:t>
            </a:r>
          </a:p>
          <a:p>
            <a:pPr marL="438150" indent="-285750" algn="l">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 integration in wearables like Meta and Vision-Pro glasses to create a seamless digital experience.</a:t>
            </a:r>
          </a:p>
          <a:p>
            <a:pPr marL="152400" indent="0"/>
            <a:endParaRPr lang="en-US" sz="1600" dirty="0">
              <a:latin typeface="Times New Roman" panose="02020603050405020304" pitchFamily="18" charset="0"/>
              <a:cs typeface="Times New Roman" panose="02020603050405020304" pitchFamily="18" charset="0"/>
            </a:endParaRPr>
          </a:p>
        </p:txBody>
      </p:sp>
      <p:grpSp>
        <p:nvGrpSpPr>
          <p:cNvPr id="998" name="Google Shape;998;p38"/>
          <p:cNvGrpSpPr/>
          <p:nvPr/>
        </p:nvGrpSpPr>
        <p:grpSpPr>
          <a:xfrm>
            <a:off x="6752250" y="2359477"/>
            <a:ext cx="1660110" cy="2523300"/>
            <a:chOff x="6752250" y="2343500"/>
            <a:chExt cx="1660110" cy="2523300"/>
          </a:xfrm>
        </p:grpSpPr>
        <p:grpSp>
          <p:nvGrpSpPr>
            <p:cNvPr id="999" name="Google Shape;999;p38"/>
            <p:cNvGrpSpPr/>
            <p:nvPr/>
          </p:nvGrpSpPr>
          <p:grpSpPr>
            <a:xfrm flipH="1">
              <a:off x="6752250" y="2343500"/>
              <a:ext cx="1562350" cy="2523300"/>
              <a:chOff x="10964000" y="2361675"/>
              <a:chExt cx="1562350" cy="2523300"/>
            </a:xfrm>
          </p:grpSpPr>
          <p:sp>
            <p:nvSpPr>
              <p:cNvPr id="1000" name="Google Shape;1000;p38"/>
              <p:cNvSpPr/>
              <p:nvPr/>
            </p:nvSpPr>
            <p:spPr>
              <a:xfrm>
                <a:off x="11969325" y="4773925"/>
                <a:ext cx="225725" cy="111050"/>
              </a:xfrm>
              <a:custGeom>
                <a:avLst/>
                <a:gdLst/>
                <a:ahLst/>
                <a:cxnLst/>
                <a:rect l="l" t="t" r="r" b="b"/>
                <a:pathLst>
                  <a:path w="9029" h="4442" extrusionOk="0">
                    <a:moveTo>
                      <a:pt x="1" y="0"/>
                    </a:moveTo>
                    <a:lnTo>
                      <a:pt x="1" y="4347"/>
                    </a:lnTo>
                    <a:cubicBezTo>
                      <a:pt x="1" y="4347"/>
                      <a:pt x="3675" y="4441"/>
                      <a:pt x="6242" y="4441"/>
                    </a:cubicBezTo>
                    <a:cubicBezTo>
                      <a:pt x="7525" y="4441"/>
                      <a:pt x="8532" y="4418"/>
                      <a:pt x="8664" y="4347"/>
                    </a:cubicBezTo>
                    <a:cubicBezTo>
                      <a:pt x="9028" y="4164"/>
                      <a:pt x="4651" y="1581"/>
                      <a:pt x="4317" y="1064"/>
                    </a:cubicBezTo>
                    <a:cubicBezTo>
                      <a:pt x="3983" y="547"/>
                      <a:pt x="1" y="0"/>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1" name="Google Shape;1001;p38"/>
              <p:cNvSpPr/>
              <p:nvPr/>
            </p:nvSpPr>
            <p:spPr>
              <a:xfrm>
                <a:off x="11522525" y="4773925"/>
                <a:ext cx="226475" cy="111050"/>
              </a:xfrm>
              <a:custGeom>
                <a:avLst/>
                <a:gdLst/>
                <a:ahLst/>
                <a:cxnLst/>
                <a:rect l="l" t="t" r="r" b="b"/>
                <a:pathLst>
                  <a:path w="9059" h="4442" extrusionOk="0">
                    <a:moveTo>
                      <a:pt x="0" y="0"/>
                    </a:moveTo>
                    <a:lnTo>
                      <a:pt x="0" y="4347"/>
                    </a:lnTo>
                    <a:cubicBezTo>
                      <a:pt x="0" y="4347"/>
                      <a:pt x="3688" y="4441"/>
                      <a:pt x="6255" y="4441"/>
                    </a:cubicBezTo>
                    <a:cubicBezTo>
                      <a:pt x="7538" y="4441"/>
                      <a:pt x="8541" y="4418"/>
                      <a:pt x="8663" y="4347"/>
                    </a:cubicBezTo>
                    <a:cubicBezTo>
                      <a:pt x="9058" y="4164"/>
                      <a:pt x="4681" y="1581"/>
                      <a:pt x="4316" y="1064"/>
                    </a:cubicBezTo>
                    <a:cubicBezTo>
                      <a:pt x="3982" y="547"/>
                      <a:pt x="0" y="0"/>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2" name="Google Shape;1002;p38"/>
              <p:cNvSpPr/>
              <p:nvPr/>
            </p:nvSpPr>
            <p:spPr>
              <a:xfrm>
                <a:off x="12114475" y="2495000"/>
                <a:ext cx="358700" cy="588950"/>
              </a:xfrm>
              <a:custGeom>
                <a:avLst/>
                <a:gdLst/>
                <a:ahLst/>
                <a:cxnLst/>
                <a:rect l="l" t="t" r="r" b="b"/>
                <a:pathLst>
                  <a:path w="14348" h="23558" extrusionOk="0">
                    <a:moveTo>
                      <a:pt x="4894" y="1"/>
                    </a:moveTo>
                    <a:lnTo>
                      <a:pt x="0" y="2767"/>
                    </a:lnTo>
                    <a:lnTo>
                      <a:pt x="3618" y="23557"/>
                    </a:lnTo>
                    <a:cubicBezTo>
                      <a:pt x="3618" y="23557"/>
                      <a:pt x="12615" y="23071"/>
                      <a:pt x="13101" y="21734"/>
                    </a:cubicBezTo>
                    <a:cubicBezTo>
                      <a:pt x="14347" y="18299"/>
                      <a:pt x="4894" y="1"/>
                      <a:pt x="48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3" name="Google Shape;1003;p38"/>
              <p:cNvSpPr/>
              <p:nvPr/>
            </p:nvSpPr>
            <p:spPr>
              <a:xfrm>
                <a:off x="11029350" y="2703225"/>
                <a:ext cx="615525" cy="748725"/>
              </a:xfrm>
              <a:custGeom>
                <a:avLst/>
                <a:gdLst/>
                <a:ahLst/>
                <a:cxnLst/>
                <a:rect l="l" t="t" r="r" b="b"/>
                <a:pathLst>
                  <a:path w="24621" h="29949" extrusionOk="0">
                    <a:moveTo>
                      <a:pt x="18329" y="0"/>
                    </a:moveTo>
                    <a:cubicBezTo>
                      <a:pt x="18329" y="0"/>
                      <a:pt x="0" y="19666"/>
                      <a:pt x="821" y="22402"/>
                    </a:cubicBezTo>
                    <a:cubicBezTo>
                      <a:pt x="2739" y="29038"/>
                      <a:pt x="4305" y="29949"/>
                      <a:pt x="5021" y="29949"/>
                    </a:cubicBezTo>
                    <a:cubicBezTo>
                      <a:pt x="5292" y="29949"/>
                      <a:pt x="5441" y="29818"/>
                      <a:pt x="5441" y="29818"/>
                    </a:cubicBezTo>
                    <a:cubicBezTo>
                      <a:pt x="5441" y="29818"/>
                      <a:pt x="19697" y="21794"/>
                      <a:pt x="22554" y="16262"/>
                    </a:cubicBezTo>
                    <a:cubicBezTo>
                      <a:pt x="24621" y="12280"/>
                      <a:pt x="18329" y="0"/>
                      <a:pt x="183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4" name="Google Shape;1004;p38"/>
              <p:cNvSpPr/>
              <p:nvPr/>
            </p:nvSpPr>
            <p:spPr>
              <a:xfrm>
                <a:off x="10964000" y="2868875"/>
                <a:ext cx="379200" cy="444550"/>
              </a:xfrm>
              <a:custGeom>
                <a:avLst/>
                <a:gdLst/>
                <a:ahLst/>
                <a:cxnLst/>
                <a:rect l="l" t="t" r="r" b="b"/>
                <a:pathLst>
                  <a:path w="15168" h="17782" extrusionOk="0">
                    <a:moveTo>
                      <a:pt x="6931" y="0"/>
                    </a:moveTo>
                    <a:lnTo>
                      <a:pt x="0" y="3131"/>
                    </a:lnTo>
                    <a:lnTo>
                      <a:pt x="3435" y="15776"/>
                    </a:lnTo>
                    <a:lnTo>
                      <a:pt x="15168" y="17782"/>
                    </a:lnTo>
                    <a:lnTo>
                      <a:pt x="6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5" name="Google Shape;1005;p38"/>
              <p:cNvSpPr/>
              <p:nvPr/>
            </p:nvSpPr>
            <p:spPr>
              <a:xfrm>
                <a:off x="11726175" y="3444875"/>
                <a:ext cx="412650" cy="1355650"/>
              </a:xfrm>
              <a:custGeom>
                <a:avLst/>
                <a:gdLst/>
                <a:ahLst/>
                <a:cxnLst/>
                <a:rect l="l" t="t" r="r" b="b"/>
                <a:pathLst>
                  <a:path w="16506" h="54226" extrusionOk="0">
                    <a:moveTo>
                      <a:pt x="13435" y="0"/>
                    </a:moveTo>
                    <a:lnTo>
                      <a:pt x="0" y="1794"/>
                    </a:lnTo>
                    <a:lnTo>
                      <a:pt x="7599" y="54226"/>
                    </a:lnTo>
                    <a:lnTo>
                      <a:pt x="16505" y="54226"/>
                    </a:lnTo>
                    <a:lnTo>
                      <a:pt x="13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6" name="Google Shape;1006;p38"/>
              <p:cNvSpPr/>
              <p:nvPr/>
            </p:nvSpPr>
            <p:spPr>
              <a:xfrm>
                <a:off x="11464000" y="3444875"/>
                <a:ext cx="334375" cy="1355650"/>
              </a:xfrm>
              <a:custGeom>
                <a:avLst/>
                <a:gdLst/>
                <a:ahLst/>
                <a:cxnLst/>
                <a:rect l="l" t="t" r="r" b="b"/>
                <a:pathLst>
                  <a:path w="13375" h="54226" extrusionOk="0">
                    <a:moveTo>
                      <a:pt x="13375" y="0"/>
                    </a:moveTo>
                    <a:lnTo>
                      <a:pt x="943" y="2797"/>
                    </a:lnTo>
                    <a:lnTo>
                      <a:pt x="1" y="54226"/>
                    </a:lnTo>
                    <a:lnTo>
                      <a:pt x="8907" y="54226"/>
                    </a:lnTo>
                    <a:lnTo>
                      <a:pt x="1337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7" name="Google Shape;1007;p38"/>
              <p:cNvSpPr/>
              <p:nvPr/>
            </p:nvSpPr>
            <p:spPr>
              <a:xfrm>
                <a:off x="11497438" y="2500325"/>
                <a:ext cx="626950" cy="813100"/>
              </a:xfrm>
              <a:custGeom>
                <a:avLst/>
                <a:gdLst/>
                <a:ahLst/>
                <a:cxnLst/>
                <a:rect l="l" t="t" r="r" b="b"/>
                <a:pathLst>
                  <a:path w="25078" h="32524" extrusionOk="0">
                    <a:moveTo>
                      <a:pt x="12463" y="1"/>
                    </a:moveTo>
                    <a:lnTo>
                      <a:pt x="7782" y="700"/>
                    </a:lnTo>
                    <a:cubicBezTo>
                      <a:pt x="7782" y="700"/>
                      <a:pt x="7934" y="6779"/>
                      <a:pt x="7114" y="7113"/>
                    </a:cubicBezTo>
                    <a:cubicBezTo>
                      <a:pt x="6263" y="7447"/>
                      <a:pt x="1673" y="8481"/>
                      <a:pt x="1034" y="10700"/>
                    </a:cubicBezTo>
                    <a:cubicBezTo>
                      <a:pt x="366" y="12888"/>
                      <a:pt x="1" y="32524"/>
                      <a:pt x="1" y="32524"/>
                    </a:cubicBezTo>
                    <a:lnTo>
                      <a:pt x="25077" y="32524"/>
                    </a:lnTo>
                    <a:cubicBezTo>
                      <a:pt x="25077" y="32524"/>
                      <a:pt x="23770" y="9970"/>
                      <a:pt x="22251" y="8755"/>
                    </a:cubicBezTo>
                    <a:cubicBezTo>
                      <a:pt x="20731" y="7569"/>
                      <a:pt x="15077" y="7447"/>
                      <a:pt x="13892" y="7447"/>
                    </a:cubicBezTo>
                    <a:cubicBezTo>
                      <a:pt x="12737" y="7447"/>
                      <a:pt x="12463" y="1"/>
                      <a:pt x="12463" y="1"/>
                    </a:cubicBezTo>
                    <a:close/>
                  </a:path>
                </a:pathLst>
              </a:custGeom>
              <a:solidFill>
                <a:srgbClr val="5B32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8" name="Google Shape;1008;p38"/>
              <p:cNvSpPr/>
              <p:nvPr/>
            </p:nvSpPr>
            <p:spPr>
              <a:xfrm>
                <a:off x="11657775" y="2383225"/>
                <a:ext cx="169475" cy="183825"/>
              </a:xfrm>
              <a:custGeom>
                <a:avLst/>
                <a:gdLst/>
                <a:ahLst/>
                <a:cxnLst/>
                <a:rect l="l" t="t" r="r" b="b"/>
                <a:pathLst>
                  <a:path w="6779" h="7353" extrusionOk="0">
                    <a:moveTo>
                      <a:pt x="4814" y="0"/>
                    </a:moveTo>
                    <a:cubicBezTo>
                      <a:pt x="3959" y="0"/>
                      <a:pt x="2919" y="338"/>
                      <a:pt x="2919" y="338"/>
                    </a:cubicBezTo>
                    <a:cubicBezTo>
                      <a:pt x="1" y="672"/>
                      <a:pt x="1855" y="6964"/>
                      <a:pt x="2584" y="7238"/>
                    </a:cubicBezTo>
                    <a:cubicBezTo>
                      <a:pt x="2794" y="7320"/>
                      <a:pt x="3187" y="7353"/>
                      <a:pt x="3645" y="7353"/>
                    </a:cubicBezTo>
                    <a:cubicBezTo>
                      <a:pt x="4714" y="7353"/>
                      <a:pt x="6138" y="7174"/>
                      <a:pt x="6414" y="7025"/>
                    </a:cubicBezTo>
                    <a:cubicBezTo>
                      <a:pt x="6779" y="6782"/>
                      <a:pt x="6080" y="703"/>
                      <a:pt x="5806" y="338"/>
                    </a:cubicBezTo>
                    <a:cubicBezTo>
                      <a:pt x="5624" y="85"/>
                      <a:pt x="5242" y="0"/>
                      <a:pt x="4814" y="0"/>
                    </a:cubicBezTo>
                    <a:close/>
                  </a:path>
                </a:pathLst>
              </a:custGeom>
              <a:solidFill>
                <a:srgbClr val="5B32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9" name="Google Shape;1009;p38"/>
              <p:cNvSpPr/>
              <p:nvPr/>
            </p:nvSpPr>
            <p:spPr>
              <a:xfrm>
                <a:off x="11730725" y="2397750"/>
                <a:ext cx="98825" cy="155800"/>
              </a:xfrm>
              <a:custGeom>
                <a:avLst/>
                <a:gdLst/>
                <a:ahLst/>
                <a:cxnLst/>
                <a:rect l="l" t="t" r="r" b="b"/>
                <a:pathLst>
                  <a:path w="3953" h="6232" extrusionOk="0">
                    <a:moveTo>
                      <a:pt x="2751" y="0"/>
                    </a:moveTo>
                    <a:cubicBezTo>
                      <a:pt x="2737" y="0"/>
                      <a:pt x="2722" y="0"/>
                      <a:pt x="2706" y="0"/>
                    </a:cubicBezTo>
                    <a:cubicBezTo>
                      <a:pt x="2463" y="0"/>
                      <a:pt x="1551" y="1794"/>
                      <a:pt x="1551" y="1794"/>
                    </a:cubicBezTo>
                    <a:cubicBezTo>
                      <a:pt x="1551" y="1794"/>
                      <a:pt x="1064" y="2645"/>
                      <a:pt x="517" y="3891"/>
                    </a:cubicBezTo>
                    <a:cubicBezTo>
                      <a:pt x="1" y="5137"/>
                      <a:pt x="335" y="5897"/>
                      <a:pt x="1551" y="5897"/>
                    </a:cubicBezTo>
                    <a:cubicBezTo>
                      <a:pt x="2619" y="5897"/>
                      <a:pt x="3174" y="6232"/>
                      <a:pt x="3502" y="6232"/>
                    </a:cubicBezTo>
                    <a:cubicBezTo>
                      <a:pt x="3556" y="6232"/>
                      <a:pt x="3605" y="6223"/>
                      <a:pt x="3648" y="6201"/>
                    </a:cubicBezTo>
                    <a:cubicBezTo>
                      <a:pt x="3952" y="6049"/>
                      <a:pt x="3679" y="3921"/>
                      <a:pt x="3679" y="3921"/>
                    </a:cubicBezTo>
                    <a:cubicBezTo>
                      <a:pt x="3679" y="3921"/>
                      <a:pt x="3587" y="1368"/>
                      <a:pt x="3253" y="699"/>
                    </a:cubicBezTo>
                    <a:cubicBezTo>
                      <a:pt x="2944" y="26"/>
                      <a:pt x="2921" y="0"/>
                      <a:pt x="2751"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0" name="Google Shape;1010;p38"/>
              <p:cNvSpPr/>
              <p:nvPr/>
            </p:nvSpPr>
            <p:spPr>
              <a:xfrm>
                <a:off x="11754275" y="2564925"/>
                <a:ext cx="84375" cy="125775"/>
              </a:xfrm>
              <a:custGeom>
                <a:avLst/>
                <a:gdLst/>
                <a:ahLst/>
                <a:cxnLst/>
                <a:rect l="l" t="t" r="r" b="b"/>
                <a:pathLst>
                  <a:path w="3375" h="5031" extrusionOk="0">
                    <a:moveTo>
                      <a:pt x="1916" y="0"/>
                    </a:moveTo>
                    <a:cubicBezTo>
                      <a:pt x="1916" y="0"/>
                      <a:pt x="609" y="365"/>
                      <a:pt x="305" y="1490"/>
                    </a:cubicBezTo>
                    <a:cubicBezTo>
                      <a:pt x="1" y="2645"/>
                      <a:pt x="457" y="4560"/>
                      <a:pt x="548" y="4833"/>
                    </a:cubicBezTo>
                    <a:cubicBezTo>
                      <a:pt x="578" y="4970"/>
                      <a:pt x="1323" y="5031"/>
                      <a:pt x="2022" y="5031"/>
                    </a:cubicBezTo>
                    <a:cubicBezTo>
                      <a:pt x="2721" y="5031"/>
                      <a:pt x="3375" y="4970"/>
                      <a:pt x="3223" y="4863"/>
                    </a:cubicBezTo>
                    <a:cubicBezTo>
                      <a:pt x="2919" y="4681"/>
                      <a:pt x="2220" y="1125"/>
                      <a:pt x="1916"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1" name="Google Shape;1011;p38"/>
              <p:cNvSpPr/>
              <p:nvPr/>
            </p:nvSpPr>
            <p:spPr>
              <a:xfrm>
                <a:off x="11657775" y="2756000"/>
                <a:ext cx="234075" cy="273575"/>
              </a:xfrm>
              <a:custGeom>
                <a:avLst/>
                <a:gdLst/>
                <a:ahLst/>
                <a:cxnLst/>
                <a:rect l="l" t="t" r="r" b="b"/>
                <a:pathLst>
                  <a:path w="9363" h="10943" extrusionOk="0">
                    <a:moveTo>
                      <a:pt x="6670" y="0"/>
                    </a:moveTo>
                    <a:cubicBezTo>
                      <a:pt x="3959" y="0"/>
                      <a:pt x="1" y="351"/>
                      <a:pt x="1" y="351"/>
                    </a:cubicBezTo>
                    <a:cubicBezTo>
                      <a:pt x="1" y="351"/>
                      <a:pt x="6478" y="10943"/>
                      <a:pt x="7112" y="10943"/>
                    </a:cubicBezTo>
                    <a:cubicBezTo>
                      <a:pt x="7125" y="10943"/>
                      <a:pt x="7136" y="10938"/>
                      <a:pt x="7144" y="10929"/>
                    </a:cubicBezTo>
                    <a:cubicBezTo>
                      <a:pt x="7508" y="10503"/>
                      <a:pt x="9363" y="1142"/>
                      <a:pt x="9150" y="351"/>
                    </a:cubicBezTo>
                    <a:cubicBezTo>
                      <a:pt x="9069" y="88"/>
                      <a:pt x="8025" y="0"/>
                      <a:pt x="6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2" name="Google Shape;1012;p38"/>
              <p:cNvSpPr/>
              <p:nvPr/>
            </p:nvSpPr>
            <p:spPr>
              <a:xfrm>
                <a:off x="11388775" y="2670100"/>
                <a:ext cx="807800" cy="1381950"/>
              </a:xfrm>
              <a:custGeom>
                <a:avLst/>
                <a:gdLst/>
                <a:ahLst/>
                <a:cxnLst/>
                <a:rect l="l" t="t" r="r" b="b"/>
                <a:pathLst>
                  <a:path w="32312" h="55278" extrusionOk="0">
                    <a:moveTo>
                      <a:pt x="9528" y="0"/>
                    </a:moveTo>
                    <a:cubicBezTo>
                      <a:pt x="7972" y="0"/>
                      <a:pt x="3603" y="2685"/>
                      <a:pt x="2645" y="3818"/>
                    </a:cubicBezTo>
                    <a:cubicBezTo>
                      <a:pt x="1612" y="5064"/>
                      <a:pt x="1" y="55277"/>
                      <a:pt x="1" y="55277"/>
                    </a:cubicBezTo>
                    <a:lnTo>
                      <a:pt x="32311" y="55277"/>
                    </a:lnTo>
                    <a:cubicBezTo>
                      <a:pt x="32311" y="55277"/>
                      <a:pt x="28421" y="2632"/>
                      <a:pt x="27144" y="1234"/>
                    </a:cubicBezTo>
                    <a:cubicBezTo>
                      <a:pt x="26469" y="477"/>
                      <a:pt x="24465" y="219"/>
                      <a:pt x="22508" y="219"/>
                    </a:cubicBezTo>
                    <a:cubicBezTo>
                      <a:pt x="20854" y="219"/>
                      <a:pt x="19233" y="403"/>
                      <a:pt x="18481" y="626"/>
                    </a:cubicBezTo>
                    <a:cubicBezTo>
                      <a:pt x="18481" y="626"/>
                      <a:pt x="18221" y="13052"/>
                      <a:pt x="17926" y="13052"/>
                    </a:cubicBezTo>
                    <a:cubicBezTo>
                      <a:pt x="17919" y="13052"/>
                      <a:pt x="17911" y="13044"/>
                      <a:pt x="17904" y="13027"/>
                    </a:cubicBezTo>
                    <a:cubicBezTo>
                      <a:pt x="17539" y="12328"/>
                      <a:pt x="9727" y="18"/>
                      <a:pt x="9727" y="18"/>
                    </a:cubicBezTo>
                    <a:cubicBezTo>
                      <a:pt x="9667" y="6"/>
                      <a:pt x="9600" y="0"/>
                      <a:pt x="95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3" name="Google Shape;1013;p38"/>
              <p:cNvSpPr/>
              <p:nvPr/>
            </p:nvSpPr>
            <p:spPr>
              <a:xfrm>
                <a:off x="11422975" y="2361675"/>
                <a:ext cx="409850" cy="403100"/>
              </a:xfrm>
              <a:custGeom>
                <a:avLst/>
                <a:gdLst/>
                <a:ahLst/>
                <a:cxnLst/>
                <a:rect l="l" t="t" r="r" b="b"/>
                <a:pathLst>
                  <a:path w="16394" h="16124" extrusionOk="0">
                    <a:moveTo>
                      <a:pt x="12833" y="1"/>
                    </a:moveTo>
                    <a:cubicBezTo>
                      <a:pt x="11289" y="1"/>
                      <a:pt x="9916" y="513"/>
                      <a:pt x="8937" y="2446"/>
                    </a:cubicBezTo>
                    <a:cubicBezTo>
                      <a:pt x="7751" y="4726"/>
                      <a:pt x="8663" y="6124"/>
                      <a:pt x="7113" y="6306"/>
                    </a:cubicBezTo>
                    <a:cubicBezTo>
                      <a:pt x="5532" y="6550"/>
                      <a:pt x="3374" y="7006"/>
                      <a:pt x="3557" y="9589"/>
                    </a:cubicBezTo>
                    <a:cubicBezTo>
                      <a:pt x="3800" y="12173"/>
                      <a:pt x="1125" y="10379"/>
                      <a:pt x="578" y="12446"/>
                    </a:cubicBezTo>
                    <a:cubicBezTo>
                      <a:pt x="0" y="14483"/>
                      <a:pt x="1824" y="15547"/>
                      <a:pt x="1824" y="15547"/>
                    </a:cubicBezTo>
                    <a:cubicBezTo>
                      <a:pt x="1824" y="15547"/>
                      <a:pt x="2040" y="16123"/>
                      <a:pt x="4308" y="16123"/>
                    </a:cubicBezTo>
                    <a:cubicBezTo>
                      <a:pt x="4592" y="16123"/>
                      <a:pt x="4908" y="16114"/>
                      <a:pt x="5259" y="16094"/>
                    </a:cubicBezTo>
                    <a:cubicBezTo>
                      <a:pt x="8511" y="15851"/>
                      <a:pt x="7842" y="13510"/>
                      <a:pt x="9879" y="12325"/>
                    </a:cubicBezTo>
                    <a:cubicBezTo>
                      <a:pt x="11855" y="11139"/>
                      <a:pt x="10700" y="5759"/>
                      <a:pt x="11733" y="4544"/>
                    </a:cubicBezTo>
                    <a:cubicBezTo>
                      <a:pt x="12767" y="3328"/>
                      <a:pt x="14985" y="3419"/>
                      <a:pt x="14925" y="1443"/>
                    </a:cubicBezTo>
                    <a:lnTo>
                      <a:pt x="14925" y="1443"/>
                    </a:lnTo>
                    <a:cubicBezTo>
                      <a:pt x="14925" y="1444"/>
                      <a:pt x="15259" y="3115"/>
                      <a:pt x="15867" y="3419"/>
                    </a:cubicBezTo>
                    <a:cubicBezTo>
                      <a:pt x="15893" y="3432"/>
                      <a:pt x="15916" y="3438"/>
                      <a:pt x="15936" y="3438"/>
                    </a:cubicBezTo>
                    <a:cubicBezTo>
                      <a:pt x="16393" y="3438"/>
                      <a:pt x="15454" y="278"/>
                      <a:pt x="13678" y="45"/>
                    </a:cubicBezTo>
                    <a:cubicBezTo>
                      <a:pt x="13392" y="17"/>
                      <a:pt x="13109" y="1"/>
                      <a:pt x="128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4" name="Google Shape;1014;p38"/>
              <p:cNvSpPr/>
              <p:nvPr/>
            </p:nvSpPr>
            <p:spPr>
              <a:xfrm>
                <a:off x="11997450" y="2362200"/>
                <a:ext cx="239400" cy="314025"/>
              </a:xfrm>
              <a:custGeom>
                <a:avLst/>
                <a:gdLst/>
                <a:ahLst/>
                <a:cxnLst/>
                <a:rect l="l" t="t" r="r" b="b"/>
                <a:pathLst>
                  <a:path w="9576" h="12561" extrusionOk="0">
                    <a:moveTo>
                      <a:pt x="5485" y="0"/>
                    </a:moveTo>
                    <a:cubicBezTo>
                      <a:pt x="4377" y="0"/>
                      <a:pt x="2919" y="54"/>
                      <a:pt x="2919" y="54"/>
                    </a:cubicBezTo>
                    <a:lnTo>
                      <a:pt x="4074" y="1331"/>
                    </a:lnTo>
                    <a:lnTo>
                      <a:pt x="4377" y="5799"/>
                    </a:lnTo>
                    <a:cubicBezTo>
                      <a:pt x="4377" y="5799"/>
                      <a:pt x="1" y="11848"/>
                      <a:pt x="304" y="12182"/>
                    </a:cubicBezTo>
                    <a:cubicBezTo>
                      <a:pt x="530" y="12449"/>
                      <a:pt x="2532" y="12560"/>
                      <a:pt x="4618" y="12560"/>
                    </a:cubicBezTo>
                    <a:cubicBezTo>
                      <a:pt x="7040" y="12560"/>
                      <a:pt x="9575" y="12411"/>
                      <a:pt x="9575" y="12182"/>
                    </a:cubicBezTo>
                    <a:cubicBezTo>
                      <a:pt x="9575" y="11757"/>
                      <a:pt x="5502" y="5799"/>
                      <a:pt x="5502" y="5799"/>
                    </a:cubicBezTo>
                    <a:lnTo>
                      <a:pt x="5502" y="1331"/>
                    </a:lnTo>
                    <a:cubicBezTo>
                      <a:pt x="5502" y="1331"/>
                      <a:pt x="7113" y="176"/>
                      <a:pt x="6657" y="54"/>
                    </a:cubicBezTo>
                    <a:cubicBezTo>
                      <a:pt x="6505" y="14"/>
                      <a:pt x="6039" y="0"/>
                      <a:pt x="54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5" name="Google Shape;1015;p38"/>
              <p:cNvSpPr/>
              <p:nvPr/>
            </p:nvSpPr>
            <p:spPr>
              <a:xfrm>
                <a:off x="11024025" y="2726950"/>
                <a:ext cx="231800" cy="312250"/>
              </a:xfrm>
              <a:custGeom>
                <a:avLst/>
                <a:gdLst/>
                <a:ahLst/>
                <a:cxnLst/>
                <a:rect l="l" t="t" r="r" b="b"/>
                <a:pathLst>
                  <a:path w="9272" h="12490" extrusionOk="0">
                    <a:moveTo>
                      <a:pt x="5181" y="0"/>
                    </a:moveTo>
                    <a:cubicBezTo>
                      <a:pt x="4074" y="0"/>
                      <a:pt x="2615" y="54"/>
                      <a:pt x="2615" y="54"/>
                    </a:cubicBezTo>
                    <a:lnTo>
                      <a:pt x="3770" y="1331"/>
                    </a:lnTo>
                    <a:lnTo>
                      <a:pt x="4074" y="5799"/>
                    </a:lnTo>
                    <a:cubicBezTo>
                      <a:pt x="4074" y="5799"/>
                      <a:pt x="31" y="11726"/>
                      <a:pt x="1" y="12182"/>
                    </a:cubicBezTo>
                    <a:cubicBezTo>
                      <a:pt x="1" y="12383"/>
                      <a:pt x="2405" y="12490"/>
                      <a:pt x="4765" y="12490"/>
                    </a:cubicBezTo>
                    <a:cubicBezTo>
                      <a:pt x="7039" y="12490"/>
                      <a:pt x="9271" y="12391"/>
                      <a:pt x="9271" y="12182"/>
                    </a:cubicBezTo>
                    <a:cubicBezTo>
                      <a:pt x="9271" y="11757"/>
                      <a:pt x="5198" y="5799"/>
                      <a:pt x="5198" y="5799"/>
                    </a:cubicBezTo>
                    <a:lnTo>
                      <a:pt x="5198" y="1331"/>
                    </a:lnTo>
                    <a:cubicBezTo>
                      <a:pt x="5198" y="1331"/>
                      <a:pt x="6809" y="176"/>
                      <a:pt x="6353" y="54"/>
                    </a:cubicBezTo>
                    <a:cubicBezTo>
                      <a:pt x="6201" y="14"/>
                      <a:pt x="5735" y="0"/>
                      <a:pt x="51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6" name="Google Shape;1016;p38"/>
              <p:cNvSpPr/>
              <p:nvPr/>
            </p:nvSpPr>
            <p:spPr>
              <a:xfrm>
                <a:off x="12065088" y="2419200"/>
                <a:ext cx="142125" cy="130725"/>
              </a:xfrm>
              <a:custGeom>
                <a:avLst/>
                <a:gdLst/>
                <a:ahLst/>
                <a:cxnLst/>
                <a:rect l="l" t="t" r="r" b="b"/>
                <a:pathLst>
                  <a:path w="5685" h="5229" extrusionOk="0">
                    <a:moveTo>
                      <a:pt x="3929" y="0"/>
                    </a:moveTo>
                    <a:cubicBezTo>
                      <a:pt x="3177" y="0"/>
                      <a:pt x="578" y="1118"/>
                      <a:pt x="578" y="1118"/>
                    </a:cubicBezTo>
                    <a:cubicBezTo>
                      <a:pt x="1" y="1361"/>
                      <a:pt x="365" y="4674"/>
                      <a:pt x="1034" y="5069"/>
                    </a:cubicBezTo>
                    <a:cubicBezTo>
                      <a:pt x="1220" y="5185"/>
                      <a:pt x="1611" y="5228"/>
                      <a:pt x="2092" y="5228"/>
                    </a:cubicBezTo>
                    <a:cubicBezTo>
                      <a:pt x="3504" y="5228"/>
                      <a:pt x="5685" y="4857"/>
                      <a:pt x="5685" y="4857"/>
                    </a:cubicBezTo>
                    <a:cubicBezTo>
                      <a:pt x="5685" y="4857"/>
                      <a:pt x="4530" y="267"/>
                      <a:pt x="4074" y="24"/>
                    </a:cubicBezTo>
                    <a:cubicBezTo>
                      <a:pt x="4039" y="8"/>
                      <a:pt x="3990" y="0"/>
                      <a:pt x="3929"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7" name="Google Shape;1017;p38"/>
              <p:cNvSpPr/>
              <p:nvPr/>
            </p:nvSpPr>
            <p:spPr>
              <a:xfrm>
                <a:off x="11064313" y="2775425"/>
                <a:ext cx="141375" cy="130775"/>
              </a:xfrm>
              <a:custGeom>
                <a:avLst/>
                <a:gdLst/>
                <a:ahLst/>
                <a:cxnLst/>
                <a:rect l="l" t="t" r="r" b="b"/>
                <a:pathLst>
                  <a:path w="5655" h="5231" extrusionOk="0">
                    <a:moveTo>
                      <a:pt x="1746" y="1"/>
                    </a:moveTo>
                    <a:cubicBezTo>
                      <a:pt x="1675" y="1"/>
                      <a:pt x="1619" y="10"/>
                      <a:pt x="1581" y="30"/>
                    </a:cubicBezTo>
                    <a:cubicBezTo>
                      <a:pt x="1125" y="243"/>
                      <a:pt x="0" y="4833"/>
                      <a:pt x="0" y="4833"/>
                    </a:cubicBezTo>
                    <a:cubicBezTo>
                      <a:pt x="0" y="4833"/>
                      <a:pt x="2213" y="5230"/>
                      <a:pt x="3614" y="5230"/>
                    </a:cubicBezTo>
                    <a:cubicBezTo>
                      <a:pt x="4071" y="5230"/>
                      <a:pt x="4441" y="5188"/>
                      <a:pt x="4621" y="5076"/>
                    </a:cubicBezTo>
                    <a:cubicBezTo>
                      <a:pt x="5320" y="4650"/>
                      <a:pt x="5654" y="1368"/>
                      <a:pt x="5077" y="1124"/>
                    </a:cubicBezTo>
                    <a:cubicBezTo>
                      <a:pt x="5077" y="1124"/>
                      <a:pt x="2522" y="1"/>
                      <a:pt x="1746"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8" name="Google Shape;1018;p38"/>
              <p:cNvSpPr/>
              <p:nvPr/>
            </p:nvSpPr>
            <p:spPr>
              <a:xfrm>
                <a:off x="12034675" y="2567950"/>
                <a:ext cx="163625" cy="83250"/>
              </a:xfrm>
              <a:custGeom>
                <a:avLst/>
                <a:gdLst/>
                <a:ahLst/>
                <a:cxnLst/>
                <a:rect l="l" t="t" r="r" b="b"/>
                <a:pathLst>
                  <a:path w="6545" h="3330" extrusionOk="0">
                    <a:moveTo>
                      <a:pt x="2189" y="1"/>
                    </a:moveTo>
                    <a:cubicBezTo>
                      <a:pt x="2189" y="1"/>
                      <a:pt x="1" y="3314"/>
                      <a:pt x="183" y="3314"/>
                    </a:cubicBezTo>
                    <a:cubicBezTo>
                      <a:pt x="250" y="3314"/>
                      <a:pt x="1112" y="3330"/>
                      <a:pt x="2179" y="3330"/>
                    </a:cubicBezTo>
                    <a:cubicBezTo>
                      <a:pt x="4047" y="3330"/>
                      <a:pt x="6544" y="3281"/>
                      <a:pt x="6506" y="3010"/>
                    </a:cubicBezTo>
                    <a:cubicBezTo>
                      <a:pt x="6445" y="2706"/>
                      <a:pt x="4773" y="31"/>
                      <a:pt x="4773" y="31"/>
                    </a:cubicBezTo>
                    <a:lnTo>
                      <a:pt x="2189" y="31"/>
                    </a:lnTo>
                    <a:lnTo>
                      <a:pt x="218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9" name="Google Shape;1019;p38"/>
              <p:cNvSpPr/>
              <p:nvPr/>
            </p:nvSpPr>
            <p:spPr>
              <a:xfrm>
                <a:off x="11919950" y="2690300"/>
                <a:ext cx="606400" cy="419525"/>
              </a:xfrm>
              <a:custGeom>
                <a:avLst/>
                <a:gdLst/>
                <a:ahLst/>
                <a:cxnLst/>
                <a:rect l="l" t="t" r="r" b="b"/>
                <a:pathLst>
                  <a:path w="24256" h="16781" extrusionOk="0">
                    <a:moveTo>
                      <a:pt x="5198" y="0"/>
                    </a:moveTo>
                    <a:cubicBezTo>
                      <a:pt x="5198" y="0"/>
                      <a:pt x="0" y="10335"/>
                      <a:pt x="183" y="10426"/>
                    </a:cubicBezTo>
                    <a:cubicBezTo>
                      <a:pt x="365" y="10487"/>
                      <a:pt x="10395" y="15320"/>
                      <a:pt x="11399" y="15745"/>
                    </a:cubicBezTo>
                    <a:cubicBezTo>
                      <a:pt x="13023" y="16415"/>
                      <a:pt x="15357" y="16781"/>
                      <a:pt x="17254" y="16781"/>
                    </a:cubicBezTo>
                    <a:cubicBezTo>
                      <a:pt x="18800" y="16781"/>
                      <a:pt x="20054" y="16538"/>
                      <a:pt x="20396" y="16019"/>
                    </a:cubicBezTo>
                    <a:cubicBezTo>
                      <a:pt x="24256" y="10001"/>
                      <a:pt x="5198" y="0"/>
                      <a:pt x="51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0" name="Google Shape;1020;p38"/>
              <p:cNvSpPr/>
              <p:nvPr/>
            </p:nvSpPr>
            <p:spPr>
              <a:xfrm>
                <a:off x="11064425" y="2933550"/>
                <a:ext cx="151350" cy="77050"/>
              </a:xfrm>
              <a:custGeom>
                <a:avLst/>
                <a:gdLst/>
                <a:ahLst/>
                <a:cxnLst/>
                <a:rect l="l" t="t" r="r" b="b"/>
                <a:pathLst>
                  <a:path w="6054" h="3082" extrusionOk="0">
                    <a:moveTo>
                      <a:pt x="3384" y="0"/>
                    </a:moveTo>
                    <a:cubicBezTo>
                      <a:pt x="2718" y="0"/>
                      <a:pt x="1759" y="27"/>
                      <a:pt x="1759" y="27"/>
                    </a:cubicBezTo>
                    <a:cubicBezTo>
                      <a:pt x="1759" y="27"/>
                      <a:pt x="56" y="2763"/>
                      <a:pt x="26" y="2976"/>
                    </a:cubicBezTo>
                    <a:cubicBezTo>
                      <a:pt x="0" y="3053"/>
                      <a:pt x="1082" y="3081"/>
                      <a:pt x="2331" y="3081"/>
                    </a:cubicBezTo>
                    <a:cubicBezTo>
                      <a:pt x="4037" y="3081"/>
                      <a:pt x="6054" y="3028"/>
                      <a:pt x="5984" y="2976"/>
                    </a:cubicBezTo>
                    <a:lnTo>
                      <a:pt x="5862" y="2854"/>
                    </a:lnTo>
                    <a:cubicBezTo>
                      <a:pt x="5862" y="2854"/>
                      <a:pt x="4038" y="119"/>
                      <a:pt x="4008" y="27"/>
                    </a:cubicBezTo>
                    <a:cubicBezTo>
                      <a:pt x="3977" y="7"/>
                      <a:pt x="3717" y="0"/>
                      <a:pt x="33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1021" name="Google Shape;1021;p38"/>
            <p:cNvGrpSpPr/>
            <p:nvPr/>
          </p:nvGrpSpPr>
          <p:grpSpPr>
            <a:xfrm rot="-1476112" flipH="1">
              <a:off x="7718555" y="2709174"/>
              <a:ext cx="565074" cy="741656"/>
              <a:chOff x="4730887" y="2677376"/>
              <a:chExt cx="565088" cy="741674"/>
            </a:xfrm>
          </p:grpSpPr>
          <p:sp>
            <p:nvSpPr>
              <p:cNvPr id="1022" name="Google Shape;1022;p38"/>
              <p:cNvSpPr/>
              <p:nvPr/>
            </p:nvSpPr>
            <p:spPr>
              <a:xfrm>
                <a:off x="5029225" y="2952450"/>
                <a:ext cx="266750" cy="466600"/>
              </a:xfrm>
              <a:custGeom>
                <a:avLst/>
                <a:gdLst/>
                <a:ahLst/>
                <a:cxnLst/>
                <a:rect l="l" t="t" r="r" b="b"/>
                <a:pathLst>
                  <a:path w="10670" h="18664" extrusionOk="0">
                    <a:moveTo>
                      <a:pt x="10335" y="1"/>
                    </a:moveTo>
                    <a:cubicBezTo>
                      <a:pt x="8509" y="5186"/>
                      <a:pt x="3257" y="18279"/>
                      <a:pt x="389" y="18279"/>
                    </a:cubicBezTo>
                    <a:cubicBezTo>
                      <a:pt x="298" y="18279"/>
                      <a:pt x="209" y="18265"/>
                      <a:pt x="122" y="18238"/>
                    </a:cubicBezTo>
                    <a:lnTo>
                      <a:pt x="1" y="18633"/>
                    </a:lnTo>
                    <a:cubicBezTo>
                      <a:pt x="153" y="18664"/>
                      <a:pt x="274" y="18664"/>
                      <a:pt x="396" y="18664"/>
                    </a:cubicBezTo>
                    <a:cubicBezTo>
                      <a:pt x="1977" y="18664"/>
                      <a:pt x="4074" y="15715"/>
                      <a:pt x="6810" y="9728"/>
                    </a:cubicBezTo>
                    <a:cubicBezTo>
                      <a:pt x="8937" y="5047"/>
                      <a:pt x="10670" y="153"/>
                      <a:pt x="10670" y="123"/>
                    </a:cubicBezTo>
                    <a:lnTo>
                      <a:pt x="1033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3" name="Google Shape;1023;p38"/>
              <p:cNvSpPr/>
              <p:nvPr/>
            </p:nvSpPr>
            <p:spPr>
              <a:xfrm rot="-319135">
                <a:off x="4916858" y="2682179"/>
                <a:ext cx="117051" cy="288777"/>
              </a:xfrm>
              <a:custGeom>
                <a:avLst/>
                <a:gdLst/>
                <a:ahLst/>
                <a:cxnLst/>
                <a:rect l="l" t="t" r="r" b="b"/>
                <a:pathLst>
                  <a:path w="4682" h="11551" extrusionOk="0">
                    <a:moveTo>
                      <a:pt x="4317" y="0"/>
                    </a:moveTo>
                    <a:lnTo>
                      <a:pt x="1" y="11399"/>
                    </a:lnTo>
                    <a:lnTo>
                      <a:pt x="365" y="11551"/>
                    </a:lnTo>
                    <a:lnTo>
                      <a:pt x="4682" y="152"/>
                    </a:lnTo>
                    <a:lnTo>
                      <a:pt x="43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4" name="Google Shape;1024;p38"/>
              <p:cNvSpPr/>
              <p:nvPr/>
            </p:nvSpPr>
            <p:spPr>
              <a:xfrm rot="284277">
                <a:off x="4738109" y="3158016"/>
                <a:ext cx="181628" cy="182378"/>
              </a:xfrm>
              <a:custGeom>
                <a:avLst/>
                <a:gdLst/>
                <a:ahLst/>
                <a:cxnLst/>
                <a:rect l="l" t="t" r="r" b="b"/>
                <a:pathLst>
                  <a:path w="7265" h="7295" extrusionOk="0">
                    <a:moveTo>
                      <a:pt x="274" y="0"/>
                    </a:moveTo>
                    <a:lnTo>
                      <a:pt x="0" y="274"/>
                    </a:lnTo>
                    <a:lnTo>
                      <a:pt x="7022" y="7295"/>
                    </a:lnTo>
                    <a:lnTo>
                      <a:pt x="7265" y="7021"/>
                    </a:lnTo>
                    <a:lnTo>
                      <a:pt x="2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1025" name="Google Shape;1025;p38"/>
            <p:cNvSpPr/>
            <p:nvPr/>
          </p:nvSpPr>
          <p:spPr>
            <a:xfrm rot="-353364">
              <a:off x="6828636" y="2913913"/>
              <a:ext cx="273675" cy="180386"/>
            </a:xfrm>
            <a:custGeom>
              <a:avLst/>
              <a:gdLst/>
              <a:ahLst/>
              <a:cxnLst/>
              <a:rect l="l" t="t" r="r" b="b"/>
              <a:pathLst>
                <a:path w="11369" h="7507" extrusionOk="0">
                  <a:moveTo>
                    <a:pt x="1355" y="0"/>
                  </a:moveTo>
                  <a:cubicBezTo>
                    <a:pt x="463" y="1605"/>
                    <a:pt x="-555" y="3838"/>
                    <a:pt x="376" y="5421"/>
                  </a:cubicBezTo>
                  <a:cubicBezTo>
                    <a:pt x="2238" y="8587"/>
                    <a:pt x="7960" y="7541"/>
                    <a:pt x="11369" y="6174"/>
                  </a:cubicBezTo>
                </a:path>
              </a:pathLst>
            </a:custGeom>
            <a:noFill/>
            <a:ln w="9525" cap="flat" cmpd="sng">
              <a:solidFill>
                <a:schemeClr val="accent2"/>
              </a:solidFill>
              <a:prstDash val="solid"/>
              <a:round/>
              <a:headEnd type="none" w="med" len="med"/>
              <a:tailEnd type="none" w="med" len="med"/>
            </a:ln>
          </p:spPr>
          <p:txBody>
            <a:bodyPr/>
            <a:lstStyle/>
            <a:p>
              <a:endParaRPr lang="en-US">
                <a:latin typeface="Times New Roman" panose="02020603050405020304" pitchFamily="18" charset="0"/>
                <a:cs typeface="Times New Roman" panose="02020603050405020304" pitchFamily="18" charset="0"/>
              </a:endParaRPr>
            </a:p>
          </p:txBody>
        </p:sp>
        <p:sp>
          <p:nvSpPr>
            <p:cNvPr id="1026" name="Google Shape;1026;p38"/>
            <p:cNvSpPr/>
            <p:nvPr/>
          </p:nvSpPr>
          <p:spPr>
            <a:xfrm>
              <a:off x="7115525" y="2704025"/>
              <a:ext cx="20700" cy="175050"/>
            </a:xfrm>
            <a:custGeom>
              <a:avLst/>
              <a:gdLst/>
              <a:ahLst/>
              <a:cxnLst/>
              <a:rect l="l" t="t" r="r" b="b"/>
              <a:pathLst>
                <a:path w="828" h="7002" extrusionOk="0">
                  <a:moveTo>
                    <a:pt x="828" y="0"/>
                  </a:moveTo>
                  <a:cubicBezTo>
                    <a:pt x="406" y="2312"/>
                    <a:pt x="212" y="4661"/>
                    <a:pt x="0" y="7002"/>
                  </a:cubicBezTo>
                </a:path>
              </a:pathLst>
            </a:custGeom>
            <a:noFill/>
            <a:ln w="9525" cap="flat" cmpd="sng">
              <a:solidFill>
                <a:schemeClr val="accent2"/>
              </a:solidFill>
              <a:prstDash val="solid"/>
              <a:round/>
              <a:headEnd type="none" w="med" len="med"/>
              <a:tailEnd type="none" w="med" len="med"/>
            </a:ln>
          </p:spPr>
          <p:txBody>
            <a:bodyPr/>
            <a:lstStyle/>
            <a:p>
              <a:endParaRPr lang="en-US">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329959"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solidFill>
                  <a:schemeClr val="bg1"/>
                </a:solidFill>
                <a:latin typeface="Plus Jakarta Sans" panose="020B0604020202020204" charset="0"/>
                <a:cs typeface="Plus Jakarta Sans" panose="020B0604020202020204" charset="0"/>
              </a:rPr>
              <a:t>References</a:t>
            </a:r>
            <a:endParaRPr sz="3600"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08</a:t>
            </a:r>
            <a:endParaRPr dirty="0">
              <a:solidFill>
                <a:schemeClr val="bg1"/>
              </a:solidFill>
            </a:endParaRPr>
          </a:p>
        </p:txBody>
      </p:sp>
    </p:spTree>
    <p:extLst>
      <p:ext uri="{BB962C8B-B14F-4D97-AF65-F5344CB8AC3E}">
        <p14:creationId xmlns:p14="http://schemas.microsoft.com/office/powerpoint/2010/main" val="513167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73" name="Google Shape;773;p36"/>
          <p:cNvSpPr txBox="1">
            <a:spLocks noGrp="1"/>
          </p:cNvSpPr>
          <p:nvPr>
            <p:ph type="title"/>
          </p:nvPr>
        </p:nvSpPr>
        <p:spPr>
          <a:xfrm>
            <a:off x="852407" y="515453"/>
            <a:ext cx="7704000" cy="4388320"/>
          </a:xfrm>
          <a:prstGeom prst="rect">
            <a:avLst/>
          </a:prstGeom>
        </p:spPr>
        <p:txBody>
          <a:bodyPr spcFirstLastPara="1" wrap="square" lIns="91425" tIns="91425" rIns="91425" bIns="91425" anchor="t" anchorCtr="0">
            <a:noAutofit/>
          </a:bodyPr>
          <a:lstStyle/>
          <a:p>
            <a:r>
              <a:rPr lang="en-US" sz="1200" dirty="0">
                <a:latin typeface="Albert Sans Medium" panose="020B0604020202020204" charset="0"/>
              </a:rPr>
              <a:t>Y. Mao, C. You, J. Zhang, K. Huang, and K. B. </a:t>
            </a:r>
            <a:r>
              <a:rPr lang="en-US" sz="1200" dirty="0" err="1">
                <a:latin typeface="Albert Sans Medium" panose="020B0604020202020204" charset="0"/>
              </a:rPr>
              <a:t>Letaief</a:t>
            </a:r>
            <a:r>
              <a:rPr lang="en-US" sz="1200" dirty="0">
                <a:latin typeface="Albert Sans Medium" panose="020B0604020202020204" charset="0"/>
              </a:rPr>
              <a:t>, "A Survey on Mobile Edge Computing: The Communication Perspective.“</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X. Chen, L. Jiao, W. Li, and X. Fu, "Efficient Multi-User Computation Offloading for Mobile-Edge </a:t>
            </a:r>
            <a:r>
              <a:rPr lang="en-US" sz="1200" dirty="0" err="1">
                <a:latin typeface="Albert Sans Medium" panose="020B0604020202020204" charset="0"/>
              </a:rPr>
              <a:t>CloudComputing</a:t>
            </a:r>
            <a:r>
              <a:rPr lang="en-US" sz="1200" dirty="0">
                <a:latin typeface="Albert Sans Medium" panose="020B0604020202020204" charset="0"/>
              </a:rPr>
              <a:t>.“</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Y. Zhang, "Mobile Edge Computing for Beyond 5G/6G.“</a:t>
            </a:r>
            <a:br>
              <a:rPr lang="en-US" sz="1200" dirty="0">
                <a:latin typeface="Albert Sans Medium" panose="020B0604020202020204" charset="0"/>
              </a:rPr>
            </a:br>
            <a:br>
              <a:rPr lang="en-US" sz="1200" dirty="0">
                <a:latin typeface="Albert Sans Medium" panose="020B0604020202020204" charset="0"/>
              </a:rPr>
            </a:br>
            <a:r>
              <a:rPr lang="en-US" sz="1200" dirty="0" err="1">
                <a:latin typeface="Albert Sans Medium" panose="020B0604020202020204" charset="0"/>
              </a:rPr>
              <a:t>Xiaojie</a:t>
            </a:r>
            <a:r>
              <a:rPr lang="en-US" sz="1200" dirty="0">
                <a:latin typeface="Albert Sans Medium" panose="020B0604020202020204" charset="0"/>
              </a:rPr>
              <a:t> Wang, </a:t>
            </a:r>
            <a:r>
              <a:rPr lang="en-US" sz="1200" dirty="0" err="1">
                <a:latin typeface="Albert Sans Medium" panose="020B0604020202020204" charset="0"/>
              </a:rPr>
              <a:t>Jiameng</a:t>
            </a:r>
            <a:r>
              <a:rPr lang="en-US" sz="1200" dirty="0">
                <a:latin typeface="Albert Sans Medium" panose="020B0604020202020204" charset="0"/>
              </a:rPr>
              <a:t> Li, </a:t>
            </a:r>
            <a:r>
              <a:rPr lang="en-US" sz="1200" dirty="0" err="1">
                <a:latin typeface="Albert Sans Medium" panose="020B0604020202020204" charset="0"/>
              </a:rPr>
              <a:t>Zhaolong</a:t>
            </a:r>
            <a:r>
              <a:rPr lang="en-US" sz="1200" dirty="0">
                <a:latin typeface="Albert Sans Medium" panose="020B0604020202020204" charset="0"/>
              </a:rPr>
              <a:t> Ning, </a:t>
            </a:r>
            <a:r>
              <a:rPr lang="en-US" sz="1200" dirty="0" err="1">
                <a:latin typeface="Albert Sans Medium" panose="020B0604020202020204" charset="0"/>
              </a:rPr>
              <a:t>Qingyang</a:t>
            </a:r>
            <a:r>
              <a:rPr lang="en-US" sz="1200" dirty="0">
                <a:latin typeface="Albert Sans Medium" panose="020B0604020202020204" charset="0"/>
              </a:rPr>
              <a:t> Song, Lei Guo, Song Guo, and Mohammad S. </a:t>
            </a:r>
            <a:r>
              <a:rPr lang="en-US" sz="1200" dirty="0" err="1">
                <a:latin typeface="Albert Sans Medium" panose="020B0604020202020204" charset="0"/>
              </a:rPr>
              <a:t>Obaidat</a:t>
            </a:r>
            <a:r>
              <a:rPr lang="en-US" sz="1200" dirty="0">
                <a:latin typeface="Albert Sans Medium" panose="020B0604020202020204" charset="0"/>
              </a:rPr>
              <a:t>, "Wireless Powered Mobile Edge Computing Networks: A Survey."</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N. Abbas, Y. Zhang, A. </a:t>
            </a:r>
            <a:r>
              <a:rPr lang="en-US" sz="1200" dirty="0" err="1">
                <a:latin typeface="Albert Sans Medium" panose="020B0604020202020204" charset="0"/>
              </a:rPr>
              <a:t>Taherkordi</a:t>
            </a:r>
            <a:r>
              <a:rPr lang="en-US" sz="1200" dirty="0">
                <a:latin typeface="Albert Sans Medium" panose="020B0604020202020204" charset="0"/>
              </a:rPr>
              <a:t>, and T. </a:t>
            </a:r>
            <a:r>
              <a:rPr lang="en-US" sz="1200" dirty="0" err="1">
                <a:latin typeface="Albert Sans Medium" panose="020B0604020202020204" charset="0"/>
              </a:rPr>
              <a:t>Skeie</a:t>
            </a:r>
            <a:r>
              <a:rPr lang="en-US" sz="1200" dirty="0">
                <a:latin typeface="Albert Sans Medium" panose="020B0604020202020204" charset="0"/>
              </a:rPr>
              <a:t>, "Mobile Edge Computing: A Survey."</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Mohammed Abd-</a:t>
            </a:r>
            <a:r>
              <a:rPr lang="en-US" sz="1200" dirty="0" err="1">
                <a:latin typeface="Albert Sans Medium" panose="020B0604020202020204" charset="0"/>
              </a:rPr>
              <a:t>Elnaby</a:t>
            </a:r>
            <a:r>
              <a:rPr lang="en-US" sz="1200" dirty="0">
                <a:latin typeface="Albert Sans Medium" panose="020B0604020202020204" charset="0"/>
              </a:rPr>
              <a:t>, </a:t>
            </a:r>
            <a:r>
              <a:rPr lang="en-US" sz="1200" dirty="0" err="1">
                <a:latin typeface="Albert Sans Medium" panose="020B0604020202020204" charset="0"/>
              </a:rPr>
              <a:t>Germien</a:t>
            </a:r>
            <a:r>
              <a:rPr lang="en-US" sz="1200" dirty="0">
                <a:latin typeface="Albert Sans Medium" panose="020B0604020202020204" charset="0"/>
              </a:rPr>
              <a:t> G. </a:t>
            </a:r>
            <a:r>
              <a:rPr lang="en-US" sz="1200" dirty="0" err="1">
                <a:latin typeface="Albert Sans Medium" panose="020B0604020202020204" charset="0"/>
              </a:rPr>
              <a:t>Sedhom</a:t>
            </a:r>
            <a:r>
              <a:rPr lang="en-US" sz="1200" dirty="0">
                <a:latin typeface="Albert Sans Medium" panose="020B0604020202020204" charset="0"/>
              </a:rPr>
              <a:t>, El-Sayed M. El-</a:t>
            </a:r>
            <a:r>
              <a:rPr lang="en-US" sz="1200" dirty="0" err="1">
                <a:latin typeface="Albert Sans Medium" panose="020B0604020202020204" charset="0"/>
              </a:rPr>
              <a:t>Rabaie</a:t>
            </a:r>
            <a:r>
              <a:rPr lang="en-US" sz="1200" dirty="0">
                <a:latin typeface="Albert Sans Medium" panose="020B0604020202020204" charset="0"/>
              </a:rPr>
              <a:t>, and Mohamed </a:t>
            </a:r>
            <a:r>
              <a:rPr lang="en-US" sz="1200" dirty="0" err="1">
                <a:latin typeface="Albert Sans Medium" panose="020B0604020202020204" charset="0"/>
              </a:rPr>
              <a:t>Elwekeil</a:t>
            </a:r>
            <a:r>
              <a:rPr lang="en-US" sz="1200" dirty="0">
                <a:latin typeface="Albert Sans Medium" panose="020B0604020202020204" charset="0"/>
              </a:rPr>
              <a:t>, "NOMA for 5G and beyond: Literature Review and Novel Trends."</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A. </a:t>
            </a:r>
            <a:r>
              <a:rPr lang="en-US" sz="1200" dirty="0" err="1">
                <a:latin typeface="Albert Sans Medium" panose="020B0604020202020204" charset="0"/>
              </a:rPr>
              <a:t>Kaliwo</a:t>
            </a:r>
            <a:r>
              <a:rPr lang="en-US" sz="1200" dirty="0">
                <a:latin typeface="Albert Sans Medium" panose="020B0604020202020204" charset="0"/>
              </a:rPr>
              <a:t>, C. Nyirenda, "Enhancing Digital Health in 6G Networks: A </a:t>
            </a:r>
            <a:r>
              <a:rPr lang="en-US" sz="1200" dirty="0" err="1">
                <a:latin typeface="Albert Sans Medium" panose="020B0604020202020204" charset="0"/>
              </a:rPr>
              <a:t>Cybertwin</a:t>
            </a:r>
            <a:r>
              <a:rPr lang="en-US" sz="1200" dirty="0">
                <a:latin typeface="Albert Sans Medium" panose="020B0604020202020204" charset="0"/>
              </a:rPr>
              <a:t>-driven Fuzzy Approach to Medical Traffic Identification and Classification."</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MABS </a:t>
            </a:r>
            <a:r>
              <a:rPr lang="en-US" sz="1200" dirty="0" err="1">
                <a:latin typeface="Albert Sans Medium" panose="020B0604020202020204" charset="0"/>
              </a:rPr>
              <a:t>Abir</a:t>
            </a:r>
            <a:r>
              <a:rPr lang="en-US" sz="1200" dirty="0">
                <a:latin typeface="Albert Sans Medium" panose="020B0604020202020204" charset="0"/>
              </a:rPr>
              <a:t>, MZ Chowdhury, "Digital Twin-based Aerial Mobile Edge Computing System for Next Generation 6G Networks."</a:t>
            </a:r>
            <a:br>
              <a:rPr lang="en-US" sz="1200" dirty="0">
                <a:latin typeface="Albert Sans Medium" panose="020B0604020202020204" charset="0"/>
              </a:rPr>
            </a:br>
            <a:br>
              <a:rPr lang="en-US" sz="1200" dirty="0">
                <a:latin typeface="Albert Sans Medium" panose="020B0604020202020204" charset="0"/>
              </a:rPr>
            </a:br>
            <a:endParaRPr lang="en-US" sz="1200" dirty="0">
              <a:latin typeface="Albert Sans Medium" panose="020B0604020202020204" charset="0"/>
            </a:endParaRPr>
          </a:p>
        </p:txBody>
      </p:sp>
      <p:sp>
        <p:nvSpPr>
          <p:cNvPr id="2" name="TextBox 1">
            <a:extLst>
              <a:ext uri="{FF2B5EF4-FFF2-40B4-BE49-F238E27FC236}">
                <a16:creationId xmlns:a16="http://schemas.microsoft.com/office/drawing/2014/main" id="{30B5A1A5-CEE5-4034-6BCB-6FE7FE10895C}"/>
              </a:ext>
            </a:extLst>
          </p:cNvPr>
          <p:cNvSpPr txBox="1"/>
          <p:nvPr/>
        </p:nvSpPr>
        <p:spPr>
          <a:xfrm>
            <a:off x="8245770" y="1154624"/>
            <a:ext cx="45823" cy="307777"/>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639014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73" name="Google Shape;773;p36"/>
          <p:cNvSpPr txBox="1">
            <a:spLocks noGrp="1"/>
          </p:cNvSpPr>
          <p:nvPr>
            <p:ph type="title"/>
          </p:nvPr>
        </p:nvSpPr>
        <p:spPr>
          <a:xfrm>
            <a:off x="467227" y="288739"/>
            <a:ext cx="8490656" cy="3925498"/>
          </a:xfrm>
          <a:prstGeom prst="rect">
            <a:avLst/>
          </a:prstGeom>
        </p:spPr>
        <p:txBody>
          <a:bodyPr spcFirstLastPara="1" wrap="square" lIns="91425" tIns="91425" rIns="91425" bIns="91425" anchor="t" anchorCtr="0">
            <a:noAutofit/>
          </a:bodyPr>
          <a:lstStyle/>
          <a:p>
            <a:pPr algn="l"/>
            <a:r>
              <a:rPr lang="en-US" sz="1200" dirty="0"/>
              <a:t>W. Yu, TJ Chua, J. Zhao, "Orchestration of Emulator Assisted Mobile Edge Tuning for AI Foundation Models: A Multi-Agent Deep Reinforcement Learning Approach."</a:t>
            </a:r>
            <a:br>
              <a:rPr lang="en-US" sz="1200" dirty="0"/>
            </a:br>
            <a:br>
              <a:rPr lang="en-US" sz="1200" dirty="0"/>
            </a:br>
            <a:r>
              <a:rPr lang="en-US" sz="1200" dirty="0"/>
              <a:t>S. Roy, S. </a:t>
            </a:r>
            <a:r>
              <a:rPr lang="en-US" sz="1200" dirty="0" err="1"/>
              <a:t>Kalafatis</a:t>
            </a:r>
            <a:r>
              <a:rPr lang="en-US" sz="1200" dirty="0"/>
              <a:t>, "</a:t>
            </a:r>
            <a:r>
              <a:rPr lang="en-US" sz="1200" dirty="0" err="1"/>
              <a:t>RoboCon</a:t>
            </a:r>
            <a:r>
              <a:rPr lang="en-US" sz="1200" dirty="0"/>
              <a:t>: A Modular Robotic Containerization, Orchestration, and Load Balancing Technique for Mixed Hierarchy Task Handling Across Computing Platforms.“</a:t>
            </a:r>
            <a:br>
              <a:rPr lang="en-US" sz="1200" dirty="0"/>
            </a:br>
            <a:br>
              <a:rPr lang="en-US" sz="1200" dirty="0"/>
            </a:br>
            <a:r>
              <a:rPr lang="en-US" sz="1200" dirty="0"/>
              <a:t>Miranda McClellan, Cristina </a:t>
            </a:r>
            <a:r>
              <a:rPr lang="en-US" sz="1200" dirty="0" err="1"/>
              <a:t>Cervelló</a:t>
            </a:r>
            <a:r>
              <a:rPr lang="en-US" sz="1200" dirty="0"/>
              <a:t>-Pastor, and </a:t>
            </a:r>
            <a:r>
              <a:rPr lang="en-US" sz="1200" dirty="0" err="1"/>
              <a:t>Sebastià</a:t>
            </a:r>
            <a:r>
              <a:rPr lang="en-US" sz="1200" dirty="0"/>
              <a:t> </a:t>
            </a:r>
            <a:r>
              <a:rPr lang="en-US" sz="1200" dirty="0" err="1"/>
              <a:t>Sallent</a:t>
            </a:r>
            <a:r>
              <a:rPr lang="en-US" sz="1200" dirty="0"/>
              <a:t>, "Deep Learning at the Mobile Edge: Opportunities for 5G Networks.“</a:t>
            </a:r>
            <a:br>
              <a:rPr lang="en-US" sz="1200" dirty="0"/>
            </a:br>
            <a:br>
              <a:rPr lang="en-US" sz="1200" dirty="0"/>
            </a:br>
            <a:r>
              <a:rPr lang="en-US" sz="1200" dirty="0"/>
              <a:t>Yue Wang, Zhi Tian, Xin Fan, Yan Huo, Cameron </a:t>
            </a:r>
            <a:r>
              <a:rPr lang="en-US" sz="1200" dirty="0" err="1"/>
              <a:t>Nowzari</a:t>
            </a:r>
            <a:r>
              <a:rPr lang="en-US" sz="1200" dirty="0"/>
              <a:t>, Kai Zeng, "Distributed Swarm Learning for Internet of Things at the Edge: Where Artificial Intelligence Meets Biological Intelligence.“</a:t>
            </a:r>
            <a:br>
              <a:rPr lang="en-US" sz="1200" dirty="0"/>
            </a:br>
            <a:br>
              <a:rPr lang="en-US" sz="1200" dirty="0"/>
            </a:br>
            <a:r>
              <a:rPr lang="en-US" sz="1200" dirty="0"/>
              <a:t>Pritchard, Craig &amp; Beheshti, Yousef &amp; </a:t>
            </a:r>
            <a:r>
              <a:rPr lang="en-US" sz="1200" dirty="0" err="1"/>
              <a:t>Sepahi</a:t>
            </a:r>
            <a:r>
              <a:rPr lang="en-US" sz="1200" dirty="0"/>
              <a:t>, Mohammad, "Mobile Edge Computing: Architecture, Use-cases, Applications.“</a:t>
            </a:r>
            <a:br>
              <a:rPr lang="en-US" sz="1200" dirty="0"/>
            </a:br>
            <a:br>
              <a:rPr lang="en-US" sz="1200" dirty="0"/>
            </a:br>
            <a:r>
              <a:rPr lang="en-US" sz="1200" dirty="0" err="1"/>
              <a:t>Xiucheng</a:t>
            </a:r>
            <a:r>
              <a:rPr lang="en-US" sz="1200" dirty="0"/>
              <a:t> Wang, Nan Cheng, </a:t>
            </a:r>
            <a:r>
              <a:rPr lang="en-US" sz="1200" dirty="0" err="1"/>
              <a:t>Lianhao</a:t>
            </a:r>
            <a:r>
              <a:rPr lang="en-US" sz="1200" dirty="0"/>
              <a:t> Fu, Wei Quan, </a:t>
            </a:r>
            <a:r>
              <a:rPr lang="en-US" sz="1200" dirty="0" err="1"/>
              <a:t>Ruijin</a:t>
            </a:r>
            <a:r>
              <a:rPr lang="en-US" sz="1200" dirty="0"/>
              <a:t> Sun, </a:t>
            </a:r>
            <a:r>
              <a:rPr lang="en-US" sz="1200" dirty="0" err="1"/>
              <a:t>Yilong</a:t>
            </a:r>
            <a:r>
              <a:rPr lang="en-US" sz="1200" dirty="0"/>
              <a:t> Hui, Tom Luan, </a:t>
            </a:r>
            <a:r>
              <a:rPr lang="en-US" sz="1200" dirty="0" err="1"/>
              <a:t>Xuemin</a:t>
            </a:r>
            <a:r>
              <a:rPr lang="en-US" sz="1200" dirty="0"/>
              <a:t> Shen, "Scalable Resource Management for Dynamic MEC: An Unsupervised Link-Output Graph Neural Network Approach.“</a:t>
            </a:r>
            <a:br>
              <a:rPr lang="en-US" sz="1200" dirty="0"/>
            </a:br>
            <a:br>
              <a:rPr lang="en-US" sz="1200" dirty="0"/>
            </a:br>
            <a:r>
              <a:rPr lang="en-US" sz="1200" dirty="0"/>
              <a:t>X. Chen, L. Jiao, W. Li, and X. Fu, "Efficient Multi-User Computation Offloading for Mobile-Edge Cloud Computing.“</a:t>
            </a:r>
            <a:br>
              <a:rPr lang="en-US" sz="1200" dirty="0"/>
            </a:br>
            <a:br>
              <a:rPr lang="en-US" sz="1200" dirty="0"/>
            </a:br>
            <a:r>
              <a:rPr lang="en-US" sz="1200" dirty="0" err="1"/>
              <a:t>Chutiphon</a:t>
            </a:r>
            <a:r>
              <a:rPr lang="en-US" sz="1200" dirty="0"/>
              <a:t> </a:t>
            </a:r>
            <a:r>
              <a:rPr lang="en-US" sz="1200" dirty="0" err="1"/>
              <a:t>Pukdeboon</a:t>
            </a:r>
            <a:r>
              <a:rPr lang="en-US" sz="1200" dirty="0"/>
              <a:t>, "A Review of Fundamentals of Lyapunov Theory."</a:t>
            </a:r>
            <a:br>
              <a:rPr lang="en-US" sz="1200" dirty="0"/>
            </a:br>
            <a:br>
              <a:rPr lang="en-US" sz="1200" dirty="0"/>
            </a:br>
            <a:r>
              <a:rPr lang="en-US" sz="1200" dirty="0"/>
              <a:t>Rodrigo Romana, Javier Lopez, Masahiro Mambo, "Mobile Edge Computing, Fog et al.: A Survey and Analysis of Security Threats and Challenges."</a:t>
            </a:r>
          </a:p>
        </p:txBody>
      </p:sp>
    </p:spTree>
    <p:extLst>
      <p:ext uri="{BB962C8B-B14F-4D97-AF65-F5344CB8AC3E}">
        <p14:creationId xmlns:p14="http://schemas.microsoft.com/office/powerpoint/2010/main" val="231110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04C5B-5D03-CA23-2F29-B530F3A44F5C}"/>
              </a:ext>
            </a:extLst>
          </p:cNvPr>
          <p:cNvSpPr>
            <a:spLocks noGrp="1"/>
          </p:cNvSpPr>
          <p:nvPr>
            <p:ph type="ctrTitle"/>
          </p:nvPr>
        </p:nvSpPr>
        <p:spPr/>
        <p:txBody>
          <a:bodyPr/>
          <a:lstStyle/>
          <a:p>
            <a:r>
              <a:rPr lang="en" sz="6000" dirty="0"/>
              <a:t>Thank you</a:t>
            </a:r>
            <a:endParaRPr lang="en-US" sz="6000" dirty="0"/>
          </a:p>
        </p:txBody>
      </p:sp>
      <p:sp>
        <p:nvSpPr>
          <p:cNvPr id="3" name="Subtitle 2">
            <a:extLst>
              <a:ext uri="{FF2B5EF4-FFF2-40B4-BE49-F238E27FC236}">
                <a16:creationId xmlns:a16="http://schemas.microsoft.com/office/drawing/2014/main" id="{4502B107-1F11-870B-A668-BE4ED283281B}"/>
              </a:ext>
            </a:extLst>
          </p:cNvPr>
          <p:cNvSpPr>
            <a:spLocks noGrp="1"/>
          </p:cNvSpPr>
          <p:nvPr>
            <p:ph type="subTitle" idx="1"/>
          </p:nvPr>
        </p:nvSpPr>
        <p:spPr>
          <a:xfrm>
            <a:off x="715099" y="2663356"/>
            <a:ext cx="6211683" cy="521700"/>
          </a:xfrm>
        </p:spPr>
        <p:txBody>
          <a:bodyPr/>
          <a:lstStyle/>
          <a:p>
            <a:r>
              <a:rPr lang="en-US" sz="3200" dirty="0"/>
              <a:t>Do you have any questions?</a:t>
            </a:r>
          </a:p>
          <a:p>
            <a:endParaRPr lang="en-US" dirty="0"/>
          </a:p>
        </p:txBody>
      </p:sp>
    </p:spTree>
    <p:extLst>
      <p:ext uri="{BB962C8B-B14F-4D97-AF65-F5344CB8AC3E}">
        <p14:creationId xmlns:p14="http://schemas.microsoft.com/office/powerpoint/2010/main" val="1209439150"/>
      </p:ext>
    </p:extLst>
  </p:cSld>
  <p:clrMapOvr>
    <a:masterClrMapping/>
  </p:clrMapOvr>
</p:sld>
</file>

<file path=ppt/theme/theme1.xml><?xml version="1.0" encoding="utf-8"?>
<a:theme xmlns:a="http://schemas.openxmlformats.org/drawingml/2006/main" name="Encephalon Research Center by Slidesgo">
  <a:themeElements>
    <a:clrScheme name="Simple Light">
      <a:dk1>
        <a:srgbClr val="22262B"/>
      </a:dk1>
      <a:lt1>
        <a:srgbClr val="FAFAFA"/>
      </a:lt1>
      <a:dk2>
        <a:srgbClr val="FFFFFF"/>
      </a:dk2>
      <a:lt2>
        <a:srgbClr val="F587BB"/>
      </a:lt2>
      <a:accent1>
        <a:srgbClr val="CC5490"/>
      </a:accent1>
      <a:accent2>
        <a:srgbClr val="D7EBFB"/>
      </a:accent2>
      <a:accent3>
        <a:srgbClr val="5CC1F1"/>
      </a:accent3>
      <a:accent4>
        <a:srgbClr val="95B3E0"/>
      </a:accent4>
      <a:accent5>
        <a:srgbClr val="28388F"/>
      </a:accent5>
      <a:accent6>
        <a:srgbClr val="192157"/>
      </a:accent6>
      <a:hlink>
        <a:srgbClr val="22262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1215</TotalTime>
  <Words>1131</Words>
  <Application>Microsoft Office PowerPoint</Application>
  <PresentationFormat>On-screen Show (16:9)</PresentationFormat>
  <Paragraphs>98</Paragraphs>
  <Slides>23</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Raleway</vt:lpstr>
      <vt:lpstr>Wingdings</vt:lpstr>
      <vt:lpstr>Times New Roman</vt:lpstr>
      <vt:lpstr>Albert Sans</vt:lpstr>
      <vt:lpstr>Albert Sans Medium</vt:lpstr>
      <vt:lpstr>Plus Jakarta Sans</vt:lpstr>
      <vt:lpstr>Encephalon Research Center by Slidesgo</vt:lpstr>
      <vt:lpstr>Mobile Edge Computing</vt:lpstr>
      <vt:lpstr>Table of contents</vt:lpstr>
      <vt:lpstr>Abstract</vt:lpstr>
      <vt:lpstr>PowerPoint Presentation</vt:lpstr>
      <vt:lpstr>Introduction</vt:lpstr>
      <vt:lpstr>PowerPoint Presentation</vt:lpstr>
      <vt:lpstr>Literature Review </vt:lpstr>
      <vt:lpstr>PowerPoint Presentation</vt:lpstr>
      <vt:lpstr>Research Methodology</vt:lpstr>
      <vt:lpstr>PowerPoint Presentation</vt:lpstr>
      <vt:lpstr>Potential Research Gaps</vt:lpstr>
      <vt:lpstr>PowerPoint Presentation</vt:lpstr>
      <vt:lpstr>Implementation</vt:lpstr>
      <vt:lpstr>PowerPoint Presentation</vt:lpstr>
      <vt:lpstr>PowerPoint Presentation</vt:lpstr>
      <vt:lpstr>Conclusion &amp;  Future Directions</vt:lpstr>
      <vt:lpstr>MEC is transforming telecommunications by enabling low-latency, high-bandwidth capabilities.</vt:lpstr>
      <vt:lpstr>Results Obtained</vt:lpstr>
      <vt:lpstr>Use Cases</vt:lpstr>
      <vt:lpstr>References</vt:lpstr>
      <vt:lpstr>Y. Mao, C. You, J. Zhang, K. Huang, and K. B. Letaief, "A Survey on Mobile Edge Computing: The Communication Perspective.“  X. Chen, L. Jiao, W. Li, and X. Fu, "Efficient Multi-User Computation Offloading for Mobile-Edge CloudComputing.“  Y. Zhang, "Mobile Edge Computing for Beyond 5G/6G.“  Xiaojie Wang, Jiameng Li, Zhaolong Ning, Qingyang Song, Lei Guo, Song Guo, and Mohammad S. Obaidat, "Wireless Powered Mobile Edge Computing Networks: A Survey."  N. Abbas, Y. Zhang, A. Taherkordi, and T. Skeie, "Mobile Edge Computing: A Survey."  Mohammed Abd-Elnaby, Germien G. Sedhom, El-Sayed M. El-Rabaie, and Mohamed Elwekeil, "NOMA for 5G and beyond: Literature Review and Novel Trends."  A. Kaliwo, C. Nyirenda, "Enhancing Digital Health in 6G Networks: A Cybertwin-driven Fuzzy Approach to Medical Traffic Identification and Classification."  MABS Abir, MZ Chowdhury, "Digital Twin-based Aerial Mobile Edge Computing System for Next Generation 6G Networks."  </vt:lpstr>
      <vt:lpstr>W. Yu, TJ Chua, J. Zhao, "Orchestration of Emulator Assisted Mobile Edge Tuning for AI Foundation Models: A Multi-Agent Deep Reinforcement Learning Approach."  S. Roy, S. Kalafatis, "RoboCon: A Modular Robotic Containerization, Orchestration, and Load Balancing Technique for Mixed Hierarchy Task Handling Across Computing Platforms.“  Miranda McClellan, Cristina Cervelló-Pastor, and Sebastià Sallent, "Deep Learning at the Mobile Edge: Opportunities for 5G Networks.“  Yue Wang, Zhi Tian, Xin Fan, Yan Huo, Cameron Nowzari, Kai Zeng, "Distributed Swarm Learning for Internet of Things at the Edge: Where Artificial Intelligence Meets Biological Intelligence.“  Pritchard, Craig &amp; Beheshti, Yousef &amp; Sepahi, Mohammad, "Mobile Edge Computing: Architecture, Use-cases, Applications.“  Xiucheng Wang, Nan Cheng, Lianhao Fu, Wei Quan, Ruijin Sun, Yilong Hui, Tom Luan, Xuemin Shen, "Scalable Resource Management for Dynamic MEC: An Unsupervised Link-Output Graph Neural Network Approach.“  X. Chen, L. Jiao, W. Li, and X. Fu, "Efficient Multi-User Computation Offloading for Mobile-Edge Cloud Computing.“  Chutiphon Pukdeboon, "A Review of Fundamentals of Lyapunov Theory."  Rodrigo Romana, Javier Lopez, Masahiro Mambo, "Mobile Edge Computing, Fog et al.: A Survey and Analysis of Security Threats and Challenges."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Edge Computing</dc:title>
  <dc:creator>M HASSAN KHALID</dc:creator>
  <cp:lastModifiedBy>leo rigasaki</cp:lastModifiedBy>
  <cp:revision>27</cp:revision>
  <dcterms:modified xsi:type="dcterms:W3CDTF">2024-05-07T06:53:57Z</dcterms:modified>
</cp:coreProperties>
</file>