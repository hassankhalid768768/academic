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9"/>
  </p:notesMasterIdLst>
  <p:handoutMasterIdLst>
    <p:handoutMasterId r:id="rId10"/>
  </p:handoutMasterIdLst>
  <p:sldIdLst>
    <p:sldId id="665" r:id="rId2"/>
    <p:sldId id="667" r:id="rId3"/>
    <p:sldId id="695" r:id="rId4"/>
    <p:sldId id="696" r:id="rId5"/>
    <p:sldId id="697" r:id="rId6"/>
    <p:sldId id="698" r:id="rId7"/>
    <p:sldId id="699" r:id="rId8"/>
  </p:sldIdLst>
  <p:sldSz cx="9144000" cy="6858000" type="screen4x3"/>
  <p:notesSz cx="7315200" cy="9601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5pPr>
    <a:lvl6pPr marL="2286000" algn="l" defTabSz="914400" rtl="0" eaLnBrk="1" latinLnBrk="0" hangingPunct="1">
      <a:defRPr sz="1400" b="1" kern="1200">
        <a:solidFill>
          <a:schemeClr val="tx1"/>
        </a:solidFill>
        <a:latin typeface="Arial" panose="020B0604020202020204" pitchFamily="34" charset="0"/>
        <a:ea typeface="+mn-ea"/>
        <a:cs typeface="+mn-cs"/>
      </a:defRPr>
    </a:lvl6pPr>
    <a:lvl7pPr marL="2743200" algn="l" defTabSz="914400" rtl="0" eaLnBrk="1" latinLnBrk="0" hangingPunct="1">
      <a:defRPr sz="1400" b="1" kern="1200">
        <a:solidFill>
          <a:schemeClr val="tx1"/>
        </a:solidFill>
        <a:latin typeface="Arial" panose="020B0604020202020204" pitchFamily="34" charset="0"/>
        <a:ea typeface="+mn-ea"/>
        <a:cs typeface="+mn-cs"/>
      </a:defRPr>
    </a:lvl7pPr>
    <a:lvl8pPr marL="3200400" algn="l" defTabSz="914400" rtl="0" eaLnBrk="1" latinLnBrk="0" hangingPunct="1">
      <a:defRPr sz="1400" b="1" kern="1200">
        <a:solidFill>
          <a:schemeClr val="tx1"/>
        </a:solidFill>
        <a:latin typeface="Arial" panose="020B0604020202020204" pitchFamily="34" charset="0"/>
        <a:ea typeface="+mn-ea"/>
        <a:cs typeface="+mn-cs"/>
      </a:defRPr>
    </a:lvl8pPr>
    <a:lvl9pPr marL="3657600" algn="l" defTabSz="914400" rtl="0" eaLnBrk="1" latinLnBrk="0" hangingPunct="1">
      <a:defRPr sz="1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3025">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216" autoAdjust="0"/>
    <p:restoredTop sz="92478" autoAdjust="0"/>
  </p:normalViewPr>
  <p:slideViewPr>
    <p:cSldViewPr>
      <p:cViewPr varScale="1">
        <p:scale>
          <a:sx n="57" d="100"/>
          <a:sy n="57" d="100"/>
        </p:scale>
        <p:origin x="852" y="114"/>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3" d="100"/>
          <a:sy n="83" d="100"/>
        </p:scale>
        <p:origin x="-840" y="-66"/>
      </p:cViewPr>
      <p:guideLst>
        <p:guide orient="horz" pos="3025"/>
        <p:guide pos="230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2971E53-7439-C045-8EB6-57DA60A3B2DB}"/>
              </a:ext>
            </a:extLst>
          </p:cNvPr>
          <p:cNvSpPr>
            <a:spLocks noGrp="1" noChangeArrowheads="1"/>
          </p:cNvSpPr>
          <p:nvPr>
            <p:ph type="body" sz="quarter" idx="3"/>
          </p:nvPr>
        </p:nvSpPr>
        <p:spPr bwMode="auto">
          <a:xfrm>
            <a:off x="973138" y="4560888"/>
            <a:ext cx="5367337" cy="4318000"/>
          </a:xfrm>
          <a:prstGeom prst="rect">
            <a:avLst/>
          </a:prstGeom>
          <a:noFill/>
          <a:ln w="12700">
            <a:noFill/>
            <a:miter lim="800000"/>
            <a:headEnd/>
            <a:tailEnd/>
          </a:ln>
          <a:effectLst/>
        </p:spPr>
        <p:txBody>
          <a:bodyPr vert="horz" wrap="square" lIns="100437" tIns="50221" rIns="100437" bIns="50221"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5" name="Rectangle 3">
            <a:extLst>
              <a:ext uri="{FF2B5EF4-FFF2-40B4-BE49-F238E27FC236}">
                <a16:creationId xmlns:a16="http://schemas.microsoft.com/office/drawing/2014/main" id="{41F2F0B8-44CA-4045-ACE5-C9C070469CBE}"/>
              </a:ext>
            </a:extLst>
          </p:cNvPr>
          <p:cNvSpPr>
            <a:spLocks noGrp="1" noRot="1" noChangeAspect="1" noChangeArrowheads="1" noTextEdit="1"/>
          </p:cNvSpPr>
          <p:nvPr>
            <p:ph type="sldImg" idx="2"/>
          </p:nvPr>
        </p:nvSpPr>
        <p:spPr bwMode="auto">
          <a:xfrm>
            <a:off x="1270000" y="728663"/>
            <a:ext cx="4778375" cy="35845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B734C57-8139-4D76-9BAF-AB3868C5B817}"/>
              </a:ext>
            </a:extLst>
          </p:cNvPr>
          <p:cNvSpPr>
            <a:spLocks noGrp="1" noRot="1" noChangeAspect="1" noChangeArrowheads="1" noTextEdit="1"/>
          </p:cNvSpPr>
          <p:nvPr>
            <p:ph type="sldImg"/>
          </p:nvPr>
        </p:nvSpPr>
        <p:spPr>
          <a:xfrm>
            <a:off x="1262063" y="722313"/>
            <a:ext cx="4795837" cy="3597275"/>
          </a:xfrm>
          <a:solidFill>
            <a:srgbClr val="FFFFFF"/>
          </a:solidFill>
          <a:ln/>
        </p:spPr>
      </p:sp>
      <p:sp>
        <p:nvSpPr>
          <p:cNvPr id="5123" name="Rectangle 3">
            <a:extLst>
              <a:ext uri="{FF2B5EF4-FFF2-40B4-BE49-F238E27FC236}">
                <a16:creationId xmlns:a16="http://schemas.microsoft.com/office/drawing/2014/main" id="{1B2B8AEB-C750-4AA9-B438-13484E666C6E}"/>
              </a:ext>
            </a:extLst>
          </p:cNvPr>
          <p:cNvSpPr>
            <a:spLocks noGrp="1" noChangeArrowheads="1"/>
          </p:cNvSpPr>
          <p:nvPr>
            <p:ph type="body" idx="1"/>
          </p:nvPr>
        </p:nvSpPr>
        <p:spPr>
          <a:xfrm>
            <a:off x="974725" y="4560888"/>
            <a:ext cx="5365750" cy="4318000"/>
          </a:xfrm>
          <a:solidFill>
            <a:srgbClr val="FFFFFF"/>
          </a:solidFill>
          <a:ln>
            <a:solidFill>
              <a:srgbClr val="000000"/>
            </a:solidFill>
          </a:ln>
        </p:spPr>
        <p:txBody>
          <a:bodyPr lIns="94999" tIns="47495" rIns="94999" bIns="47495"/>
          <a:lstStyle/>
          <a:p>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046F7D96-DBD1-4512-B81F-EFBD650983FF}"/>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68095217-7344-4B9D-BF3E-5B6F24B9F6B9}"/>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529F4-33F5-E859-8D76-87BB46E4D5DE}"/>
            </a:ext>
          </a:extLst>
        </p:cNvPr>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99479148-A956-30CA-6033-4F25F91DA80D}"/>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AC5E5814-30FC-AC11-F6DC-A6A86EBBCFB0}"/>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461579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2">
            <a:extLst>
              <a:ext uri="{FF2B5EF4-FFF2-40B4-BE49-F238E27FC236}">
                <a16:creationId xmlns:a16="http://schemas.microsoft.com/office/drawing/2014/main" id="{C4A7715B-3EED-4D9A-8042-F902952BBE83}"/>
              </a:ext>
            </a:extLst>
          </p:cNvPr>
          <p:cNvSpPr>
            <a:spLocks noGrp="1"/>
          </p:cNvSpPr>
          <p:nvPr>
            <p:ph type="dt" sz="half" idx="10"/>
          </p:nvPr>
        </p:nvSpPr>
        <p:spPr/>
        <p:txBody>
          <a:bodyPr/>
          <a:lstStyle>
            <a:lvl1pPr>
              <a:defRPr/>
            </a:lvl1pPr>
          </a:lstStyle>
          <a:p>
            <a:pPr>
              <a:defRPr/>
            </a:pPr>
            <a:r>
              <a:rPr lang="en-US"/>
              <a:t>10/11/2021</a:t>
            </a:r>
          </a:p>
        </p:txBody>
      </p:sp>
      <p:sp>
        <p:nvSpPr>
          <p:cNvPr id="5" name="Footer Placeholder 3">
            <a:extLst>
              <a:ext uri="{FF2B5EF4-FFF2-40B4-BE49-F238E27FC236}">
                <a16:creationId xmlns:a16="http://schemas.microsoft.com/office/drawing/2014/main" id="{CACFA483-D3A0-4234-9AC4-9D46EC73DF74}"/>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6" name="Slide Number Placeholder 4">
            <a:extLst>
              <a:ext uri="{FF2B5EF4-FFF2-40B4-BE49-F238E27FC236}">
                <a16:creationId xmlns:a16="http://schemas.microsoft.com/office/drawing/2014/main" id="{D7CC452D-D431-4BDE-BC3D-ACCDC10ECCE4}"/>
              </a:ext>
            </a:extLst>
          </p:cNvPr>
          <p:cNvSpPr>
            <a:spLocks noGrp="1"/>
          </p:cNvSpPr>
          <p:nvPr>
            <p:ph type="sldNum" sz="quarter" idx="12"/>
          </p:nvPr>
        </p:nvSpPr>
        <p:spPr/>
        <p:txBody>
          <a:bodyPr/>
          <a:lstStyle>
            <a:lvl1pPr>
              <a:defRPr/>
            </a:lvl1pPr>
          </a:lstStyle>
          <a:p>
            <a:fld id="{63037877-22D4-4518-B762-2C2117513F94}" type="slidenum">
              <a:rPr lang="en-US" altLang="en-US"/>
              <a:pPr/>
              <a:t>‹#›</a:t>
            </a:fld>
            <a:endParaRPr lang="en-US" altLang="en-US"/>
          </a:p>
        </p:txBody>
      </p:sp>
    </p:spTree>
    <p:extLst>
      <p:ext uri="{BB962C8B-B14F-4D97-AF65-F5344CB8AC3E}">
        <p14:creationId xmlns:p14="http://schemas.microsoft.com/office/powerpoint/2010/main" val="650769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a:extLst>
              <a:ext uri="{FF2B5EF4-FFF2-40B4-BE49-F238E27FC236}">
                <a16:creationId xmlns:a16="http://schemas.microsoft.com/office/drawing/2014/main" id="{FADEAE0B-55AE-456D-8272-BDED1ECD5CB0}"/>
              </a:ext>
            </a:extLst>
          </p:cNvPr>
          <p:cNvSpPr>
            <a:spLocks noGrp="1"/>
          </p:cNvSpPr>
          <p:nvPr>
            <p:ph type="dt" sz="half" idx="10"/>
          </p:nvPr>
        </p:nvSpPr>
        <p:spPr/>
        <p:txBody>
          <a:bodyPr/>
          <a:lstStyle>
            <a:lvl1pPr>
              <a:defRPr/>
            </a:lvl1pPr>
          </a:lstStyle>
          <a:p>
            <a:pPr>
              <a:defRPr/>
            </a:pPr>
            <a:r>
              <a:rPr lang="en-US"/>
              <a:t>10/11/2021</a:t>
            </a:r>
          </a:p>
        </p:txBody>
      </p:sp>
      <p:sp>
        <p:nvSpPr>
          <p:cNvPr id="5" name="Footer Placeholder 3">
            <a:extLst>
              <a:ext uri="{FF2B5EF4-FFF2-40B4-BE49-F238E27FC236}">
                <a16:creationId xmlns:a16="http://schemas.microsoft.com/office/drawing/2014/main" id="{6E744806-7769-4A80-B73E-D7FFEDCD2036}"/>
              </a:ext>
            </a:extLst>
          </p:cNvPr>
          <p:cNvSpPr>
            <a:spLocks noGrp="1"/>
          </p:cNvSpPr>
          <p:nvPr>
            <p:ph type="ftr" sz="quarter" idx="11"/>
          </p:nvPr>
        </p:nvSpPr>
        <p:spPr>
          <a:xfrm>
            <a:off x="3028950" y="6356350"/>
            <a:ext cx="3295650" cy="365125"/>
          </a:xfrm>
        </p:spPr>
        <p:txBody>
          <a:bodyPr/>
          <a:lstStyle>
            <a:lvl1pPr>
              <a:defRPr smtClean="0"/>
            </a:lvl1pPr>
          </a:lstStyle>
          <a:p>
            <a:pPr>
              <a:defRPr/>
            </a:pPr>
            <a:r>
              <a:rPr lang="en-US"/>
              <a:t>Introduction to Data Mining, 2nd Edition</a:t>
            </a:r>
          </a:p>
        </p:txBody>
      </p:sp>
      <p:sp>
        <p:nvSpPr>
          <p:cNvPr id="6" name="Slide Number Placeholder 4">
            <a:extLst>
              <a:ext uri="{FF2B5EF4-FFF2-40B4-BE49-F238E27FC236}">
                <a16:creationId xmlns:a16="http://schemas.microsoft.com/office/drawing/2014/main" id="{98235EC3-8ACC-4F36-A342-90A7F754FA73}"/>
              </a:ext>
            </a:extLst>
          </p:cNvPr>
          <p:cNvSpPr>
            <a:spLocks noGrp="1"/>
          </p:cNvSpPr>
          <p:nvPr>
            <p:ph type="sldNum" sz="quarter" idx="12"/>
          </p:nvPr>
        </p:nvSpPr>
        <p:spPr/>
        <p:txBody>
          <a:bodyPr/>
          <a:lstStyle>
            <a:lvl1pPr>
              <a:defRPr/>
            </a:lvl1pPr>
          </a:lstStyle>
          <a:p>
            <a:fld id="{0B818DB0-E25E-4CD0-82AB-18A1BC67842E}" type="slidenum">
              <a:rPr lang="en-US" altLang="en-US"/>
              <a:pPr/>
              <a:t>‹#›</a:t>
            </a:fld>
            <a:endParaRPr lang="en-US" altLang="en-US"/>
          </a:p>
        </p:txBody>
      </p:sp>
    </p:spTree>
    <p:extLst>
      <p:ext uri="{BB962C8B-B14F-4D97-AF65-F5344CB8AC3E}">
        <p14:creationId xmlns:p14="http://schemas.microsoft.com/office/powerpoint/2010/main" val="310407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2">
            <a:extLst>
              <a:ext uri="{FF2B5EF4-FFF2-40B4-BE49-F238E27FC236}">
                <a16:creationId xmlns:a16="http://schemas.microsoft.com/office/drawing/2014/main" id="{E76F3499-D09E-49C2-AFC4-2A0055D6A044}"/>
              </a:ext>
            </a:extLst>
          </p:cNvPr>
          <p:cNvSpPr>
            <a:spLocks noGrp="1"/>
          </p:cNvSpPr>
          <p:nvPr>
            <p:ph type="dt" sz="half" idx="10"/>
          </p:nvPr>
        </p:nvSpPr>
        <p:spPr/>
        <p:txBody>
          <a:bodyPr/>
          <a:lstStyle>
            <a:lvl1pPr>
              <a:defRPr/>
            </a:lvl1pPr>
          </a:lstStyle>
          <a:p>
            <a:pPr>
              <a:defRPr/>
            </a:pPr>
            <a:r>
              <a:rPr lang="en-US"/>
              <a:t>10/11/2021</a:t>
            </a:r>
          </a:p>
        </p:txBody>
      </p:sp>
      <p:sp>
        <p:nvSpPr>
          <p:cNvPr id="5" name="Footer Placeholder 3">
            <a:extLst>
              <a:ext uri="{FF2B5EF4-FFF2-40B4-BE49-F238E27FC236}">
                <a16:creationId xmlns:a16="http://schemas.microsoft.com/office/drawing/2014/main" id="{B39285F3-A517-4328-ABB9-BF375CAEDF87}"/>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6" name="Slide Number Placeholder 4">
            <a:extLst>
              <a:ext uri="{FF2B5EF4-FFF2-40B4-BE49-F238E27FC236}">
                <a16:creationId xmlns:a16="http://schemas.microsoft.com/office/drawing/2014/main" id="{066A2CDD-C1A4-4F2E-BA48-9853A732AE23}"/>
              </a:ext>
            </a:extLst>
          </p:cNvPr>
          <p:cNvSpPr>
            <a:spLocks noGrp="1"/>
          </p:cNvSpPr>
          <p:nvPr>
            <p:ph type="sldNum" sz="quarter" idx="12"/>
          </p:nvPr>
        </p:nvSpPr>
        <p:spPr/>
        <p:txBody>
          <a:bodyPr/>
          <a:lstStyle>
            <a:lvl1pPr>
              <a:defRPr/>
            </a:lvl1pPr>
          </a:lstStyle>
          <a:p>
            <a:fld id="{200D2EDD-2B52-4896-9DDB-6711503A551B}" type="slidenum">
              <a:rPr lang="en-US" altLang="en-US"/>
              <a:pPr/>
              <a:t>‹#›</a:t>
            </a:fld>
            <a:endParaRPr lang="en-US" altLang="en-US"/>
          </a:p>
        </p:txBody>
      </p:sp>
    </p:spTree>
    <p:extLst>
      <p:ext uri="{BB962C8B-B14F-4D97-AF65-F5344CB8AC3E}">
        <p14:creationId xmlns:p14="http://schemas.microsoft.com/office/powerpoint/2010/main" val="4138498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a:extLst>
              <a:ext uri="{FF2B5EF4-FFF2-40B4-BE49-F238E27FC236}">
                <a16:creationId xmlns:a16="http://schemas.microsoft.com/office/drawing/2014/main" id="{AF4DFD67-D3F6-4DAD-AF87-D2E85A4AD9F9}"/>
              </a:ext>
            </a:extLst>
          </p:cNvPr>
          <p:cNvSpPr>
            <a:spLocks noGrp="1"/>
          </p:cNvSpPr>
          <p:nvPr>
            <p:ph type="dt" sz="half" idx="10"/>
          </p:nvPr>
        </p:nvSpPr>
        <p:spPr/>
        <p:txBody>
          <a:bodyPr/>
          <a:lstStyle>
            <a:lvl1pPr>
              <a:defRPr/>
            </a:lvl1pPr>
          </a:lstStyle>
          <a:p>
            <a:pPr>
              <a:defRPr/>
            </a:pPr>
            <a:r>
              <a:rPr lang="en-US"/>
              <a:t>10/11/2021</a:t>
            </a:r>
          </a:p>
        </p:txBody>
      </p:sp>
      <p:sp>
        <p:nvSpPr>
          <p:cNvPr id="6" name="Footer Placeholder 3">
            <a:extLst>
              <a:ext uri="{FF2B5EF4-FFF2-40B4-BE49-F238E27FC236}">
                <a16:creationId xmlns:a16="http://schemas.microsoft.com/office/drawing/2014/main" id="{B47332CA-9132-4245-9355-DCD3C01AB1D0}"/>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7" name="Slide Number Placeholder 4">
            <a:extLst>
              <a:ext uri="{FF2B5EF4-FFF2-40B4-BE49-F238E27FC236}">
                <a16:creationId xmlns:a16="http://schemas.microsoft.com/office/drawing/2014/main" id="{37AAF1E6-A849-4926-B976-87446317705F}"/>
              </a:ext>
            </a:extLst>
          </p:cNvPr>
          <p:cNvSpPr>
            <a:spLocks noGrp="1"/>
          </p:cNvSpPr>
          <p:nvPr>
            <p:ph type="sldNum" sz="quarter" idx="12"/>
          </p:nvPr>
        </p:nvSpPr>
        <p:spPr/>
        <p:txBody>
          <a:bodyPr/>
          <a:lstStyle>
            <a:lvl1pPr>
              <a:defRPr/>
            </a:lvl1pPr>
          </a:lstStyle>
          <a:p>
            <a:fld id="{E7FA3555-875B-4372-ABAC-3D5E23D6936D}" type="slidenum">
              <a:rPr lang="en-US" altLang="en-US"/>
              <a:pPr/>
              <a:t>‹#›</a:t>
            </a:fld>
            <a:endParaRPr lang="en-US" altLang="en-US"/>
          </a:p>
        </p:txBody>
      </p:sp>
    </p:spTree>
    <p:extLst>
      <p:ext uri="{BB962C8B-B14F-4D97-AF65-F5344CB8AC3E}">
        <p14:creationId xmlns:p14="http://schemas.microsoft.com/office/powerpoint/2010/main" val="3253326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a:extLst>
              <a:ext uri="{FF2B5EF4-FFF2-40B4-BE49-F238E27FC236}">
                <a16:creationId xmlns:a16="http://schemas.microsoft.com/office/drawing/2014/main" id="{B19E3214-5999-4697-A1E0-C0D7495E11C4}"/>
              </a:ext>
            </a:extLst>
          </p:cNvPr>
          <p:cNvSpPr>
            <a:spLocks noGrp="1"/>
          </p:cNvSpPr>
          <p:nvPr>
            <p:ph type="dt" sz="half" idx="10"/>
          </p:nvPr>
        </p:nvSpPr>
        <p:spPr/>
        <p:txBody>
          <a:bodyPr/>
          <a:lstStyle>
            <a:lvl1pPr>
              <a:defRPr/>
            </a:lvl1pPr>
          </a:lstStyle>
          <a:p>
            <a:pPr>
              <a:defRPr/>
            </a:pPr>
            <a:r>
              <a:rPr lang="en-US"/>
              <a:t>10/11/2021</a:t>
            </a:r>
          </a:p>
        </p:txBody>
      </p:sp>
      <p:sp>
        <p:nvSpPr>
          <p:cNvPr id="8" name="Footer Placeholder 3">
            <a:extLst>
              <a:ext uri="{FF2B5EF4-FFF2-40B4-BE49-F238E27FC236}">
                <a16:creationId xmlns:a16="http://schemas.microsoft.com/office/drawing/2014/main" id="{07D15390-0297-4573-99B3-DBCA6315CFCF}"/>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9" name="Slide Number Placeholder 4">
            <a:extLst>
              <a:ext uri="{FF2B5EF4-FFF2-40B4-BE49-F238E27FC236}">
                <a16:creationId xmlns:a16="http://schemas.microsoft.com/office/drawing/2014/main" id="{C836E07B-3F66-4E11-9602-C56AA5CCD49F}"/>
              </a:ext>
            </a:extLst>
          </p:cNvPr>
          <p:cNvSpPr>
            <a:spLocks noGrp="1"/>
          </p:cNvSpPr>
          <p:nvPr>
            <p:ph type="sldNum" sz="quarter" idx="12"/>
          </p:nvPr>
        </p:nvSpPr>
        <p:spPr/>
        <p:txBody>
          <a:bodyPr/>
          <a:lstStyle>
            <a:lvl1pPr>
              <a:defRPr/>
            </a:lvl1pPr>
          </a:lstStyle>
          <a:p>
            <a:fld id="{9C96B36A-F39C-4F3F-A9B2-6FD1A176AC15}" type="slidenum">
              <a:rPr lang="en-US" altLang="en-US"/>
              <a:pPr/>
              <a:t>‹#›</a:t>
            </a:fld>
            <a:endParaRPr lang="en-US" altLang="en-US"/>
          </a:p>
        </p:txBody>
      </p:sp>
    </p:spTree>
    <p:extLst>
      <p:ext uri="{BB962C8B-B14F-4D97-AF65-F5344CB8AC3E}">
        <p14:creationId xmlns:p14="http://schemas.microsoft.com/office/powerpoint/2010/main" val="337446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05DB3E-A96C-4D1B-9AB2-D0A3DAB0F753}"/>
              </a:ext>
            </a:extLst>
          </p:cNvPr>
          <p:cNvSpPr>
            <a:spLocks noGrp="1"/>
          </p:cNvSpPr>
          <p:nvPr>
            <p:ph type="dt" sz="half" idx="10"/>
          </p:nvPr>
        </p:nvSpPr>
        <p:spPr/>
        <p:txBody>
          <a:bodyPr/>
          <a:lstStyle>
            <a:lvl1pPr>
              <a:defRPr/>
            </a:lvl1pPr>
          </a:lstStyle>
          <a:p>
            <a:pPr>
              <a:defRPr/>
            </a:pPr>
            <a:r>
              <a:rPr lang="en-US"/>
              <a:t>10/11/2021</a:t>
            </a:r>
          </a:p>
        </p:txBody>
      </p:sp>
      <p:sp>
        <p:nvSpPr>
          <p:cNvPr id="4" name="Footer Placeholder 3">
            <a:extLst>
              <a:ext uri="{FF2B5EF4-FFF2-40B4-BE49-F238E27FC236}">
                <a16:creationId xmlns:a16="http://schemas.microsoft.com/office/drawing/2014/main" id="{2DF01D8A-A47E-452D-822C-8F8ED45823BB}"/>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5" name="Slide Number Placeholder 4">
            <a:extLst>
              <a:ext uri="{FF2B5EF4-FFF2-40B4-BE49-F238E27FC236}">
                <a16:creationId xmlns:a16="http://schemas.microsoft.com/office/drawing/2014/main" id="{A9F2AD66-022A-4F63-92AD-E166A4FDDC5D}"/>
              </a:ext>
            </a:extLst>
          </p:cNvPr>
          <p:cNvSpPr>
            <a:spLocks noGrp="1"/>
          </p:cNvSpPr>
          <p:nvPr>
            <p:ph type="sldNum" sz="quarter" idx="12"/>
          </p:nvPr>
        </p:nvSpPr>
        <p:spPr/>
        <p:txBody>
          <a:bodyPr/>
          <a:lstStyle>
            <a:lvl1pPr>
              <a:defRPr/>
            </a:lvl1pPr>
          </a:lstStyle>
          <a:p>
            <a:fld id="{590C4350-8974-4ADC-9B8D-C06D93D94443}" type="slidenum">
              <a:rPr lang="en-US" altLang="en-US"/>
              <a:pPr/>
              <a:t>‹#›</a:t>
            </a:fld>
            <a:endParaRPr lang="en-US" altLang="en-US"/>
          </a:p>
        </p:txBody>
      </p:sp>
    </p:spTree>
    <p:extLst>
      <p:ext uri="{BB962C8B-B14F-4D97-AF65-F5344CB8AC3E}">
        <p14:creationId xmlns:p14="http://schemas.microsoft.com/office/powerpoint/2010/main" val="250527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6CB18E54-7232-4697-A096-82E19E3F2242}"/>
              </a:ext>
            </a:extLst>
          </p:cNvPr>
          <p:cNvSpPr>
            <a:spLocks noGrp="1"/>
          </p:cNvSpPr>
          <p:nvPr>
            <p:ph type="dt" sz="half" idx="10"/>
          </p:nvPr>
        </p:nvSpPr>
        <p:spPr/>
        <p:txBody>
          <a:bodyPr/>
          <a:lstStyle>
            <a:lvl1pPr>
              <a:defRPr/>
            </a:lvl1pPr>
          </a:lstStyle>
          <a:p>
            <a:pPr>
              <a:defRPr/>
            </a:pPr>
            <a:r>
              <a:rPr lang="en-US"/>
              <a:t>10/11/2021</a:t>
            </a:r>
          </a:p>
        </p:txBody>
      </p:sp>
      <p:sp>
        <p:nvSpPr>
          <p:cNvPr id="3" name="Footer Placeholder 3">
            <a:extLst>
              <a:ext uri="{FF2B5EF4-FFF2-40B4-BE49-F238E27FC236}">
                <a16:creationId xmlns:a16="http://schemas.microsoft.com/office/drawing/2014/main" id="{02DB9027-05AE-4BBE-BA9F-E5A4F2A025A9}"/>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4" name="Slide Number Placeholder 4">
            <a:extLst>
              <a:ext uri="{FF2B5EF4-FFF2-40B4-BE49-F238E27FC236}">
                <a16:creationId xmlns:a16="http://schemas.microsoft.com/office/drawing/2014/main" id="{4E1937F1-18A5-4C5B-9935-A0356B25B48D}"/>
              </a:ext>
            </a:extLst>
          </p:cNvPr>
          <p:cNvSpPr>
            <a:spLocks noGrp="1"/>
          </p:cNvSpPr>
          <p:nvPr>
            <p:ph type="sldNum" sz="quarter" idx="12"/>
          </p:nvPr>
        </p:nvSpPr>
        <p:spPr/>
        <p:txBody>
          <a:bodyPr/>
          <a:lstStyle>
            <a:lvl1pPr>
              <a:defRPr/>
            </a:lvl1pPr>
          </a:lstStyle>
          <a:p>
            <a:fld id="{C48C401C-EE02-443C-8CB0-2C06CDD00DA1}" type="slidenum">
              <a:rPr lang="en-US" altLang="en-US"/>
              <a:pPr/>
              <a:t>‹#›</a:t>
            </a:fld>
            <a:endParaRPr lang="en-US" altLang="en-US"/>
          </a:p>
        </p:txBody>
      </p:sp>
    </p:spTree>
    <p:extLst>
      <p:ext uri="{BB962C8B-B14F-4D97-AF65-F5344CB8AC3E}">
        <p14:creationId xmlns:p14="http://schemas.microsoft.com/office/powerpoint/2010/main" val="2823781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2">
            <a:extLst>
              <a:ext uri="{FF2B5EF4-FFF2-40B4-BE49-F238E27FC236}">
                <a16:creationId xmlns:a16="http://schemas.microsoft.com/office/drawing/2014/main" id="{082C298B-2425-406C-934C-1B49ACEE6CEE}"/>
              </a:ext>
            </a:extLst>
          </p:cNvPr>
          <p:cNvSpPr>
            <a:spLocks noGrp="1"/>
          </p:cNvSpPr>
          <p:nvPr>
            <p:ph type="dt" sz="half" idx="10"/>
          </p:nvPr>
        </p:nvSpPr>
        <p:spPr/>
        <p:txBody>
          <a:bodyPr/>
          <a:lstStyle>
            <a:lvl1pPr>
              <a:defRPr/>
            </a:lvl1pPr>
          </a:lstStyle>
          <a:p>
            <a:pPr>
              <a:defRPr/>
            </a:pPr>
            <a:r>
              <a:rPr lang="en-US"/>
              <a:t>10/11/2021</a:t>
            </a:r>
          </a:p>
        </p:txBody>
      </p:sp>
      <p:sp>
        <p:nvSpPr>
          <p:cNvPr id="6" name="Footer Placeholder 3">
            <a:extLst>
              <a:ext uri="{FF2B5EF4-FFF2-40B4-BE49-F238E27FC236}">
                <a16:creationId xmlns:a16="http://schemas.microsoft.com/office/drawing/2014/main" id="{B7F67708-6476-49C4-B889-9548E8EDF646}"/>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7" name="Slide Number Placeholder 4">
            <a:extLst>
              <a:ext uri="{FF2B5EF4-FFF2-40B4-BE49-F238E27FC236}">
                <a16:creationId xmlns:a16="http://schemas.microsoft.com/office/drawing/2014/main" id="{26CADFF1-8E32-43D6-A5A4-A23564A32418}"/>
              </a:ext>
            </a:extLst>
          </p:cNvPr>
          <p:cNvSpPr>
            <a:spLocks noGrp="1"/>
          </p:cNvSpPr>
          <p:nvPr>
            <p:ph type="sldNum" sz="quarter" idx="12"/>
          </p:nvPr>
        </p:nvSpPr>
        <p:spPr/>
        <p:txBody>
          <a:bodyPr/>
          <a:lstStyle>
            <a:lvl1pPr>
              <a:defRPr/>
            </a:lvl1pPr>
          </a:lstStyle>
          <a:p>
            <a:fld id="{DF1DEBD5-F594-4E33-9F03-AB95476300AD}" type="slidenum">
              <a:rPr lang="en-US" altLang="en-US"/>
              <a:pPr/>
              <a:t>‹#›</a:t>
            </a:fld>
            <a:endParaRPr lang="en-US" altLang="en-US"/>
          </a:p>
        </p:txBody>
      </p:sp>
    </p:spTree>
    <p:extLst>
      <p:ext uri="{BB962C8B-B14F-4D97-AF65-F5344CB8AC3E}">
        <p14:creationId xmlns:p14="http://schemas.microsoft.com/office/powerpoint/2010/main" val="3557182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2">
            <a:extLst>
              <a:ext uri="{FF2B5EF4-FFF2-40B4-BE49-F238E27FC236}">
                <a16:creationId xmlns:a16="http://schemas.microsoft.com/office/drawing/2014/main" id="{4E02C71C-DC23-46B7-A379-9FB1464E5CE1}"/>
              </a:ext>
            </a:extLst>
          </p:cNvPr>
          <p:cNvSpPr>
            <a:spLocks noGrp="1"/>
          </p:cNvSpPr>
          <p:nvPr>
            <p:ph type="dt" sz="half" idx="10"/>
          </p:nvPr>
        </p:nvSpPr>
        <p:spPr/>
        <p:txBody>
          <a:bodyPr/>
          <a:lstStyle>
            <a:lvl1pPr>
              <a:defRPr/>
            </a:lvl1pPr>
          </a:lstStyle>
          <a:p>
            <a:pPr>
              <a:defRPr/>
            </a:pPr>
            <a:r>
              <a:rPr lang="en-US"/>
              <a:t>10/11/2021</a:t>
            </a:r>
          </a:p>
        </p:txBody>
      </p:sp>
      <p:sp>
        <p:nvSpPr>
          <p:cNvPr id="6" name="Footer Placeholder 3">
            <a:extLst>
              <a:ext uri="{FF2B5EF4-FFF2-40B4-BE49-F238E27FC236}">
                <a16:creationId xmlns:a16="http://schemas.microsoft.com/office/drawing/2014/main" id="{1EE2F2E9-7564-4D08-9E8F-AFA0257690CC}"/>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7" name="Slide Number Placeholder 4">
            <a:extLst>
              <a:ext uri="{FF2B5EF4-FFF2-40B4-BE49-F238E27FC236}">
                <a16:creationId xmlns:a16="http://schemas.microsoft.com/office/drawing/2014/main" id="{D4601FF8-42FE-4556-BF36-029051412174}"/>
              </a:ext>
            </a:extLst>
          </p:cNvPr>
          <p:cNvSpPr>
            <a:spLocks noGrp="1"/>
          </p:cNvSpPr>
          <p:nvPr>
            <p:ph type="sldNum" sz="quarter" idx="12"/>
          </p:nvPr>
        </p:nvSpPr>
        <p:spPr/>
        <p:txBody>
          <a:bodyPr/>
          <a:lstStyle>
            <a:lvl1pPr>
              <a:defRPr/>
            </a:lvl1pPr>
          </a:lstStyle>
          <a:p>
            <a:fld id="{7437F771-3E71-449B-BA24-59F02962052B}" type="slidenum">
              <a:rPr lang="en-US" altLang="en-US"/>
              <a:pPr/>
              <a:t>‹#›</a:t>
            </a:fld>
            <a:endParaRPr lang="en-US" altLang="en-US"/>
          </a:p>
        </p:txBody>
      </p:sp>
    </p:spTree>
    <p:extLst>
      <p:ext uri="{BB962C8B-B14F-4D97-AF65-F5344CB8AC3E}">
        <p14:creationId xmlns:p14="http://schemas.microsoft.com/office/powerpoint/2010/main" val="1872640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a:extLst>
              <a:ext uri="{FF2B5EF4-FFF2-40B4-BE49-F238E27FC236}">
                <a16:creationId xmlns:a16="http://schemas.microsoft.com/office/drawing/2014/main" id="{0C5D9B56-54FC-4E38-837A-F397C2D54DD3}"/>
              </a:ext>
            </a:extLst>
          </p:cNvPr>
          <p:cNvSpPr>
            <a:spLocks noGrp="1"/>
          </p:cNvSpPr>
          <p:nvPr>
            <p:ph type="dt" sz="half" idx="10"/>
          </p:nvPr>
        </p:nvSpPr>
        <p:spPr/>
        <p:txBody>
          <a:bodyPr/>
          <a:lstStyle>
            <a:lvl1pPr>
              <a:defRPr/>
            </a:lvl1pPr>
          </a:lstStyle>
          <a:p>
            <a:pPr>
              <a:defRPr/>
            </a:pPr>
            <a:r>
              <a:rPr lang="en-US"/>
              <a:t>10/11/2021</a:t>
            </a:r>
          </a:p>
        </p:txBody>
      </p:sp>
      <p:sp>
        <p:nvSpPr>
          <p:cNvPr id="5" name="Footer Placeholder 3">
            <a:extLst>
              <a:ext uri="{FF2B5EF4-FFF2-40B4-BE49-F238E27FC236}">
                <a16:creationId xmlns:a16="http://schemas.microsoft.com/office/drawing/2014/main" id="{18128C79-64A9-420D-849B-BCCFD9A5594F}"/>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6" name="Slide Number Placeholder 4">
            <a:extLst>
              <a:ext uri="{FF2B5EF4-FFF2-40B4-BE49-F238E27FC236}">
                <a16:creationId xmlns:a16="http://schemas.microsoft.com/office/drawing/2014/main" id="{073349FC-4E0D-4B59-B407-4B4D4CD3DC18}"/>
              </a:ext>
            </a:extLst>
          </p:cNvPr>
          <p:cNvSpPr>
            <a:spLocks noGrp="1"/>
          </p:cNvSpPr>
          <p:nvPr>
            <p:ph type="sldNum" sz="quarter" idx="12"/>
          </p:nvPr>
        </p:nvSpPr>
        <p:spPr/>
        <p:txBody>
          <a:bodyPr/>
          <a:lstStyle>
            <a:lvl1pPr>
              <a:defRPr/>
            </a:lvl1pPr>
          </a:lstStyle>
          <a:p>
            <a:fld id="{6FB9E794-67C4-4FA0-ABE0-2C7A272BC3B7}" type="slidenum">
              <a:rPr lang="en-US" altLang="en-US"/>
              <a:pPr/>
              <a:t>‹#›</a:t>
            </a:fld>
            <a:endParaRPr lang="en-US" altLang="en-US"/>
          </a:p>
        </p:txBody>
      </p:sp>
    </p:spTree>
    <p:extLst>
      <p:ext uri="{BB962C8B-B14F-4D97-AF65-F5344CB8AC3E}">
        <p14:creationId xmlns:p14="http://schemas.microsoft.com/office/powerpoint/2010/main" val="187361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a:extLst>
              <a:ext uri="{FF2B5EF4-FFF2-40B4-BE49-F238E27FC236}">
                <a16:creationId xmlns:a16="http://schemas.microsoft.com/office/drawing/2014/main" id="{E7EE6C3B-046F-4502-A640-4FF3599F4EBC}"/>
              </a:ext>
            </a:extLst>
          </p:cNvPr>
          <p:cNvSpPr>
            <a:spLocks noGrp="1"/>
          </p:cNvSpPr>
          <p:nvPr>
            <p:ph type="dt" sz="half" idx="10"/>
          </p:nvPr>
        </p:nvSpPr>
        <p:spPr/>
        <p:txBody>
          <a:bodyPr/>
          <a:lstStyle>
            <a:lvl1pPr>
              <a:defRPr/>
            </a:lvl1pPr>
          </a:lstStyle>
          <a:p>
            <a:pPr>
              <a:defRPr/>
            </a:pPr>
            <a:r>
              <a:rPr lang="en-US"/>
              <a:t>10/11/2021</a:t>
            </a:r>
          </a:p>
        </p:txBody>
      </p:sp>
      <p:sp>
        <p:nvSpPr>
          <p:cNvPr id="5" name="Footer Placeholder 3">
            <a:extLst>
              <a:ext uri="{FF2B5EF4-FFF2-40B4-BE49-F238E27FC236}">
                <a16:creationId xmlns:a16="http://schemas.microsoft.com/office/drawing/2014/main" id="{49AD977D-4655-41F4-AABB-53FCA263350C}"/>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6" name="Slide Number Placeholder 4">
            <a:extLst>
              <a:ext uri="{FF2B5EF4-FFF2-40B4-BE49-F238E27FC236}">
                <a16:creationId xmlns:a16="http://schemas.microsoft.com/office/drawing/2014/main" id="{1B9EC3F3-A6E3-49DB-A3A5-0C2A523826F3}"/>
              </a:ext>
            </a:extLst>
          </p:cNvPr>
          <p:cNvSpPr>
            <a:spLocks noGrp="1"/>
          </p:cNvSpPr>
          <p:nvPr>
            <p:ph type="sldNum" sz="quarter" idx="12"/>
          </p:nvPr>
        </p:nvSpPr>
        <p:spPr/>
        <p:txBody>
          <a:bodyPr/>
          <a:lstStyle>
            <a:lvl1pPr>
              <a:defRPr/>
            </a:lvl1pPr>
          </a:lstStyle>
          <a:p>
            <a:fld id="{95F8172C-9ABA-42AC-A7F5-1448F13B1953}" type="slidenum">
              <a:rPr lang="en-US" altLang="en-US"/>
              <a:pPr/>
              <a:t>‹#›</a:t>
            </a:fld>
            <a:endParaRPr lang="en-US" altLang="en-US"/>
          </a:p>
        </p:txBody>
      </p:sp>
    </p:spTree>
    <p:extLst>
      <p:ext uri="{BB962C8B-B14F-4D97-AF65-F5344CB8AC3E}">
        <p14:creationId xmlns:p14="http://schemas.microsoft.com/office/powerpoint/2010/main" val="1897767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81000" y="152400"/>
            <a:ext cx="8280400" cy="533400"/>
          </a:xfrm>
        </p:spPr>
        <p:txBody>
          <a:bodyPr/>
          <a:lstStyle/>
          <a:p>
            <a:r>
              <a:rPr lang="en-US"/>
              <a:t>Click to edit Master title style</a:t>
            </a:r>
          </a:p>
        </p:txBody>
      </p:sp>
      <p:sp>
        <p:nvSpPr>
          <p:cNvPr id="3" name="Content Placeholder 2"/>
          <p:cNvSpPr>
            <a:spLocks noGrp="1"/>
          </p:cNvSpPr>
          <p:nvPr>
            <p:ph sz="quarter" idx="1"/>
          </p:nvPr>
        </p:nvSpPr>
        <p:spPr>
          <a:xfrm>
            <a:off x="41116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1116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a:extLst>
              <a:ext uri="{FF2B5EF4-FFF2-40B4-BE49-F238E27FC236}">
                <a16:creationId xmlns:a16="http://schemas.microsoft.com/office/drawing/2014/main" id="{6A21EAE1-8D45-4326-B9F0-C5E6A586830B}"/>
              </a:ext>
            </a:extLst>
          </p:cNvPr>
          <p:cNvSpPr>
            <a:spLocks noGrp="1"/>
          </p:cNvSpPr>
          <p:nvPr>
            <p:ph type="dt" sz="half" idx="10"/>
          </p:nvPr>
        </p:nvSpPr>
        <p:spPr/>
        <p:txBody>
          <a:bodyPr/>
          <a:lstStyle>
            <a:lvl1pPr>
              <a:defRPr/>
            </a:lvl1pPr>
          </a:lstStyle>
          <a:p>
            <a:pPr>
              <a:defRPr/>
            </a:pPr>
            <a:r>
              <a:rPr lang="en-US"/>
              <a:t>10/11/2021</a:t>
            </a:r>
          </a:p>
        </p:txBody>
      </p:sp>
      <p:sp>
        <p:nvSpPr>
          <p:cNvPr id="8" name="Footer Placeholder 3">
            <a:extLst>
              <a:ext uri="{FF2B5EF4-FFF2-40B4-BE49-F238E27FC236}">
                <a16:creationId xmlns:a16="http://schemas.microsoft.com/office/drawing/2014/main" id="{2D37993C-0E43-4CD7-8B6D-DFCE80EB1519}"/>
              </a:ext>
            </a:extLst>
          </p:cNvPr>
          <p:cNvSpPr>
            <a:spLocks noGrp="1"/>
          </p:cNvSpPr>
          <p:nvPr>
            <p:ph type="ftr" sz="quarter" idx="11"/>
          </p:nvPr>
        </p:nvSpPr>
        <p:spPr/>
        <p:txBody>
          <a:bodyPr/>
          <a:lstStyle>
            <a:lvl1pPr>
              <a:defRPr/>
            </a:lvl1pPr>
          </a:lstStyle>
          <a:p>
            <a:pPr>
              <a:defRPr/>
            </a:pPr>
            <a:r>
              <a:rPr lang="en-US"/>
              <a:t>Introduction to Data Mining, 2nd Edition</a:t>
            </a:r>
          </a:p>
        </p:txBody>
      </p:sp>
      <p:sp>
        <p:nvSpPr>
          <p:cNvPr id="9" name="Slide Number Placeholder 4">
            <a:extLst>
              <a:ext uri="{FF2B5EF4-FFF2-40B4-BE49-F238E27FC236}">
                <a16:creationId xmlns:a16="http://schemas.microsoft.com/office/drawing/2014/main" id="{308150A7-1CBC-4EB6-9C9C-3AB51797F2F4}"/>
              </a:ext>
            </a:extLst>
          </p:cNvPr>
          <p:cNvSpPr>
            <a:spLocks noGrp="1"/>
          </p:cNvSpPr>
          <p:nvPr>
            <p:ph type="sldNum" sz="quarter" idx="12"/>
          </p:nvPr>
        </p:nvSpPr>
        <p:spPr/>
        <p:txBody>
          <a:bodyPr/>
          <a:lstStyle>
            <a:lvl1pPr>
              <a:defRPr/>
            </a:lvl1pPr>
          </a:lstStyle>
          <a:p>
            <a:fld id="{9F50FF63-20C6-4237-9B92-454F1B500E19}" type="slidenum">
              <a:rPr lang="en-US" altLang="en-US"/>
              <a:pPr/>
              <a:t>‹#›</a:t>
            </a:fld>
            <a:endParaRPr lang="en-US" altLang="en-US"/>
          </a:p>
        </p:txBody>
      </p:sp>
    </p:spTree>
    <p:extLst>
      <p:ext uri="{BB962C8B-B14F-4D97-AF65-F5344CB8AC3E}">
        <p14:creationId xmlns:p14="http://schemas.microsoft.com/office/powerpoint/2010/main" val="836333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BC54AB2-903B-4F8E-997F-C71752A2A4E2}"/>
              </a:ext>
            </a:extLst>
          </p:cNvPr>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5A1D6B5-6FC4-4C09-A55C-429CFC9BE8AE}"/>
              </a:ext>
            </a:extLst>
          </p:cNvPr>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a:extLst>
              <a:ext uri="{FF2B5EF4-FFF2-40B4-BE49-F238E27FC236}">
                <a16:creationId xmlns:a16="http://schemas.microsoft.com/office/drawing/2014/main" id="{8FEB0D6D-A9F7-403C-B3C1-B58C39BE68DC}"/>
              </a:ext>
            </a:extLst>
          </p:cNvPr>
          <p:cNvGrpSpPr>
            <a:grpSpLocks/>
          </p:cNvGrpSpPr>
          <p:nvPr userDrawn="1"/>
        </p:nvGrpSpPr>
        <p:grpSpPr bwMode="auto">
          <a:xfrm>
            <a:off x="304800" y="838200"/>
            <a:ext cx="8534400" cy="152400"/>
            <a:chOff x="264" y="788"/>
            <a:chExt cx="5232" cy="124"/>
          </a:xfrm>
        </p:grpSpPr>
        <p:sp>
          <p:nvSpPr>
            <p:cNvPr id="1030" name="Rectangle 17">
              <a:extLst>
                <a:ext uri="{FF2B5EF4-FFF2-40B4-BE49-F238E27FC236}">
                  <a16:creationId xmlns:a16="http://schemas.microsoft.com/office/drawing/2014/main" id="{281C7C49-F2E1-1246-B5C7-A0D4C498F5B8}"/>
                </a:ext>
              </a:extLst>
            </p:cNvPr>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a:extLst>
                <a:ext uri="{FF2B5EF4-FFF2-40B4-BE49-F238E27FC236}">
                  <a16:creationId xmlns:a16="http://schemas.microsoft.com/office/drawing/2014/main" id="{F2CB6532-56E1-4C4C-8C62-DDD8081751EF}"/>
                </a:ext>
              </a:extLst>
            </p:cNvPr>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3" name="Date Placeholder 2">
            <a:extLst>
              <a:ext uri="{FF2B5EF4-FFF2-40B4-BE49-F238E27FC236}">
                <a16:creationId xmlns:a16="http://schemas.microsoft.com/office/drawing/2014/main" id="{28E197EB-C9FB-904B-80A8-2022248AE0F2}"/>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a:t>10/11/2021</a:t>
            </a:r>
            <a:endParaRPr lang="en-US" dirty="0"/>
          </a:p>
        </p:txBody>
      </p:sp>
      <p:sp>
        <p:nvSpPr>
          <p:cNvPr id="4" name="Footer Placeholder 3">
            <a:extLst>
              <a:ext uri="{FF2B5EF4-FFF2-40B4-BE49-F238E27FC236}">
                <a16:creationId xmlns:a16="http://schemas.microsoft.com/office/drawing/2014/main" id="{A4CFF1A1-5F47-7F43-9B64-81E3A2F20AD1}"/>
              </a:ext>
            </a:extLst>
          </p:cNvPr>
          <p:cNvSpPr>
            <a:spLocks noGrp="1"/>
          </p:cNvSpPr>
          <p:nvPr>
            <p:ph type="ftr" sz="quarter" idx="3"/>
          </p:nvPr>
        </p:nvSpPr>
        <p:spPr>
          <a:xfrm>
            <a:off x="2819400" y="6356350"/>
            <a:ext cx="34290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charset="0"/>
              </a:defRPr>
            </a:lvl1pPr>
          </a:lstStyle>
          <a:p>
            <a:pPr>
              <a:defRPr/>
            </a:pPr>
            <a:r>
              <a:rPr lang="en-US"/>
              <a:t>Introduction to Data Mining, 2nd Edition</a:t>
            </a:r>
            <a:endParaRPr lang="en-US" dirty="0"/>
          </a:p>
        </p:txBody>
      </p:sp>
      <p:sp>
        <p:nvSpPr>
          <p:cNvPr id="5" name="Slide Number Placeholder 4">
            <a:extLst>
              <a:ext uri="{FF2B5EF4-FFF2-40B4-BE49-F238E27FC236}">
                <a16:creationId xmlns:a16="http://schemas.microsoft.com/office/drawing/2014/main" id="{EB3F9AED-3B23-0E41-AEAB-DB98D85130AB}"/>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D44861A-52C0-4055-BC69-72BE0F2F48C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41" r:id="rId1"/>
    <p:sldLayoutId id="2147483753"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hf hdr="0"/>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a:extLst>
              <a:ext uri="{FF2B5EF4-FFF2-40B4-BE49-F238E27FC236}">
                <a16:creationId xmlns:a16="http://schemas.microsoft.com/office/drawing/2014/main" id="{587B1268-7E38-4534-A658-42D42EFF8CAF}"/>
              </a:ext>
            </a:extLst>
          </p:cNvPr>
          <p:cNvSpPr>
            <a:spLocks noGrp="1" noChangeArrowheads="1"/>
          </p:cNvSpPr>
          <p:nvPr>
            <p:ph type="title"/>
          </p:nvPr>
        </p:nvSpPr>
        <p:spPr>
          <a:xfrm>
            <a:off x="228600" y="-152400"/>
            <a:ext cx="8763000" cy="838200"/>
          </a:xfrm>
        </p:spPr>
        <p:txBody>
          <a:bodyPr/>
          <a:lstStyle/>
          <a:p>
            <a:r>
              <a:rPr lang="en-US" altLang="en-US"/>
              <a:t>Data Mining</a:t>
            </a:r>
            <a:endParaRPr lang="en-US" altLang="en-US" sz="2800"/>
          </a:p>
        </p:txBody>
      </p:sp>
      <p:sp>
        <p:nvSpPr>
          <p:cNvPr id="4099" name="Rectangle 1027">
            <a:extLst>
              <a:ext uri="{FF2B5EF4-FFF2-40B4-BE49-F238E27FC236}">
                <a16:creationId xmlns:a16="http://schemas.microsoft.com/office/drawing/2014/main" id="{F66442BA-5953-4926-A18C-9B39491302BF}"/>
              </a:ext>
            </a:extLst>
          </p:cNvPr>
          <p:cNvSpPr>
            <a:spLocks noChangeArrowheads="1"/>
          </p:cNvSpPr>
          <p:nvPr/>
        </p:nvSpPr>
        <p:spPr bwMode="auto">
          <a:xfrm>
            <a:off x="381000" y="2504316"/>
            <a:ext cx="8229600" cy="266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b="0" dirty="0"/>
              <a:t>Week4 Lecture 2 Part2</a:t>
            </a:r>
          </a:p>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b="0" dirty="0"/>
              <a:t>Bias and Variance</a:t>
            </a:r>
          </a:p>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b="0" dirty="0"/>
              <a:t>By Eesha Tur Razia Babar</a:t>
            </a:r>
          </a:p>
          <a:p>
            <a:pPr algn="ctr" eaLnBrk="1" hangingPunct="1">
              <a:spcBef>
                <a:spcPct val="20000"/>
              </a:spcBef>
              <a:spcAft>
                <a:spcPct val="0"/>
              </a:spcAft>
              <a:buClr>
                <a:schemeClr val="folHlink"/>
              </a:buClr>
              <a:buSzPct val="60000"/>
              <a:buFont typeface="Wingdings" panose="05000000000000000000" pitchFamily="2" charset="2"/>
              <a:buNone/>
            </a:pPr>
            <a:endParaRPr lang="en-US" altLang="en-US" sz="3200" b="0" dirty="0"/>
          </a:p>
          <a:p>
            <a:pPr>
              <a:spcBef>
                <a:spcPct val="0"/>
              </a:spcBef>
              <a:spcAft>
                <a:spcPct val="0"/>
              </a:spcAft>
              <a:buClrTx/>
              <a:buSzTx/>
              <a:buFontTx/>
              <a:buNone/>
            </a:pPr>
            <a:endParaRPr lang="en-US" altLang="en-US" sz="2000" b="0" dirty="0"/>
          </a:p>
        </p:txBody>
      </p:sp>
      <p:sp>
        <p:nvSpPr>
          <p:cNvPr id="4" name="Slide Number Placeholder 3">
            <a:extLst>
              <a:ext uri="{FF2B5EF4-FFF2-40B4-BE49-F238E27FC236}">
                <a16:creationId xmlns:a16="http://schemas.microsoft.com/office/drawing/2014/main" id="{DE9CA434-F76A-E24E-8473-88CE9EBD146D}"/>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2949DAE8-57A4-4F78-BFC3-E1B90C3EEB30}" type="slidenum">
              <a:rPr lang="en-US" altLang="en-US" sz="1200">
                <a:solidFill>
                  <a:srgbClr val="898989"/>
                </a:solidFill>
              </a:rPr>
              <a:pPr/>
              <a:t>1</a:t>
            </a:fld>
            <a:endParaRPr lang="en-US" altLang="en-US" sz="1200">
              <a:solidFill>
                <a:srgbClr val="898989"/>
              </a:solidFill>
            </a:endParaRPr>
          </a:p>
        </p:txBody>
      </p:sp>
      <p:sp>
        <p:nvSpPr>
          <p:cNvPr id="2" name="Footer Placeholder 1">
            <a:extLst>
              <a:ext uri="{FF2B5EF4-FFF2-40B4-BE49-F238E27FC236}">
                <a16:creationId xmlns:a16="http://schemas.microsoft.com/office/drawing/2014/main" id="{46257590-54E7-4A52-B296-2CBDB0676D37}"/>
              </a:ext>
            </a:extLst>
          </p:cNvPr>
          <p:cNvSpPr>
            <a:spLocks noGrp="1"/>
          </p:cNvSpPr>
          <p:nvPr>
            <p:ph type="ftr" sz="quarter" idx="11"/>
          </p:nvPr>
        </p:nvSpPr>
        <p:spPr/>
        <p:txBody>
          <a:bodyPr/>
          <a:lstStyle/>
          <a:p>
            <a:pPr>
              <a:defRPr/>
            </a:pPr>
            <a:r>
              <a:rPr lang="en-US"/>
              <a:t>Introduction to Data Mining, 2nd Edition</a:t>
            </a:r>
            <a:endParaRPr lang="en-US" dirty="0"/>
          </a:p>
        </p:txBody>
      </p:sp>
      <p:sp>
        <p:nvSpPr>
          <p:cNvPr id="3" name="Date Placeholder 2">
            <a:extLst>
              <a:ext uri="{FF2B5EF4-FFF2-40B4-BE49-F238E27FC236}">
                <a16:creationId xmlns:a16="http://schemas.microsoft.com/office/drawing/2014/main" id="{451CA3A2-ECE8-43F1-96E8-DFBB0DBE0613}"/>
              </a:ext>
            </a:extLst>
          </p:cNvPr>
          <p:cNvSpPr>
            <a:spLocks noGrp="1"/>
          </p:cNvSpPr>
          <p:nvPr>
            <p:ph type="dt" sz="half" idx="10"/>
          </p:nvPr>
        </p:nvSpPr>
        <p:spPr/>
        <p:txBody>
          <a:bodyPr/>
          <a:lstStyle/>
          <a:p>
            <a:pPr>
              <a:defRPr/>
            </a:pPr>
            <a:r>
              <a:rPr lang="en-US"/>
              <a:t>10/11/2021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5B1F0D2-9F5A-4BBF-A0A7-5A3A991C7D0A}"/>
              </a:ext>
            </a:extLst>
          </p:cNvPr>
          <p:cNvSpPr>
            <a:spLocks noGrp="1" noChangeArrowheads="1"/>
          </p:cNvSpPr>
          <p:nvPr>
            <p:ph type="title"/>
          </p:nvPr>
        </p:nvSpPr>
        <p:spPr/>
        <p:txBody>
          <a:bodyPr/>
          <a:lstStyle/>
          <a:p>
            <a:r>
              <a:rPr lang="en-US" altLang="en-US" dirty="0"/>
              <a:t>Bias</a:t>
            </a:r>
          </a:p>
        </p:txBody>
      </p:sp>
      <p:sp>
        <p:nvSpPr>
          <p:cNvPr id="6147" name="Rectangle 3">
            <a:extLst>
              <a:ext uri="{FF2B5EF4-FFF2-40B4-BE49-F238E27FC236}">
                <a16:creationId xmlns:a16="http://schemas.microsoft.com/office/drawing/2014/main" id="{71C89AE9-2F86-4419-BB4E-E4AE6E2327DD}"/>
              </a:ext>
            </a:extLst>
          </p:cNvPr>
          <p:cNvSpPr>
            <a:spLocks noGrp="1" noChangeArrowheads="1"/>
          </p:cNvSpPr>
          <p:nvPr>
            <p:ph type="body" idx="1"/>
          </p:nvPr>
        </p:nvSpPr>
        <p:spPr/>
        <p:txBody>
          <a:bodyPr/>
          <a:lstStyle/>
          <a:p>
            <a:r>
              <a:rPr lang="en-US" altLang="en-US" dirty="0"/>
              <a:t>Bias is the amount that a model’s prediction differs from the target value, compared to the training data. Bias error results from simplifying the assumptions used in a model so the target functions are easier to approximate.</a:t>
            </a:r>
          </a:p>
          <a:p>
            <a:r>
              <a:rPr lang="en-US" altLang="en-US" dirty="0"/>
              <a:t>Bias creates consistent errors in the ML model, which represents a simpler ML model that is not suitable for a specific requirement </a:t>
            </a:r>
          </a:p>
        </p:txBody>
      </p:sp>
      <p:sp>
        <p:nvSpPr>
          <p:cNvPr id="4" name="Slide Number Placeholder 3">
            <a:extLst>
              <a:ext uri="{FF2B5EF4-FFF2-40B4-BE49-F238E27FC236}">
                <a16:creationId xmlns:a16="http://schemas.microsoft.com/office/drawing/2014/main" id="{ED74AE53-F160-124D-B797-39F3DD30444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5AFF635A-036F-44CA-BA6E-C3CB8709D167}" type="slidenum">
              <a:rPr lang="en-US" altLang="en-US" sz="1200">
                <a:solidFill>
                  <a:srgbClr val="898989"/>
                </a:solidFill>
              </a:rPr>
              <a:pPr/>
              <a:t>2</a:t>
            </a:fld>
            <a:endParaRPr lang="en-US" altLang="en-US" sz="1200">
              <a:solidFill>
                <a:srgbClr val="898989"/>
              </a:solidFill>
            </a:endParaRPr>
          </a:p>
        </p:txBody>
      </p:sp>
      <p:sp>
        <p:nvSpPr>
          <p:cNvPr id="2" name="Footer Placeholder 1">
            <a:extLst>
              <a:ext uri="{FF2B5EF4-FFF2-40B4-BE49-F238E27FC236}">
                <a16:creationId xmlns:a16="http://schemas.microsoft.com/office/drawing/2014/main" id="{E4E2EEAF-F853-4749-B1F9-B4DE532E96F0}"/>
              </a:ext>
            </a:extLst>
          </p:cNvPr>
          <p:cNvSpPr>
            <a:spLocks noGrp="1"/>
          </p:cNvSpPr>
          <p:nvPr>
            <p:ph type="ftr" sz="quarter" idx="11"/>
          </p:nvPr>
        </p:nvSpPr>
        <p:spPr/>
        <p:txBody>
          <a:bodyPr/>
          <a:lstStyle/>
          <a:p>
            <a:pPr>
              <a:defRPr/>
            </a:pPr>
            <a:r>
              <a:rPr lang="en-US"/>
              <a:t>Introduction to Data Mining, 2nd Edition</a:t>
            </a:r>
          </a:p>
        </p:txBody>
      </p:sp>
      <p:sp>
        <p:nvSpPr>
          <p:cNvPr id="3" name="Date Placeholder 2">
            <a:extLst>
              <a:ext uri="{FF2B5EF4-FFF2-40B4-BE49-F238E27FC236}">
                <a16:creationId xmlns:a16="http://schemas.microsoft.com/office/drawing/2014/main" id="{82A140AB-CA34-49AC-9A72-FFD6DD8DA25B}"/>
              </a:ext>
            </a:extLst>
          </p:cNvPr>
          <p:cNvSpPr>
            <a:spLocks noGrp="1"/>
          </p:cNvSpPr>
          <p:nvPr>
            <p:ph type="dt" sz="half" idx="10"/>
          </p:nvPr>
        </p:nvSpPr>
        <p:spPr/>
        <p:txBody>
          <a:bodyPr/>
          <a:lstStyle/>
          <a:p>
            <a:pPr>
              <a:defRPr/>
            </a:pPr>
            <a:r>
              <a:rPr lang="en-US"/>
              <a:t>10/11/2021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1DC8F-EF68-58DB-0644-47365A899C5F}"/>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82B9D2E8-EEDC-49F7-A3A5-835AE0EA3CAF}"/>
              </a:ext>
            </a:extLst>
          </p:cNvPr>
          <p:cNvSpPr>
            <a:spLocks noGrp="1" noChangeArrowheads="1"/>
          </p:cNvSpPr>
          <p:nvPr>
            <p:ph type="title"/>
          </p:nvPr>
        </p:nvSpPr>
        <p:spPr/>
        <p:txBody>
          <a:bodyPr/>
          <a:lstStyle/>
          <a:p>
            <a:r>
              <a:rPr lang="en-US" altLang="en-US" dirty="0"/>
              <a:t>Bias</a:t>
            </a:r>
          </a:p>
        </p:txBody>
      </p:sp>
      <p:sp>
        <p:nvSpPr>
          <p:cNvPr id="6147" name="Rectangle 3">
            <a:extLst>
              <a:ext uri="{FF2B5EF4-FFF2-40B4-BE49-F238E27FC236}">
                <a16:creationId xmlns:a16="http://schemas.microsoft.com/office/drawing/2014/main" id="{991142FE-B354-AEC2-8C82-347AE8BD38DA}"/>
              </a:ext>
            </a:extLst>
          </p:cNvPr>
          <p:cNvSpPr>
            <a:spLocks noGrp="1" noChangeArrowheads="1"/>
          </p:cNvSpPr>
          <p:nvPr>
            <p:ph type="body" idx="1"/>
          </p:nvPr>
        </p:nvSpPr>
        <p:spPr/>
        <p:txBody>
          <a:bodyPr/>
          <a:lstStyle/>
          <a:p>
            <a:r>
              <a:rPr lang="en-US" altLang="en-US" dirty="0"/>
              <a:t>When the Bias is high, assumptions made by our model are too basic, and the model can’t capture the important features of our data. This means that our model hasn’t captured patterns in the training data and hence cannot perform well on the testing data too. If this is the case, our model cannot perform on new data</a:t>
            </a:r>
          </a:p>
          <a:p>
            <a:r>
              <a:rPr lang="en-US" altLang="en-US" dirty="0"/>
              <a:t>This instance, where the model cannot find patterns in our training set and hence fails for both seen and unseen data, is called Underfitting. </a:t>
            </a:r>
          </a:p>
        </p:txBody>
      </p:sp>
      <p:sp>
        <p:nvSpPr>
          <p:cNvPr id="4" name="Slide Number Placeholder 3">
            <a:extLst>
              <a:ext uri="{FF2B5EF4-FFF2-40B4-BE49-F238E27FC236}">
                <a16:creationId xmlns:a16="http://schemas.microsoft.com/office/drawing/2014/main" id="{41630FEA-6B05-C8F9-2D7A-956BBF151091}"/>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5AFF635A-036F-44CA-BA6E-C3CB8709D167}" type="slidenum">
              <a:rPr lang="en-US" altLang="en-US" sz="1200">
                <a:solidFill>
                  <a:srgbClr val="898989"/>
                </a:solidFill>
              </a:rPr>
              <a:pPr/>
              <a:t>3</a:t>
            </a:fld>
            <a:endParaRPr lang="en-US" altLang="en-US" sz="1200">
              <a:solidFill>
                <a:srgbClr val="898989"/>
              </a:solidFill>
            </a:endParaRPr>
          </a:p>
        </p:txBody>
      </p:sp>
      <p:sp>
        <p:nvSpPr>
          <p:cNvPr id="2" name="Footer Placeholder 1">
            <a:extLst>
              <a:ext uri="{FF2B5EF4-FFF2-40B4-BE49-F238E27FC236}">
                <a16:creationId xmlns:a16="http://schemas.microsoft.com/office/drawing/2014/main" id="{8093CC0F-7A71-7829-2A42-91EF4173C869}"/>
              </a:ext>
            </a:extLst>
          </p:cNvPr>
          <p:cNvSpPr>
            <a:spLocks noGrp="1"/>
          </p:cNvSpPr>
          <p:nvPr>
            <p:ph type="ftr" sz="quarter" idx="11"/>
          </p:nvPr>
        </p:nvSpPr>
        <p:spPr/>
        <p:txBody>
          <a:bodyPr/>
          <a:lstStyle/>
          <a:p>
            <a:pPr>
              <a:defRPr/>
            </a:pPr>
            <a:r>
              <a:rPr lang="en-US"/>
              <a:t>Introduction to Data Mining, 2nd Edition</a:t>
            </a:r>
          </a:p>
        </p:txBody>
      </p:sp>
      <p:sp>
        <p:nvSpPr>
          <p:cNvPr id="3" name="Date Placeholder 2">
            <a:extLst>
              <a:ext uri="{FF2B5EF4-FFF2-40B4-BE49-F238E27FC236}">
                <a16:creationId xmlns:a16="http://schemas.microsoft.com/office/drawing/2014/main" id="{95CADB5F-FB5B-D0AD-C711-8FDEF0F901E9}"/>
              </a:ext>
            </a:extLst>
          </p:cNvPr>
          <p:cNvSpPr>
            <a:spLocks noGrp="1"/>
          </p:cNvSpPr>
          <p:nvPr>
            <p:ph type="dt" sz="half" idx="10"/>
          </p:nvPr>
        </p:nvSpPr>
        <p:spPr/>
        <p:txBody>
          <a:bodyPr/>
          <a:lstStyle/>
          <a:p>
            <a:pPr>
              <a:defRPr/>
            </a:pPr>
            <a:r>
              <a:rPr lang="en-US"/>
              <a:t>10/11/2021</a:t>
            </a:r>
          </a:p>
        </p:txBody>
      </p:sp>
    </p:spTree>
    <p:extLst>
      <p:ext uri="{BB962C8B-B14F-4D97-AF65-F5344CB8AC3E}">
        <p14:creationId xmlns:p14="http://schemas.microsoft.com/office/powerpoint/2010/main" val="354462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AB3B2-5B13-56D8-9A0C-23999468FD5B}"/>
              </a:ext>
            </a:extLst>
          </p:cNvPr>
          <p:cNvSpPr>
            <a:spLocks noGrp="1"/>
          </p:cNvSpPr>
          <p:nvPr>
            <p:ph type="title"/>
          </p:nvPr>
        </p:nvSpPr>
        <p:spPr>
          <a:xfrm>
            <a:off x="381000" y="152400"/>
            <a:ext cx="8280400" cy="533400"/>
          </a:xfrm>
        </p:spPr>
        <p:txBody>
          <a:bodyPr wrap="square" anchor="b">
            <a:normAutofit/>
          </a:bodyPr>
          <a:lstStyle/>
          <a:p>
            <a:r>
              <a:rPr lang="en-US" sz="2700"/>
              <a:t>Example</a:t>
            </a:r>
          </a:p>
        </p:txBody>
      </p:sp>
      <p:pic>
        <p:nvPicPr>
          <p:cNvPr id="8" name="Content Placeholder 7" descr="A group of graphs with red and green dots">
            <a:extLst>
              <a:ext uri="{FF2B5EF4-FFF2-40B4-BE49-F238E27FC236}">
                <a16:creationId xmlns:a16="http://schemas.microsoft.com/office/drawing/2014/main" id="{19F6EF66-8ECE-B584-7570-28E68CD7D4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163" y="1250666"/>
            <a:ext cx="8318500" cy="4966268"/>
          </a:xfrm>
          <a:noFill/>
        </p:spPr>
      </p:pic>
      <p:sp>
        <p:nvSpPr>
          <p:cNvPr id="4" name="Date Placeholder 3">
            <a:extLst>
              <a:ext uri="{FF2B5EF4-FFF2-40B4-BE49-F238E27FC236}">
                <a16:creationId xmlns:a16="http://schemas.microsoft.com/office/drawing/2014/main" id="{7E07B872-3A0F-B491-3FEB-CC8DC9049996}"/>
              </a:ext>
            </a:extLst>
          </p:cNvPr>
          <p:cNvSpPr>
            <a:spLocks noGrp="1"/>
          </p:cNvSpPr>
          <p:nvPr>
            <p:ph type="dt" sz="half" idx="10"/>
          </p:nvPr>
        </p:nvSpPr>
        <p:spPr>
          <a:xfrm>
            <a:off x="628650" y="6356350"/>
            <a:ext cx="2057400" cy="365125"/>
          </a:xfrm>
        </p:spPr>
        <p:txBody>
          <a:bodyPr anchor="ctr">
            <a:normAutofit/>
          </a:bodyPr>
          <a:lstStyle/>
          <a:p>
            <a:pPr>
              <a:spcAft>
                <a:spcPts val="600"/>
              </a:spcAft>
              <a:defRPr/>
            </a:pPr>
            <a:r>
              <a:rPr lang="en-US"/>
              <a:t>10/11/2021</a:t>
            </a:r>
          </a:p>
        </p:txBody>
      </p:sp>
      <p:sp>
        <p:nvSpPr>
          <p:cNvPr id="5" name="Footer Placeholder 4">
            <a:extLst>
              <a:ext uri="{FF2B5EF4-FFF2-40B4-BE49-F238E27FC236}">
                <a16:creationId xmlns:a16="http://schemas.microsoft.com/office/drawing/2014/main" id="{5CC7CC3A-4564-1060-EDED-3F9332A07C1F}"/>
              </a:ext>
            </a:extLst>
          </p:cNvPr>
          <p:cNvSpPr>
            <a:spLocks noGrp="1"/>
          </p:cNvSpPr>
          <p:nvPr>
            <p:ph type="ftr" sz="quarter" idx="11"/>
          </p:nvPr>
        </p:nvSpPr>
        <p:spPr>
          <a:xfrm>
            <a:off x="3028950" y="6356350"/>
            <a:ext cx="3295650" cy="365125"/>
          </a:xfrm>
        </p:spPr>
        <p:txBody>
          <a:bodyPr anchor="ctr">
            <a:normAutofit/>
          </a:bodyPr>
          <a:lstStyle/>
          <a:p>
            <a:pPr>
              <a:spcAft>
                <a:spcPts val="600"/>
              </a:spcAft>
              <a:defRPr/>
            </a:pPr>
            <a:r>
              <a:rPr lang="en-US"/>
              <a:t>Introduction to Data Mining, 2nd Edition</a:t>
            </a:r>
          </a:p>
        </p:txBody>
      </p:sp>
      <p:sp>
        <p:nvSpPr>
          <p:cNvPr id="6" name="Slide Number Placeholder 5">
            <a:extLst>
              <a:ext uri="{FF2B5EF4-FFF2-40B4-BE49-F238E27FC236}">
                <a16:creationId xmlns:a16="http://schemas.microsoft.com/office/drawing/2014/main" id="{B268524B-E79A-FED2-AFA7-FD2AD5E433C7}"/>
              </a:ext>
            </a:extLst>
          </p:cNvPr>
          <p:cNvSpPr>
            <a:spLocks noGrp="1"/>
          </p:cNvSpPr>
          <p:nvPr>
            <p:ph type="sldNum" sz="quarter" idx="12"/>
          </p:nvPr>
        </p:nvSpPr>
        <p:spPr>
          <a:xfrm>
            <a:off x="6457950" y="6356350"/>
            <a:ext cx="2057400" cy="365125"/>
          </a:xfrm>
        </p:spPr>
        <p:txBody>
          <a:bodyPr wrap="square" anchor="ctr">
            <a:normAutofit/>
          </a:bodyPr>
          <a:lstStyle/>
          <a:p>
            <a:pPr>
              <a:spcAft>
                <a:spcPts val="600"/>
              </a:spcAft>
            </a:pPr>
            <a:fld id="{0B818DB0-E25E-4CD0-82AB-18A1BC67842E}" type="slidenum">
              <a:rPr lang="en-US" altLang="en-US" smtClean="0"/>
              <a:pPr>
                <a:spcAft>
                  <a:spcPts val="600"/>
                </a:spcAft>
              </a:pPr>
              <a:t>4</a:t>
            </a:fld>
            <a:endParaRPr lang="en-US" altLang="en-US"/>
          </a:p>
        </p:txBody>
      </p:sp>
    </p:spTree>
    <p:extLst>
      <p:ext uri="{BB962C8B-B14F-4D97-AF65-F5344CB8AC3E}">
        <p14:creationId xmlns:p14="http://schemas.microsoft.com/office/powerpoint/2010/main" val="1283018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381EE-932E-41CF-C323-FE45319F50DE}"/>
              </a:ext>
            </a:extLst>
          </p:cNvPr>
          <p:cNvSpPr>
            <a:spLocks noGrp="1"/>
          </p:cNvSpPr>
          <p:nvPr>
            <p:ph type="title"/>
          </p:nvPr>
        </p:nvSpPr>
        <p:spPr/>
        <p:txBody>
          <a:bodyPr/>
          <a:lstStyle/>
          <a:p>
            <a:r>
              <a:rPr lang="en-US" dirty="0"/>
              <a:t>Variance</a:t>
            </a:r>
          </a:p>
        </p:txBody>
      </p:sp>
      <p:sp>
        <p:nvSpPr>
          <p:cNvPr id="3" name="Content Placeholder 2">
            <a:extLst>
              <a:ext uri="{FF2B5EF4-FFF2-40B4-BE49-F238E27FC236}">
                <a16:creationId xmlns:a16="http://schemas.microsoft.com/office/drawing/2014/main" id="{C03F4BDC-79DB-31AC-79C9-90C8BE6E5C2E}"/>
              </a:ext>
            </a:extLst>
          </p:cNvPr>
          <p:cNvSpPr>
            <a:spLocks noGrp="1"/>
          </p:cNvSpPr>
          <p:nvPr>
            <p:ph idx="1"/>
          </p:nvPr>
        </p:nvSpPr>
        <p:spPr/>
        <p:txBody>
          <a:bodyPr/>
          <a:lstStyle/>
          <a:p>
            <a:r>
              <a:rPr lang="en-US" dirty="0"/>
              <a:t>Variance is the very opposite of Bias. During training, it allows our model to ‘see’ the data a certain number of times to find patterns in it. If it does not work on the data for long enough, it will not find patterns and bias occurs. On the other hand, if our model is allowed to view the data too many times, it will learn very well for only that data. It will capture most patterns in the data,  but it will also learn from the unnecessary data present, or from the noise.</a:t>
            </a:r>
          </a:p>
        </p:txBody>
      </p:sp>
      <p:sp>
        <p:nvSpPr>
          <p:cNvPr id="4" name="Date Placeholder 3">
            <a:extLst>
              <a:ext uri="{FF2B5EF4-FFF2-40B4-BE49-F238E27FC236}">
                <a16:creationId xmlns:a16="http://schemas.microsoft.com/office/drawing/2014/main" id="{8C19FC1D-53CE-14D5-4EC4-304CA7BAFA7C}"/>
              </a:ext>
            </a:extLst>
          </p:cNvPr>
          <p:cNvSpPr>
            <a:spLocks noGrp="1"/>
          </p:cNvSpPr>
          <p:nvPr>
            <p:ph type="dt" sz="half" idx="10"/>
          </p:nvPr>
        </p:nvSpPr>
        <p:spPr/>
        <p:txBody>
          <a:bodyPr/>
          <a:lstStyle/>
          <a:p>
            <a:pPr>
              <a:defRPr/>
            </a:pPr>
            <a:r>
              <a:rPr lang="en-US"/>
              <a:t>10/11/2021</a:t>
            </a:r>
          </a:p>
        </p:txBody>
      </p:sp>
      <p:sp>
        <p:nvSpPr>
          <p:cNvPr id="5" name="Footer Placeholder 4">
            <a:extLst>
              <a:ext uri="{FF2B5EF4-FFF2-40B4-BE49-F238E27FC236}">
                <a16:creationId xmlns:a16="http://schemas.microsoft.com/office/drawing/2014/main" id="{DC53B347-D7D6-D5A9-C594-578900D55F66}"/>
              </a:ext>
            </a:extLst>
          </p:cNvPr>
          <p:cNvSpPr>
            <a:spLocks noGrp="1"/>
          </p:cNvSpPr>
          <p:nvPr>
            <p:ph type="ftr" sz="quarter" idx="11"/>
          </p:nvPr>
        </p:nvSpPr>
        <p:spPr/>
        <p:txBody>
          <a:bodyPr/>
          <a:lstStyle/>
          <a:p>
            <a:pPr>
              <a:defRPr/>
            </a:pPr>
            <a:r>
              <a:rPr lang="en-US"/>
              <a:t>Introduction to Data Mining, 2nd Edition</a:t>
            </a:r>
          </a:p>
        </p:txBody>
      </p:sp>
      <p:sp>
        <p:nvSpPr>
          <p:cNvPr id="6" name="Slide Number Placeholder 5">
            <a:extLst>
              <a:ext uri="{FF2B5EF4-FFF2-40B4-BE49-F238E27FC236}">
                <a16:creationId xmlns:a16="http://schemas.microsoft.com/office/drawing/2014/main" id="{63DA7DD2-8DA4-0BB4-9A29-D15C934645DD}"/>
              </a:ext>
            </a:extLst>
          </p:cNvPr>
          <p:cNvSpPr>
            <a:spLocks noGrp="1"/>
          </p:cNvSpPr>
          <p:nvPr>
            <p:ph type="sldNum" sz="quarter" idx="12"/>
          </p:nvPr>
        </p:nvSpPr>
        <p:spPr/>
        <p:txBody>
          <a:bodyPr/>
          <a:lstStyle/>
          <a:p>
            <a:fld id="{0B818DB0-E25E-4CD0-82AB-18A1BC67842E}" type="slidenum">
              <a:rPr lang="en-US" altLang="en-US" smtClean="0"/>
              <a:pPr/>
              <a:t>5</a:t>
            </a:fld>
            <a:endParaRPr lang="en-US" altLang="en-US"/>
          </a:p>
        </p:txBody>
      </p:sp>
    </p:spTree>
    <p:extLst>
      <p:ext uri="{BB962C8B-B14F-4D97-AF65-F5344CB8AC3E}">
        <p14:creationId xmlns:p14="http://schemas.microsoft.com/office/powerpoint/2010/main" val="150389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D27B-8D4E-8707-FB5B-41B0FD5036B4}"/>
              </a:ext>
            </a:extLst>
          </p:cNvPr>
          <p:cNvSpPr>
            <a:spLocks noGrp="1"/>
          </p:cNvSpPr>
          <p:nvPr>
            <p:ph type="title"/>
          </p:nvPr>
        </p:nvSpPr>
        <p:spPr/>
        <p:txBody>
          <a:bodyPr/>
          <a:lstStyle/>
          <a:p>
            <a:r>
              <a:rPr lang="en-US" dirty="0"/>
              <a:t>Variance</a:t>
            </a:r>
          </a:p>
        </p:txBody>
      </p:sp>
      <p:sp>
        <p:nvSpPr>
          <p:cNvPr id="3" name="Content Placeholder 2">
            <a:extLst>
              <a:ext uri="{FF2B5EF4-FFF2-40B4-BE49-F238E27FC236}">
                <a16:creationId xmlns:a16="http://schemas.microsoft.com/office/drawing/2014/main" id="{50FCD989-4153-0CCD-4A84-1D3640C9B45F}"/>
              </a:ext>
            </a:extLst>
          </p:cNvPr>
          <p:cNvSpPr>
            <a:spLocks noGrp="1"/>
          </p:cNvSpPr>
          <p:nvPr>
            <p:ph idx="1"/>
          </p:nvPr>
        </p:nvSpPr>
        <p:spPr/>
        <p:txBody>
          <a:bodyPr/>
          <a:lstStyle/>
          <a:p>
            <a:endParaRPr lang="en-US" dirty="0"/>
          </a:p>
          <a:p>
            <a:r>
              <a:rPr lang="en-US" dirty="0"/>
              <a:t>Model with high variance pays a lot of attention to training data and does not generalize on the data which it hasn’t seen before. As a result, such models perform very well on training data but has high error rates on test data.</a:t>
            </a:r>
          </a:p>
        </p:txBody>
      </p:sp>
      <p:sp>
        <p:nvSpPr>
          <p:cNvPr id="4" name="Date Placeholder 3">
            <a:extLst>
              <a:ext uri="{FF2B5EF4-FFF2-40B4-BE49-F238E27FC236}">
                <a16:creationId xmlns:a16="http://schemas.microsoft.com/office/drawing/2014/main" id="{191F6136-6919-01B3-0C7D-5D7631F5536E}"/>
              </a:ext>
            </a:extLst>
          </p:cNvPr>
          <p:cNvSpPr>
            <a:spLocks noGrp="1"/>
          </p:cNvSpPr>
          <p:nvPr>
            <p:ph type="dt" sz="half" idx="10"/>
          </p:nvPr>
        </p:nvSpPr>
        <p:spPr/>
        <p:txBody>
          <a:bodyPr/>
          <a:lstStyle/>
          <a:p>
            <a:pPr>
              <a:defRPr/>
            </a:pPr>
            <a:r>
              <a:rPr lang="en-US"/>
              <a:t>10/11/2021</a:t>
            </a:r>
          </a:p>
        </p:txBody>
      </p:sp>
      <p:sp>
        <p:nvSpPr>
          <p:cNvPr id="5" name="Footer Placeholder 4">
            <a:extLst>
              <a:ext uri="{FF2B5EF4-FFF2-40B4-BE49-F238E27FC236}">
                <a16:creationId xmlns:a16="http://schemas.microsoft.com/office/drawing/2014/main" id="{FAA3734F-8ED2-654B-EC0B-F3AFE988283D}"/>
              </a:ext>
            </a:extLst>
          </p:cNvPr>
          <p:cNvSpPr>
            <a:spLocks noGrp="1"/>
          </p:cNvSpPr>
          <p:nvPr>
            <p:ph type="ftr" sz="quarter" idx="11"/>
          </p:nvPr>
        </p:nvSpPr>
        <p:spPr/>
        <p:txBody>
          <a:bodyPr/>
          <a:lstStyle/>
          <a:p>
            <a:pPr>
              <a:defRPr/>
            </a:pPr>
            <a:r>
              <a:rPr lang="en-US"/>
              <a:t>Introduction to Data Mining, 2nd Edition</a:t>
            </a:r>
          </a:p>
        </p:txBody>
      </p:sp>
      <p:sp>
        <p:nvSpPr>
          <p:cNvPr id="6" name="Slide Number Placeholder 5">
            <a:extLst>
              <a:ext uri="{FF2B5EF4-FFF2-40B4-BE49-F238E27FC236}">
                <a16:creationId xmlns:a16="http://schemas.microsoft.com/office/drawing/2014/main" id="{4CD7F640-E962-A590-C49C-92A6E94B7558}"/>
              </a:ext>
            </a:extLst>
          </p:cNvPr>
          <p:cNvSpPr>
            <a:spLocks noGrp="1"/>
          </p:cNvSpPr>
          <p:nvPr>
            <p:ph type="sldNum" sz="quarter" idx="12"/>
          </p:nvPr>
        </p:nvSpPr>
        <p:spPr/>
        <p:txBody>
          <a:bodyPr/>
          <a:lstStyle/>
          <a:p>
            <a:fld id="{0B818DB0-E25E-4CD0-82AB-18A1BC67842E}" type="slidenum">
              <a:rPr lang="en-US" altLang="en-US" smtClean="0"/>
              <a:pPr/>
              <a:t>6</a:t>
            </a:fld>
            <a:endParaRPr lang="en-US" altLang="en-US"/>
          </a:p>
        </p:txBody>
      </p:sp>
    </p:spTree>
    <p:extLst>
      <p:ext uri="{BB962C8B-B14F-4D97-AF65-F5344CB8AC3E}">
        <p14:creationId xmlns:p14="http://schemas.microsoft.com/office/powerpoint/2010/main" val="82894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85D79-1E28-188C-0809-A2CE9A4B5303}"/>
              </a:ext>
            </a:extLst>
          </p:cNvPr>
          <p:cNvSpPr>
            <a:spLocks noGrp="1"/>
          </p:cNvSpPr>
          <p:nvPr>
            <p:ph type="title"/>
          </p:nvPr>
        </p:nvSpPr>
        <p:spPr>
          <a:xfrm>
            <a:off x="381000" y="152400"/>
            <a:ext cx="8280400" cy="533400"/>
          </a:xfrm>
        </p:spPr>
        <p:txBody>
          <a:bodyPr wrap="square" anchor="b">
            <a:normAutofit/>
          </a:bodyPr>
          <a:lstStyle/>
          <a:p>
            <a:r>
              <a:rPr lang="en-US" sz="2700"/>
              <a:t>Example</a:t>
            </a:r>
          </a:p>
        </p:txBody>
      </p:sp>
      <p:pic>
        <p:nvPicPr>
          <p:cNvPr id="8" name="Content Placeholder 7" descr="A screenshot of a computer screen&#10;&#10;Description automatically generated">
            <a:extLst>
              <a:ext uri="{FF2B5EF4-FFF2-40B4-BE49-F238E27FC236}">
                <a16:creationId xmlns:a16="http://schemas.microsoft.com/office/drawing/2014/main" id="{CBDA5DB5-5200-C6CC-554B-B797B6672B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163" y="1581388"/>
            <a:ext cx="8318500" cy="4304823"/>
          </a:xfrm>
          <a:noFill/>
        </p:spPr>
      </p:pic>
      <p:sp>
        <p:nvSpPr>
          <p:cNvPr id="4" name="Date Placeholder 3">
            <a:extLst>
              <a:ext uri="{FF2B5EF4-FFF2-40B4-BE49-F238E27FC236}">
                <a16:creationId xmlns:a16="http://schemas.microsoft.com/office/drawing/2014/main" id="{8706C5C8-7B84-3C16-3560-87F89601FAB7}"/>
              </a:ext>
            </a:extLst>
          </p:cNvPr>
          <p:cNvSpPr>
            <a:spLocks noGrp="1"/>
          </p:cNvSpPr>
          <p:nvPr>
            <p:ph type="dt" sz="half" idx="10"/>
          </p:nvPr>
        </p:nvSpPr>
        <p:spPr>
          <a:xfrm>
            <a:off x="628650" y="6356350"/>
            <a:ext cx="2057400" cy="365125"/>
          </a:xfrm>
        </p:spPr>
        <p:txBody>
          <a:bodyPr anchor="ctr">
            <a:normAutofit/>
          </a:bodyPr>
          <a:lstStyle/>
          <a:p>
            <a:pPr>
              <a:spcAft>
                <a:spcPts val="600"/>
              </a:spcAft>
              <a:defRPr/>
            </a:pPr>
            <a:r>
              <a:rPr lang="en-US"/>
              <a:t>10/11/2021</a:t>
            </a:r>
          </a:p>
        </p:txBody>
      </p:sp>
      <p:sp>
        <p:nvSpPr>
          <p:cNvPr id="5" name="Footer Placeholder 4">
            <a:extLst>
              <a:ext uri="{FF2B5EF4-FFF2-40B4-BE49-F238E27FC236}">
                <a16:creationId xmlns:a16="http://schemas.microsoft.com/office/drawing/2014/main" id="{90471E5D-936C-E8FF-20A5-10FD8CC22AE1}"/>
              </a:ext>
            </a:extLst>
          </p:cNvPr>
          <p:cNvSpPr>
            <a:spLocks noGrp="1"/>
          </p:cNvSpPr>
          <p:nvPr>
            <p:ph type="ftr" sz="quarter" idx="11"/>
          </p:nvPr>
        </p:nvSpPr>
        <p:spPr>
          <a:xfrm>
            <a:off x="3028950" y="6356350"/>
            <a:ext cx="3295650" cy="365125"/>
          </a:xfrm>
        </p:spPr>
        <p:txBody>
          <a:bodyPr anchor="ctr">
            <a:normAutofit/>
          </a:bodyPr>
          <a:lstStyle/>
          <a:p>
            <a:pPr>
              <a:spcAft>
                <a:spcPts val="600"/>
              </a:spcAft>
              <a:defRPr/>
            </a:pPr>
            <a:r>
              <a:rPr lang="en-US"/>
              <a:t>Introduction to Data Mining, 2nd Edition</a:t>
            </a:r>
          </a:p>
        </p:txBody>
      </p:sp>
      <p:sp>
        <p:nvSpPr>
          <p:cNvPr id="6" name="Slide Number Placeholder 5">
            <a:extLst>
              <a:ext uri="{FF2B5EF4-FFF2-40B4-BE49-F238E27FC236}">
                <a16:creationId xmlns:a16="http://schemas.microsoft.com/office/drawing/2014/main" id="{56715ED3-4546-D2B0-EC16-E4C10B6811E5}"/>
              </a:ext>
            </a:extLst>
          </p:cNvPr>
          <p:cNvSpPr>
            <a:spLocks noGrp="1"/>
          </p:cNvSpPr>
          <p:nvPr>
            <p:ph type="sldNum" sz="quarter" idx="12"/>
          </p:nvPr>
        </p:nvSpPr>
        <p:spPr>
          <a:xfrm>
            <a:off x="6457950" y="6356350"/>
            <a:ext cx="2057400" cy="365125"/>
          </a:xfrm>
        </p:spPr>
        <p:txBody>
          <a:bodyPr wrap="square" anchor="ctr">
            <a:normAutofit/>
          </a:bodyPr>
          <a:lstStyle/>
          <a:p>
            <a:pPr>
              <a:spcAft>
                <a:spcPts val="600"/>
              </a:spcAft>
            </a:pPr>
            <a:fld id="{0B818DB0-E25E-4CD0-82AB-18A1BC67842E}" type="slidenum">
              <a:rPr lang="en-US" altLang="en-US" smtClean="0"/>
              <a:pPr>
                <a:spcAft>
                  <a:spcPts val="600"/>
                </a:spcAft>
              </a:pPr>
              <a:t>7</a:t>
            </a:fld>
            <a:endParaRPr lang="en-US" altLang="en-US"/>
          </a:p>
        </p:txBody>
      </p:sp>
    </p:spTree>
    <p:extLst>
      <p:ext uri="{BB962C8B-B14F-4D97-AF65-F5344CB8AC3E}">
        <p14:creationId xmlns:p14="http://schemas.microsoft.com/office/powerpoint/2010/main" val="898397592"/>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3734</TotalTime>
  <Pages>3</Pages>
  <Words>388</Words>
  <Application>Microsoft Office PowerPoint</Application>
  <PresentationFormat>On-screen Show (4:3)</PresentationFormat>
  <Paragraphs>38</Paragraphs>
  <Slides>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Monotype Sorts</vt:lpstr>
      <vt:lpstr>Tahoma</vt:lpstr>
      <vt:lpstr>Times New Roman</vt:lpstr>
      <vt:lpstr>Wingdings</vt:lpstr>
      <vt:lpstr>LC.BRev.FY97</vt:lpstr>
      <vt:lpstr>Data Mining</vt:lpstr>
      <vt:lpstr>Bias</vt:lpstr>
      <vt:lpstr>Bias</vt:lpstr>
      <vt:lpstr>Example</vt:lpstr>
      <vt:lpstr>Variance</vt:lpstr>
      <vt:lpstr>Variance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dc:creator>anujkarpatne@gmail.com</dc:creator>
  <cp:lastModifiedBy>Eesha tur babar</cp:lastModifiedBy>
  <cp:revision>67</cp:revision>
  <cp:lastPrinted>2021-10-13T21:24:01Z</cp:lastPrinted>
  <dcterms:created xsi:type="dcterms:W3CDTF">2018-02-14T20:49:31Z</dcterms:created>
  <dcterms:modified xsi:type="dcterms:W3CDTF">2024-02-18T04:11:44Z</dcterms:modified>
</cp:coreProperties>
</file>