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9" r:id="rId2"/>
    <p:sldId id="266" r:id="rId3"/>
    <p:sldId id="267" r:id="rId4"/>
    <p:sldId id="268" r:id="rId5"/>
    <p:sldId id="257" r:id="rId6"/>
    <p:sldId id="259" r:id="rId7"/>
    <p:sldId id="260" r:id="rId8"/>
    <p:sldId id="262" r:id="rId9"/>
    <p:sldId id="261" r:id="rId10"/>
    <p:sldId id="263" r:id="rId11"/>
    <p:sldId id="264"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BD1307-8C51-47EE-8861-0A54C1EFEF13}" v="141" dt="2024-11-12T15:56:08.8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180"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Khawaja" userId="8e88ebdc43366ea6" providerId="LiveId" clId="{F4BD1307-8C51-47EE-8861-0A54C1EFEF13}"/>
    <pc:docChg chg="undo custSel addSld modSld sldOrd">
      <pc:chgData name="Ali Khawaja" userId="8e88ebdc43366ea6" providerId="LiveId" clId="{F4BD1307-8C51-47EE-8861-0A54C1EFEF13}" dt="2024-11-12T16:05:16.046" v="293" actId="167"/>
      <pc:docMkLst>
        <pc:docMk/>
      </pc:docMkLst>
      <pc:sldChg chg="addSp modSp mod setBg modClrScheme chgLayout">
        <pc:chgData name="Ali Khawaja" userId="8e88ebdc43366ea6" providerId="LiveId" clId="{F4BD1307-8C51-47EE-8861-0A54C1EFEF13}" dt="2024-11-12T15:50:21.331" v="168" actId="14100"/>
        <pc:sldMkLst>
          <pc:docMk/>
          <pc:sldMk cId="893115634" sldId="257"/>
        </pc:sldMkLst>
        <pc:spChg chg="mod ord">
          <ac:chgData name="Ali Khawaja" userId="8e88ebdc43366ea6" providerId="LiveId" clId="{F4BD1307-8C51-47EE-8861-0A54C1EFEF13}" dt="2024-11-12T15:50:15.894" v="167" actId="14100"/>
          <ac:spMkLst>
            <pc:docMk/>
            <pc:sldMk cId="893115634" sldId="257"/>
            <ac:spMk id="2" creationId="{321DA8BA-D9CE-5F8D-7F9C-401A1FD10714}"/>
          </ac:spMkLst>
        </pc:spChg>
        <pc:spChg chg="mod">
          <ac:chgData name="Ali Khawaja" userId="8e88ebdc43366ea6" providerId="LiveId" clId="{F4BD1307-8C51-47EE-8861-0A54C1EFEF13}" dt="2024-11-12T15:50:06.025" v="166" actId="26606"/>
          <ac:spMkLst>
            <pc:docMk/>
            <pc:sldMk cId="893115634" sldId="257"/>
            <ac:spMk id="5" creationId="{4935D87A-955C-88C3-936C-7A49671A7535}"/>
          </ac:spMkLst>
        </pc:spChg>
        <pc:picChg chg="mod ord">
          <ac:chgData name="Ali Khawaja" userId="8e88ebdc43366ea6" providerId="LiveId" clId="{F4BD1307-8C51-47EE-8861-0A54C1EFEF13}" dt="2024-11-12T15:50:21.331" v="168" actId="14100"/>
          <ac:picMkLst>
            <pc:docMk/>
            <pc:sldMk cId="893115634" sldId="257"/>
            <ac:picMk id="1026" creationId="{D3F26F01-8922-DEB7-F8E2-F53FB03F605E}"/>
          </ac:picMkLst>
        </pc:picChg>
        <pc:cxnChg chg="add">
          <ac:chgData name="Ali Khawaja" userId="8e88ebdc43366ea6" providerId="LiveId" clId="{F4BD1307-8C51-47EE-8861-0A54C1EFEF13}" dt="2024-11-12T15:50:06.025" v="166" actId="26606"/>
          <ac:cxnSpMkLst>
            <pc:docMk/>
            <pc:sldMk cId="893115634" sldId="257"/>
            <ac:cxnSpMk id="1031" creationId="{9200C8B5-FB5A-4F8B-A9BD-693C051418A3}"/>
          </ac:cxnSpMkLst>
        </pc:cxnChg>
      </pc:sldChg>
      <pc:sldChg chg="addSp modSp mod setBg">
        <pc:chgData name="Ali Khawaja" userId="8e88ebdc43366ea6" providerId="LiveId" clId="{F4BD1307-8C51-47EE-8861-0A54C1EFEF13}" dt="2024-11-12T15:51:08.219" v="177" actId="14100"/>
        <pc:sldMkLst>
          <pc:docMk/>
          <pc:sldMk cId="1020839564" sldId="259"/>
        </pc:sldMkLst>
        <pc:spChg chg="mod ord">
          <ac:chgData name="Ali Khawaja" userId="8e88ebdc43366ea6" providerId="LiveId" clId="{F4BD1307-8C51-47EE-8861-0A54C1EFEF13}" dt="2024-11-12T15:51:08.219" v="177" actId="14100"/>
          <ac:spMkLst>
            <pc:docMk/>
            <pc:sldMk cId="1020839564" sldId="259"/>
            <ac:spMk id="3" creationId="{2D4B6B8E-2390-BDF8-ACED-6550EC2F30DA}"/>
          </ac:spMkLst>
        </pc:spChg>
        <pc:spChg chg="mod">
          <ac:chgData name="Ali Khawaja" userId="8e88ebdc43366ea6" providerId="LiveId" clId="{F4BD1307-8C51-47EE-8861-0A54C1EFEF13}" dt="2024-11-12T15:50:45.135" v="169" actId="26606"/>
          <ac:spMkLst>
            <pc:docMk/>
            <pc:sldMk cId="1020839564" sldId="259"/>
            <ac:spMk id="4" creationId="{0A279AFE-C60E-50F6-D983-CC59FFDAFD1D}"/>
          </ac:spMkLst>
        </pc:spChg>
        <pc:spChg chg="add">
          <ac:chgData name="Ali Khawaja" userId="8e88ebdc43366ea6" providerId="LiveId" clId="{F4BD1307-8C51-47EE-8861-0A54C1EFEF13}" dt="2024-11-12T15:50:45.135" v="169" actId="26606"/>
          <ac:spMkLst>
            <pc:docMk/>
            <pc:sldMk cId="1020839564" sldId="259"/>
            <ac:spMk id="9" creationId="{39E4C68A-A4A9-48A4-9FF2-D2896B1EA01F}"/>
          </ac:spMkLst>
        </pc:spChg>
        <pc:spChg chg="add">
          <ac:chgData name="Ali Khawaja" userId="8e88ebdc43366ea6" providerId="LiveId" clId="{F4BD1307-8C51-47EE-8861-0A54C1EFEF13}" dt="2024-11-12T15:50:45.135" v="169" actId="26606"/>
          <ac:spMkLst>
            <pc:docMk/>
            <pc:sldMk cId="1020839564" sldId="259"/>
            <ac:spMk id="11" creationId="{E2B9AEA5-52CB-49A6-AF8A-33502F291B91}"/>
          </ac:spMkLst>
        </pc:spChg>
      </pc:sldChg>
      <pc:sldChg chg="addSp delSp modSp mod setBg">
        <pc:chgData name="Ali Khawaja" userId="8e88ebdc43366ea6" providerId="LiveId" clId="{F4BD1307-8C51-47EE-8861-0A54C1EFEF13}" dt="2024-11-12T15:56:08.887" v="292"/>
        <pc:sldMkLst>
          <pc:docMk/>
          <pc:sldMk cId="2117381923" sldId="260"/>
        </pc:sldMkLst>
        <pc:spChg chg="del mod">
          <ac:chgData name="Ali Khawaja" userId="8e88ebdc43366ea6" providerId="LiveId" clId="{F4BD1307-8C51-47EE-8861-0A54C1EFEF13}" dt="2024-11-12T15:51:17.902" v="180" actId="26606"/>
          <ac:spMkLst>
            <pc:docMk/>
            <pc:sldMk cId="2117381923" sldId="260"/>
            <ac:spMk id="3" creationId="{D01D1D71-7AF0-984D-F354-605495BD964A}"/>
          </ac:spMkLst>
        </pc:spChg>
        <pc:spChg chg="add del">
          <ac:chgData name="Ali Khawaja" userId="8e88ebdc43366ea6" providerId="LiveId" clId="{F4BD1307-8C51-47EE-8861-0A54C1EFEF13}" dt="2024-11-12T15:51:17.877" v="179" actId="26606"/>
          <ac:spMkLst>
            <pc:docMk/>
            <pc:sldMk cId="2117381923" sldId="260"/>
            <ac:spMk id="8" creationId="{77D7B666-D5E6-48CE-B26A-FB5E5C34AF90}"/>
          </ac:spMkLst>
        </pc:spChg>
        <pc:spChg chg="add del">
          <ac:chgData name="Ali Khawaja" userId="8e88ebdc43366ea6" providerId="LiveId" clId="{F4BD1307-8C51-47EE-8861-0A54C1EFEF13}" dt="2024-11-12T15:51:50.842" v="184" actId="26606"/>
          <ac:spMkLst>
            <pc:docMk/>
            <pc:sldMk cId="2117381923" sldId="260"/>
            <ac:spMk id="9" creationId="{F7422F06-6017-4361-8872-E0E2CEB20B48}"/>
          </ac:spMkLst>
        </pc:spChg>
        <pc:spChg chg="add del">
          <ac:chgData name="Ali Khawaja" userId="8e88ebdc43366ea6" providerId="LiveId" clId="{F4BD1307-8C51-47EE-8861-0A54C1EFEF13}" dt="2024-11-12T15:51:17.877" v="179" actId="26606"/>
          <ac:spMkLst>
            <pc:docMk/>
            <pc:sldMk cId="2117381923" sldId="260"/>
            <ac:spMk id="10" creationId="{F6EE670A-A41A-44AD-BC1C-2090365EB5B3}"/>
          </ac:spMkLst>
        </pc:spChg>
        <pc:spChg chg="add">
          <ac:chgData name="Ali Khawaja" userId="8e88ebdc43366ea6" providerId="LiveId" clId="{F4BD1307-8C51-47EE-8861-0A54C1EFEF13}" dt="2024-11-12T15:51:50.842" v="184" actId="26606"/>
          <ac:spMkLst>
            <pc:docMk/>
            <pc:sldMk cId="2117381923" sldId="260"/>
            <ac:spMk id="14" creationId="{0AE4C84F-7457-4662-AFA3-554A32B9C3DC}"/>
          </ac:spMkLst>
        </pc:spChg>
        <pc:spChg chg="add">
          <ac:chgData name="Ali Khawaja" userId="8e88ebdc43366ea6" providerId="LiveId" clId="{F4BD1307-8C51-47EE-8861-0A54C1EFEF13}" dt="2024-11-12T15:51:50.842" v="184" actId="26606"/>
          <ac:spMkLst>
            <pc:docMk/>
            <pc:sldMk cId="2117381923" sldId="260"/>
            <ac:spMk id="16" creationId="{9DF9B39E-8A25-4BC3-B3C0-ACD46B94E6DF}"/>
          </ac:spMkLst>
        </pc:spChg>
        <pc:graphicFrameChg chg="add mod modGraphic">
          <ac:chgData name="Ali Khawaja" userId="8e88ebdc43366ea6" providerId="LiveId" clId="{F4BD1307-8C51-47EE-8861-0A54C1EFEF13}" dt="2024-11-12T15:56:08.887" v="292"/>
          <ac:graphicFrameMkLst>
            <pc:docMk/>
            <pc:sldMk cId="2117381923" sldId="260"/>
            <ac:graphicFrameMk id="5" creationId="{246CF795-2801-D5B2-5E51-830CD04D0114}"/>
          </ac:graphicFrameMkLst>
        </pc:graphicFrameChg>
        <pc:cxnChg chg="add">
          <ac:chgData name="Ali Khawaja" userId="8e88ebdc43366ea6" providerId="LiveId" clId="{F4BD1307-8C51-47EE-8861-0A54C1EFEF13}" dt="2024-11-12T15:51:50.842" v="184" actId="26606"/>
          <ac:cxnSpMkLst>
            <pc:docMk/>
            <pc:sldMk cId="2117381923" sldId="260"/>
            <ac:cxnSpMk id="18" creationId="{BA91CE2E-0B4F-41F3-95F2-0EB7003685D2}"/>
          </ac:cxnSpMkLst>
        </pc:cxnChg>
      </pc:sldChg>
      <pc:sldChg chg="modSp">
        <pc:chgData name="Ali Khawaja" userId="8e88ebdc43366ea6" providerId="LiveId" clId="{F4BD1307-8C51-47EE-8861-0A54C1EFEF13}" dt="2024-11-12T15:38:36.782" v="38"/>
        <pc:sldMkLst>
          <pc:docMk/>
          <pc:sldMk cId="2716657715" sldId="265"/>
        </pc:sldMkLst>
        <pc:spChg chg="mod">
          <ac:chgData name="Ali Khawaja" userId="8e88ebdc43366ea6" providerId="LiveId" clId="{F4BD1307-8C51-47EE-8861-0A54C1EFEF13}" dt="2024-11-12T15:38:36.782" v="38"/>
          <ac:spMkLst>
            <pc:docMk/>
            <pc:sldMk cId="2716657715" sldId="265"/>
            <ac:spMk id="2" creationId="{D53C08EE-FA28-0448-3206-D6B2E50BB363}"/>
          </ac:spMkLst>
        </pc:spChg>
      </pc:sldChg>
      <pc:sldChg chg="ord">
        <pc:chgData name="Ali Khawaja" userId="8e88ebdc43366ea6" providerId="LiveId" clId="{F4BD1307-8C51-47EE-8861-0A54C1EFEF13}" dt="2024-11-12T15:35:54.482" v="1"/>
        <pc:sldMkLst>
          <pc:docMk/>
          <pc:sldMk cId="3930182499" sldId="266"/>
        </pc:sldMkLst>
      </pc:sldChg>
      <pc:sldChg chg="modSp mod ord">
        <pc:chgData name="Ali Khawaja" userId="8e88ebdc43366ea6" providerId="LiveId" clId="{F4BD1307-8C51-47EE-8861-0A54C1EFEF13}" dt="2024-11-12T16:05:16.046" v="293" actId="167"/>
        <pc:sldMkLst>
          <pc:docMk/>
          <pc:sldMk cId="3212170169" sldId="267"/>
        </pc:sldMkLst>
        <pc:spChg chg="mod">
          <ac:chgData name="Ali Khawaja" userId="8e88ebdc43366ea6" providerId="LiveId" clId="{F4BD1307-8C51-47EE-8861-0A54C1EFEF13}" dt="2024-11-12T15:38:36.782" v="38"/>
          <ac:spMkLst>
            <pc:docMk/>
            <pc:sldMk cId="3212170169" sldId="267"/>
            <ac:spMk id="2" creationId="{E3B48811-8974-1825-99BA-3ECA4E1F161A}"/>
          </ac:spMkLst>
        </pc:spChg>
        <pc:picChg chg="mod ord">
          <ac:chgData name="Ali Khawaja" userId="8e88ebdc43366ea6" providerId="LiveId" clId="{F4BD1307-8C51-47EE-8861-0A54C1EFEF13}" dt="2024-11-12T16:05:16.046" v="293" actId="167"/>
          <ac:picMkLst>
            <pc:docMk/>
            <pc:sldMk cId="3212170169" sldId="267"/>
            <ac:picMk id="5" creationId="{FA2FF257-9C97-3D10-E5E7-199D76E361CF}"/>
          </ac:picMkLst>
        </pc:picChg>
      </pc:sldChg>
      <pc:sldChg chg="modSp mod ord">
        <pc:chgData name="Ali Khawaja" userId="8e88ebdc43366ea6" providerId="LiveId" clId="{F4BD1307-8C51-47EE-8861-0A54C1EFEF13}" dt="2024-11-12T15:49:28.772" v="164" actId="1076"/>
        <pc:sldMkLst>
          <pc:docMk/>
          <pc:sldMk cId="958758104" sldId="268"/>
        </pc:sldMkLst>
        <pc:spChg chg="mod">
          <ac:chgData name="Ali Khawaja" userId="8e88ebdc43366ea6" providerId="LiveId" clId="{F4BD1307-8C51-47EE-8861-0A54C1EFEF13}" dt="2024-11-12T15:49:28.772" v="164" actId="1076"/>
          <ac:spMkLst>
            <pc:docMk/>
            <pc:sldMk cId="958758104" sldId="268"/>
            <ac:spMk id="2" creationId="{9CEE1150-4CFE-5259-5F50-52ADAA2A81A1}"/>
          </ac:spMkLst>
        </pc:spChg>
        <pc:picChg chg="mod">
          <ac:chgData name="Ali Khawaja" userId="8e88ebdc43366ea6" providerId="LiveId" clId="{F4BD1307-8C51-47EE-8861-0A54C1EFEF13}" dt="2024-11-12T15:49:03.499" v="158" actId="1036"/>
          <ac:picMkLst>
            <pc:docMk/>
            <pc:sldMk cId="958758104" sldId="268"/>
            <ac:picMk id="5" creationId="{B5C7DD15-2DF3-C2B2-6843-81CAD1C53632}"/>
          </ac:picMkLst>
        </pc:picChg>
      </pc:sldChg>
      <pc:sldChg chg="addSp modSp new mod setBg addAnim">
        <pc:chgData name="Ali Khawaja" userId="8e88ebdc43366ea6" providerId="LiveId" clId="{F4BD1307-8C51-47EE-8861-0A54C1EFEF13}" dt="2024-11-12T15:47:20.795" v="144" actId="20577"/>
        <pc:sldMkLst>
          <pc:docMk/>
          <pc:sldMk cId="980394664" sldId="269"/>
        </pc:sldMkLst>
        <pc:spChg chg="mod">
          <ac:chgData name="Ali Khawaja" userId="8e88ebdc43366ea6" providerId="LiveId" clId="{F4BD1307-8C51-47EE-8861-0A54C1EFEF13}" dt="2024-11-12T15:47:11.243" v="127" actId="20577"/>
          <ac:spMkLst>
            <pc:docMk/>
            <pc:sldMk cId="980394664" sldId="269"/>
            <ac:spMk id="2" creationId="{50A11F59-99D5-D663-000D-ECC1CDE7078E}"/>
          </ac:spMkLst>
        </pc:spChg>
        <pc:spChg chg="mod">
          <ac:chgData name="Ali Khawaja" userId="8e88ebdc43366ea6" providerId="LiveId" clId="{F4BD1307-8C51-47EE-8861-0A54C1EFEF13}" dt="2024-11-12T15:47:20.795" v="144" actId="20577"/>
          <ac:spMkLst>
            <pc:docMk/>
            <pc:sldMk cId="980394664" sldId="269"/>
            <ac:spMk id="3" creationId="{82E54A6E-AA46-7E24-E68D-637199D12FFA}"/>
          </ac:spMkLst>
        </pc:spChg>
        <pc:spChg chg="add">
          <ac:chgData name="Ali Khawaja" userId="8e88ebdc43366ea6" providerId="LiveId" clId="{F4BD1307-8C51-47EE-8861-0A54C1EFEF13}" dt="2024-11-12T15:38:47.454" v="40" actId="26606"/>
          <ac:spMkLst>
            <pc:docMk/>
            <pc:sldMk cId="980394664" sldId="269"/>
            <ac:spMk id="8" creationId="{62AE8E50-35D4-4D5A-A4BB-168CBB027DA2}"/>
          </ac:spMkLst>
        </pc:spChg>
        <pc:spChg chg="add">
          <ac:chgData name="Ali Khawaja" userId="8e88ebdc43366ea6" providerId="LiveId" clId="{F4BD1307-8C51-47EE-8861-0A54C1EFEF13}" dt="2024-11-12T15:38:47.454" v="40" actId="26606"/>
          <ac:spMkLst>
            <pc:docMk/>
            <pc:sldMk cId="980394664" sldId="269"/>
            <ac:spMk id="10" creationId="{C37D1D6D-17D8-4296-B000-665D1892D01E}"/>
          </ac:spMkLst>
        </pc:spChg>
        <pc:spChg chg="add">
          <ac:chgData name="Ali Khawaja" userId="8e88ebdc43366ea6" providerId="LiveId" clId="{F4BD1307-8C51-47EE-8861-0A54C1EFEF13}" dt="2024-11-12T15:38:47.454" v="40" actId="26606"/>
          <ac:spMkLst>
            <pc:docMk/>
            <pc:sldMk cId="980394664" sldId="269"/>
            <ac:spMk id="12" creationId="{1B26E892-1320-40AA-9CA1-246721C18768}"/>
          </ac:spMkLst>
        </pc:spChg>
        <pc:spChg chg="add">
          <ac:chgData name="Ali Khawaja" userId="8e88ebdc43366ea6" providerId="LiveId" clId="{F4BD1307-8C51-47EE-8861-0A54C1EFEF13}" dt="2024-11-12T15:38:47.454" v="40" actId="26606"/>
          <ac:spMkLst>
            <pc:docMk/>
            <pc:sldMk cId="980394664" sldId="269"/>
            <ac:spMk id="16" creationId="{C170DF7D-4686-4BD5-A9CD-C8964928468D}"/>
          </ac:spMkLst>
        </pc:spChg>
        <pc:cxnChg chg="add">
          <ac:chgData name="Ali Khawaja" userId="8e88ebdc43366ea6" providerId="LiveId" clId="{F4BD1307-8C51-47EE-8861-0A54C1EFEF13}" dt="2024-11-12T15:38:47.454" v="40" actId="26606"/>
          <ac:cxnSpMkLst>
            <pc:docMk/>
            <pc:sldMk cId="980394664" sldId="269"/>
            <ac:cxnSpMk id="14" creationId="{C9A1F79C-E4D1-4AAE-BA11-3A09005252E3}"/>
          </ac:cxnSpMkLst>
        </pc:cxnChg>
      </pc:sldChg>
    </pc:docChg>
  </pc:docChgLst>
  <pc:docChgLst>
    <pc:chgData name="Ali Khawaja" userId="8e88ebdc43366ea6" providerId="LiveId" clId="{22A9B67C-5EDA-4A67-B68C-1E39CEAC66BB}"/>
    <pc:docChg chg="undo custSel addSld delSld modSld">
      <pc:chgData name="Ali Khawaja" userId="8e88ebdc43366ea6" providerId="LiveId" clId="{22A9B67C-5EDA-4A67-B68C-1E39CEAC66BB}" dt="2023-05-15T09:10:30.435" v="140" actId="14100"/>
      <pc:docMkLst>
        <pc:docMk/>
      </pc:docMkLst>
      <pc:sldChg chg="del">
        <pc:chgData name="Ali Khawaja" userId="8e88ebdc43366ea6" providerId="LiveId" clId="{22A9B67C-5EDA-4A67-B68C-1E39CEAC66BB}" dt="2023-05-15T08:16:10.791" v="62" actId="47"/>
        <pc:sldMkLst>
          <pc:docMk/>
          <pc:sldMk cId="1822284400" sldId="258"/>
        </pc:sldMkLst>
      </pc:sldChg>
      <pc:sldChg chg="addSp delSp modSp mod">
        <pc:chgData name="Ali Khawaja" userId="8e88ebdc43366ea6" providerId="LiveId" clId="{22A9B67C-5EDA-4A67-B68C-1E39CEAC66BB}" dt="2023-05-15T08:16:30.299" v="66" actId="1076"/>
        <pc:sldMkLst>
          <pc:docMk/>
          <pc:sldMk cId="1020839564" sldId="259"/>
        </pc:sldMkLst>
      </pc:sldChg>
      <pc:sldChg chg="modSp mod">
        <pc:chgData name="Ali Khawaja" userId="8e88ebdc43366ea6" providerId="LiveId" clId="{22A9B67C-5EDA-4A67-B68C-1E39CEAC66BB}" dt="2023-05-15T08:16:44.891" v="68" actId="21"/>
        <pc:sldMkLst>
          <pc:docMk/>
          <pc:sldMk cId="2117381923" sldId="260"/>
        </pc:sldMkLst>
      </pc:sldChg>
      <pc:sldChg chg="addSp delSp modSp new mod">
        <pc:chgData name="Ali Khawaja" userId="8e88ebdc43366ea6" providerId="LiveId" clId="{22A9B67C-5EDA-4A67-B68C-1E39CEAC66BB}" dt="2023-05-15T08:14:17.490" v="26" actId="1440"/>
        <pc:sldMkLst>
          <pc:docMk/>
          <pc:sldMk cId="3500762" sldId="263"/>
        </pc:sldMkLst>
      </pc:sldChg>
      <pc:sldChg chg="addSp delSp modSp new mod">
        <pc:chgData name="Ali Khawaja" userId="8e88ebdc43366ea6" providerId="LiveId" clId="{22A9B67C-5EDA-4A67-B68C-1E39CEAC66BB}" dt="2023-05-15T08:14:07.026" v="25" actId="1440"/>
        <pc:sldMkLst>
          <pc:docMk/>
          <pc:sldMk cId="1901669152" sldId="264"/>
        </pc:sldMkLst>
      </pc:sldChg>
      <pc:sldChg chg="addSp delSp modSp new mod">
        <pc:chgData name="Ali Khawaja" userId="8e88ebdc43366ea6" providerId="LiveId" clId="{22A9B67C-5EDA-4A67-B68C-1E39CEAC66BB}" dt="2023-05-15T08:15:43.289" v="61" actId="14100"/>
        <pc:sldMkLst>
          <pc:docMk/>
          <pc:sldMk cId="2716657715" sldId="265"/>
        </pc:sldMkLst>
      </pc:sldChg>
      <pc:sldChg chg="addSp delSp modSp new mod">
        <pc:chgData name="Ali Khawaja" userId="8e88ebdc43366ea6" providerId="LiveId" clId="{22A9B67C-5EDA-4A67-B68C-1E39CEAC66BB}" dt="2023-05-15T09:09:10.552" v="100" actId="1076"/>
        <pc:sldMkLst>
          <pc:docMk/>
          <pc:sldMk cId="3930182499" sldId="266"/>
        </pc:sldMkLst>
      </pc:sldChg>
      <pc:sldChg chg="addSp delSp modSp new mod">
        <pc:chgData name="Ali Khawaja" userId="8e88ebdc43366ea6" providerId="LiveId" clId="{22A9B67C-5EDA-4A67-B68C-1E39CEAC66BB}" dt="2023-05-15T09:09:53.971" v="122" actId="14100"/>
        <pc:sldMkLst>
          <pc:docMk/>
          <pc:sldMk cId="3212170169" sldId="267"/>
        </pc:sldMkLst>
      </pc:sldChg>
      <pc:sldChg chg="addSp delSp modSp new mod">
        <pc:chgData name="Ali Khawaja" userId="8e88ebdc43366ea6" providerId="LiveId" clId="{22A9B67C-5EDA-4A67-B68C-1E39CEAC66BB}" dt="2023-05-15T09:10:30.435" v="140" actId="14100"/>
        <pc:sldMkLst>
          <pc:docMk/>
          <pc:sldMk cId="958758104" sldId="268"/>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E28C23-332F-4795-8FF4-21088B33CAE4}" type="doc">
      <dgm:prSet loTypeId="urn:microsoft.com/office/officeart/2018/2/layout/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C4EE48C3-B4B2-437F-9A2A-2BFE2F9480FE}">
      <dgm:prSet custT="1"/>
      <dgm:spPr/>
      <dgm:t>
        <a:bodyPr/>
        <a:lstStyle/>
        <a:p>
          <a:pPr>
            <a:defRPr b="1"/>
          </a:pPr>
          <a:r>
            <a:rPr lang="en-US" sz="1800" dirty="0"/>
            <a:t>Zone redundant storage is recommended. An argument could be made for Geo-redundant zone storage if the files are mission critical. </a:t>
          </a:r>
        </a:p>
      </dgm:t>
    </dgm:pt>
    <dgm:pt modelId="{865B7193-F56A-48E1-B54B-D9F174662605}" type="parTrans" cxnId="{A9CFE0F5-B956-4CF2-880A-7271F5D92FBA}">
      <dgm:prSet/>
      <dgm:spPr/>
      <dgm:t>
        <a:bodyPr/>
        <a:lstStyle/>
        <a:p>
          <a:endParaRPr lang="en-US"/>
        </a:p>
      </dgm:t>
    </dgm:pt>
    <dgm:pt modelId="{4ABCEA97-1538-487C-BDD5-BE93E8061FEB}" type="sibTrans" cxnId="{A9CFE0F5-B956-4CF2-880A-7271F5D92FBA}">
      <dgm:prSet/>
      <dgm:spPr/>
      <dgm:t>
        <a:bodyPr/>
        <a:lstStyle/>
        <a:p>
          <a:endParaRPr lang="en-US"/>
        </a:p>
      </dgm:t>
    </dgm:pt>
    <dgm:pt modelId="{A5C6C28C-A9F2-4788-A651-49C2FC21D0A4}">
      <dgm:prSet custT="1"/>
      <dgm:spPr/>
      <dgm:t>
        <a:bodyPr/>
        <a:lstStyle/>
        <a:p>
          <a:r>
            <a:rPr lang="en-US" sz="1800" dirty="0"/>
            <a:t>Read access geo-redundant storage could be used if the front end could make use of a secondary region. </a:t>
          </a:r>
        </a:p>
      </dgm:t>
    </dgm:pt>
    <dgm:pt modelId="{82599A19-8367-4DF4-8AC7-5D2D60FB3DB7}" type="parTrans" cxnId="{2CBDCA30-6A14-47B1-B814-A01F0F7EC343}">
      <dgm:prSet/>
      <dgm:spPr/>
      <dgm:t>
        <a:bodyPr/>
        <a:lstStyle/>
        <a:p>
          <a:endParaRPr lang="en-US"/>
        </a:p>
      </dgm:t>
    </dgm:pt>
    <dgm:pt modelId="{38D8EA2F-89F7-480C-A5E5-38ED8E6F7514}" type="sibTrans" cxnId="{2CBDCA30-6A14-47B1-B814-A01F0F7EC343}">
      <dgm:prSet/>
      <dgm:spPr/>
      <dgm:t>
        <a:bodyPr/>
        <a:lstStyle/>
        <a:p>
          <a:endParaRPr lang="en-US"/>
        </a:p>
      </dgm:t>
    </dgm:pt>
    <dgm:pt modelId="{0E98B447-7FF5-4DC1-BCB1-44F0447F871B}">
      <dgm:prSet custT="1"/>
      <dgm:spPr/>
      <dgm:t>
        <a:bodyPr/>
        <a:lstStyle/>
        <a:p>
          <a:r>
            <a:rPr lang="en-US" sz="1800" dirty="0"/>
            <a:t>This decision would depend on the customer’s locations and traffic. </a:t>
          </a:r>
        </a:p>
      </dgm:t>
    </dgm:pt>
    <dgm:pt modelId="{E25AC743-23E6-4DB5-996A-468110C873C7}" type="parTrans" cxnId="{CB8AB908-5154-4839-9990-7D4B8957DE86}">
      <dgm:prSet/>
      <dgm:spPr/>
      <dgm:t>
        <a:bodyPr/>
        <a:lstStyle/>
        <a:p>
          <a:endParaRPr lang="en-US"/>
        </a:p>
      </dgm:t>
    </dgm:pt>
    <dgm:pt modelId="{1F365327-CFCA-4459-8705-6413D0D56B10}" type="sibTrans" cxnId="{CB8AB908-5154-4839-9990-7D4B8957DE86}">
      <dgm:prSet/>
      <dgm:spPr/>
      <dgm:t>
        <a:bodyPr/>
        <a:lstStyle/>
        <a:p>
          <a:endParaRPr lang="en-US"/>
        </a:p>
      </dgm:t>
    </dgm:pt>
    <dgm:pt modelId="{B7EA2A85-48B2-4E2F-B493-9596FC29812D}">
      <dgm:prSet custT="1"/>
      <dgm:spPr/>
      <dgm:t>
        <a:bodyPr/>
        <a:lstStyle/>
        <a:p>
          <a:pPr>
            <a:defRPr b="1"/>
          </a:pPr>
          <a:r>
            <a:rPr lang="en-US" sz="1800" dirty="0"/>
            <a:t>The hot tier should be used for all media, marketing literature and corporate documents less than one year old. The archive tier or cold tier should be used for corporate documents older than one year. </a:t>
          </a:r>
        </a:p>
      </dgm:t>
    </dgm:pt>
    <dgm:pt modelId="{22477454-6DBD-4CF5-B054-A89524C48DFB}" type="parTrans" cxnId="{5C15AAA8-1CD3-4976-A32C-67E5F576BA7B}">
      <dgm:prSet/>
      <dgm:spPr/>
      <dgm:t>
        <a:bodyPr/>
        <a:lstStyle/>
        <a:p>
          <a:endParaRPr lang="en-US"/>
        </a:p>
      </dgm:t>
    </dgm:pt>
    <dgm:pt modelId="{6D3504E4-70B9-46B4-AD6D-2FCA5F3D8673}" type="sibTrans" cxnId="{5C15AAA8-1CD3-4976-A32C-67E5F576BA7B}">
      <dgm:prSet/>
      <dgm:spPr/>
      <dgm:t>
        <a:bodyPr/>
        <a:lstStyle/>
        <a:p>
          <a:endParaRPr lang="en-US"/>
        </a:p>
      </dgm:t>
    </dgm:pt>
    <dgm:pt modelId="{6514526B-6688-430A-98CE-D0500AC3CD1A}">
      <dgm:prSet custT="1"/>
      <dgm:spPr/>
      <dgm:t>
        <a:bodyPr/>
        <a:lstStyle/>
        <a:p>
          <a:r>
            <a:rPr lang="en-US" sz="1800" dirty="0"/>
            <a:t>This decision is based on retrieval latency, storage duration and a desire to reduce costs. </a:t>
          </a:r>
        </a:p>
      </dgm:t>
    </dgm:pt>
    <dgm:pt modelId="{A94303E8-7511-4628-B337-4833AE54A3BC}" type="parTrans" cxnId="{D895C3F3-58D7-4BEE-886D-E4752F53EF86}">
      <dgm:prSet/>
      <dgm:spPr/>
      <dgm:t>
        <a:bodyPr/>
        <a:lstStyle/>
        <a:p>
          <a:endParaRPr lang="en-US"/>
        </a:p>
      </dgm:t>
    </dgm:pt>
    <dgm:pt modelId="{BDF9FDAB-E7F4-4D43-BDF8-BC5DACD9C565}" type="sibTrans" cxnId="{D895C3F3-58D7-4BEE-886D-E4752F53EF86}">
      <dgm:prSet/>
      <dgm:spPr/>
      <dgm:t>
        <a:bodyPr/>
        <a:lstStyle/>
        <a:p>
          <a:endParaRPr lang="en-US"/>
        </a:p>
      </dgm:t>
    </dgm:pt>
    <dgm:pt modelId="{079F3D7C-2947-4CD5-82B5-2D54F0AFE1B5}">
      <dgm:prSet custT="1"/>
      <dgm:spPr/>
      <dgm:t>
        <a:bodyPr/>
        <a:lstStyle/>
        <a:p>
          <a:r>
            <a:rPr lang="en-US" sz="1800" dirty="0"/>
            <a:t>Discuss that there is not enough information to decide between Cold and Archive and ask what other questions they may want to ask Tailwind Traders. </a:t>
          </a:r>
        </a:p>
      </dgm:t>
    </dgm:pt>
    <dgm:pt modelId="{04947208-4222-4A14-9C9B-D86EBE89C714}" type="parTrans" cxnId="{D8C34DE1-35B4-4FF1-BDA9-703531DEA874}">
      <dgm:prSet/>
      <dgm:spPr/>
      <dgm:t>
        <a:bodyPr/>
        <a:lstStyle/>
        <a:p>
          <a:endParaRPr lang="en-US"/>
        </a:p>
      </dgm:t>
    </dgm:pt>
    <dgm:pt modelId="{305B0B59-BD3E-4957-86EE-1EB248CEFA41}" type="sibTrans" cxnId="{D8C34DE1-35B4-4FF1-BDA9-703531DEA874}">
      <dgm:prSet/>
      <dgm:spPr/>
      <dgm:t>
        <a:bodyPr/>
        <a:lstStyle/>
        <a:p>
          <a:endParaRPr lang="en-US"/>
        </a:p>
      </dgm:t>
    </dgm:pt>
    <dgm:pt modelId="{D871092A-1C3A-4887-9650-DBBDE9BAC590}">
      <dgm:prSet custT="1"/>
      <dgm:spPr/>
      <dgm:t>
        <a:bodyPr/>
        <a:lstStyle/>
        <a:p>
          <a:r>
            <a:rPr lang="en-US" sz="1800" dirty="0"/>
            <a:t>Lifecycle management should be used to convert corporate documents to a cheaper storage tier after one year.  </a:t>
          </a:r>
        </a:p>
      </dgm:t>
    </dgm:pt>
    <dgm:pt modelId="{39709794-01AF-490B-A092-B33094D9C3A5}" type="parTrans" cxnId="{A559752B-AAA0-4406-A446-6838AEB215EC}">
      <dgm:prSet/>
      <dgm:spPr/>
      <dgm:t>
        <a:bodyPr/>
        <a:lstStyle/>
        <a:p>
          <a:endParaRPr lang="en-US"/>
        </a:p>
      </dgm:t>
    </dgm:pt>
    <dgm:pt modelId="{EC74DBD9-46A2-461D-8455-83C94FBF9990}" type="sibTrans" cxnId="{A559752B-AAA0-4406-A446-6838AEB215EC}">
      <dgm:prSet/>
      <dgm:spPr/>
      <dgm:t>
        <a:bodyPr/>
        <a:lstStyle/>
        <a:p>
          <a:endParaRPr lang="en-US"/>
        </a:p>
      </dgm:t>
    </dgm:pt>
    <dgm:pt modelId="{F9BB16FE-877B-446C-B24E-B333497C6913}" type="pres">
      <dgm:prSet presAssocID="{8AE28C23-332F-4795-8FF4-21088B33CAE4}" presName="root" presStyleCnt="0">
        <dgm:presLayoutVars>
          <dgm:dir/>
          <dgm:resizeHandles val="exact"/>
        </dgm:presLayoutVars>
      </dgm:prSet>
      <dgm:spPr/>
    </dgm:pt>
    <dgm:pt modelId="{4EF05B6E-7AE0-4E41-A303-0ECA54CD070C}" type="pres">
      <dgm:prSet presAssocID="{C4EE48C3-B4B2-437F-9A2A-2BFE2F9480FE}" presName="compNode" presStyleCnt="0"/>
      <dgm:spPr/>
    </dgm:pt>
    <dgm:pt modelId="{73FCA264-09D4-4B47-BDFC-7E47C04DDDBC}" type="pres">
      <dgm:prSet presAssocID="{C4EE48C3-B4B2-437F-9A2A-2BFE2F9480FE}" presName="iconRect" presStyleLbl="node1" presStyleIdx="0" presStyleCnt="2" custScaleY="128153" custLinFactNeighborX="-5479" custLinFactNeighborY="-5551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arth Globe Americas"/>
        </a:ext>
      </dgm:extLst>
    </dgm:pt>
    <dgm:pt modelId="{E9F27008-8DCA-4FFA-83CA-47FB1DFC5B07}" type="pres">
      <dgm:prSet presAssocID="{C4EE48C3-B4B2-437F-9A2A-2BFE2F9480FE}" presName="iconSpace" presStyleCnt="0"/>
      <dgm:spPr/>
    </dgm:pt>
    <dgm:pt modelId="{E334654B-D811-487C-B7E9-4F7FDC333F7C}" type="pres">
      <dgm:prSet presAssocID="{C4EE48C3-B4B2-437F-9A2A-2BFE2F9480FE}" presName="parTx" presStyleLbl="revTx" presStyleIdx="0" presStyleCnt="4" custLinFactNeighborY="-47245">
        <dgm:presLayoutVars>
          <dgm:chMax val="0"/>
          <dgm:chPref val="0"/>
        </dgm:presLayoutVars>
      </dgm:prSet>
      <dgm:spPr/>
    </dgm:pt>
    <dgm:pt modelId="{7D5A0460-0FA3-43C3-83EB-782F93E535AF}" type="pres">
      <dgm:prSet presAssocID="{C4EE48C3-B4B2-437F-9A2A-2BFE2F9480FE}" presName="txSpace" presStyleCnt="0"/>
      <dgm:spPr/>
    </dgm:pt>
    <dgm:pt modelId="{B6E4EE99-2463-429A-8829-137DEC82F677}" type="pres">
      <dgm:prSet presAssocID="{C4EE48C3-B4B2-437F-9A2A-2BFE2F9480FE}" presName="desTx" presStyleLbl="revTx" presStyleIdx="1" presStyleCnt="4" custScaleY="117223" custLinFactY="-55444" custLinFactNeighborX="226" custLinFactNeighborY="-100000">
        <dgm:presLayoutVars/>
      </dgm:prSet>
      <dgm:spPr/>
    </dgm:pt>
    <dgm:pt modelId="{B3541CD5-F176-4C83-A893-E19F64910824}" type="pres">
      <dgm:prSet presAssocID="{4ABCEA97-1538-487C-BDD5-BE93E8061FEB}" presName="sibTrans" presStyleCnt="0"/>
      <dgm:spPr/>
    </dgm:pt>
    <dgm:pt modelId="{F98E185A-C759-4013-9391-4825D1C6D82E}" type="pres">
      <dgm:prSet presAssocID="{B7EA2A85-48B2-4E2F-B493-9596FC29812D}" presName="compNode" presStyleCnt="0"/>
      <dgm:spPr/>
    </dgm:pt>
    <dgm:pt modelId="{8EA1D42B-8BCA-4D52-AE13-0726131AD9E3}" type="pres">
      <dgm:prSet presAssocID="{B7EA2A85-48B2-4E2F-B493-9596FC29812D}" presName="iconRect" presStyleLbl="node1" presStyleIdx="1" presStyleCnt="2" custScaleY="129454" custLinFactNeighborX="-40495" custLinFactNeighborY="-78879"/>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ptain"/>
        </a:ext>
      </dgm:extLst>
    </dgm:pt>
    <dgm:pt modelId="{317C83B9-78E7-4CEB-8D24-8A35D9805DA3}" type="pres">
      <dgm:prSet presAssocID="{B7EA2A85-48B2-4E2F-B493-9596FC29812D}" presName="iconSpace" presStyleCnt="0"/>
      <dgm:spPr/>
    </dgm:pt>
    <dgm:pt modelId="{2FBF4CAA-F015-4574-9C32-570A465B322D}" type="pres">
      <dgm:prSet presAssocID="{B7EA2A85-48B2-4E2F-B493-9596FC29812D}" presName="parTx" presStyleLbl="revTx" presStyleIdx="2" presStyleCnt="4" custScaleX="127448" custScaleY="114969" custLinFactNeighborX="564" custLinFactNeighborY="-78272">
        <dgm:presLayoutVars>
          <dgm:chMax val="0"/>
          <dgm:chPref val="0"/>
        </dgm:presLayoutVars>
      </dgm:prSet>
      <dgm:spPr/>
    </dgm:pt>
    <dgm:pt modelId="{845E156E-0C84-41D3-81BD-E3A05538FBBE}" type="pres">
      <dgm:prSet presAssocID="{B7EA2A85-48B2-4E2F-B493-9596FC29812D}" presName="txSpace" presStyleCnt="0"/>
      <dgm:spPr/>
    </dgm:pt>
    <dgm:pt modelId="{86C07DF1-1F7D-4B1F-8089-6A6D5D6654D6}" type="pres">
      <dgm:prSet presAssocID="{B7EA2A85-48B2-4E2F-B493-9596FC29812D}" presName="desTx" presStyleLbl="revTx" presStyleIdx="3" presStyleCnt="4" custScaleX="126023" custScaleY="240492" custLinFactY="-100000" custLinFactNeighborX="-338" custLinFactNeighborY="-146853">
        <dgm:presLayoutVars/>
      </dgm:prSet>
      <dgm:spPr/>
    </dgm:pt>
  </dgm:ptLst>
  <dgm:cxnLst>
    <dgm:cxn modelId="{CB8AB908-5154-4839-9990-7D4B8957DE86}" srcId="{C4EE48C3-B4B2-437F-9A2A-2BFE2F9480FE}" destId="{0E98B447-7FF5-4DC1-BCB1-44F0447F871B}" srcOrd="1" destOrd="0" parTransId="{E25AC743-23E6-4DB5-996A-468110C873C7}" sibTransId="{1F365327-CFCA-4459-8705-6413D0D56B10}"/>
    <dgm:cxn modelId="{633D5E24-DEA6-4D2F-996B-06188014194B}" type="presOf" srcId="{A5C6C28C-A9F2-4788-A651-49C2FC21D0A4}" destId="{B6E4EE99-2463-429A-8829-137DEC82F677}" srcOrd="0" destOrd="0" presId="urn:microsoft.com/office/officeart/2018/2/layout/IconLabelDescriptionList"/>
    <dgm:cxn modelId="{A559752B-AAA0-4406-A446-6838AEB215EC}" srcId="{B7EA2A85-48B2-4E2F-B493-9596FC29812D}" destId="{D871092A-1C3A-4887-9650-DBBDE9BAC590}" srcOrd="2" destOrd="0" parTransId="{39709794-01AF-490B-A092-B33094D9C3A5}" sibTransId="{EC74DBD9-46A2-461D-8455-83C94FBF9990}"/>
    <dgm:cxn modelId="{2CBDCA30-6A14-47B1-B814-A01F0F7EC343}" srcId="{C4EE48C3-B4B2-437F-9A2A-2BFE2F9480FE}" destId="{A5C6C28C-A9F2-4788-A651-49C2FC21D0A4}" srcOrd="0" destOrd="0" parTransId="{82599A19-8367-4DF4-8AC7-5D2D60FB3DB7}" sibTransId="{38D8EA2F-89F7-480C-A5E5-38ED8E6F7514}"/>
    <dgm:cxn modelId="{71096C3D-8C24-4BF6-898B-F4D26139839E}" type="presOf" srcId="{B7EA2A85-48B2-4E2F-B493-9596FC29812D}" destId="{2FBF4CAA-F015-4574-9C32-570A465B322D}" srcOrd="0" destOrd="0" presId="urn:microsoft.com/office/officeart/2018/2/layout/IconLabelDescriptionList"/>
    <dgm:cxn modelId="{ED2CAF5C-6B3F-456F-98E9-3AA9A6AB41C9}" type="presOf" srcId="{D871092A-1C3A-4887-9650-DBBDE9BAC590}" destId="{86C07DF1-1F7D-4B1F-8089-6A6D5D6654D6}" srcOrd="0" destOrd="2" presId="urn:microsoft.com/office/officeart/2018/2/layout/IconLabelDescriptionList"/>
    <dgm:cxn modelId="{FBA2F862-5EFA-46DE-8C4C-90E569D954C2}" type="presOf" srcId="{079F3D7C-2947-4CD5-82B5-2D54F0AFE1B5}" destId="{86C07DF1-1F7D-4B1F-8089-6A6D5D6654D6}" srcOrd="0" destOrd="1" presId="urn:microsoft.com/office/officeart/2018/2/layout/IconLabelDescriptionList"/>
    <dgm:cxn modelId="{8F72B68A-1654-43B3-8CEB-25DD6B6F86DD}" type="presOf" srcId="{8AE28C23-332F-4795-8FF4-21088B33CAE4}" destId="{F9BB16FE-877B-446C-B24E-B333497C6913}" srcOrd="0" destOrd="0" presId="urn:microsoft.com/office/officeart/2018/2/layout/IconLabelDescriptionList"/>
    <dgm:cxn modelId="{21E88FA4-F25D-4518-81CB-6675409000DC}" type="presOf" srcId="{6514526B-6688-430A-98CE-D0500AC3CD1A}" destId="{86C07DF1-1F7D-4B1F-8089-6A6D5D6654D6}" srcOrd="0" destOrd="0" presId="urn:microsoft.com/office/officeart/2018/2/layout/IconLabelDescriptionList"/>
    <dgm:cxn modelId="{5C15AAA8-1CD3-4976-A32C-67E5F576BA7B}" srcId="{8AE28C23-332F-4795-8FF4-21088B33CAE4}" destId="{B7EA2A85-48B2-4E2F-B493-9596FC29812D}" srcOrd="1" destOrd="0" parTransId="{22477454-6DBD-4CF5-B054-A89524C48DFB}" sibTransId="{6D3504E4-70B9-46B4-AD6D-2FCA5F3D8673}"/>
    <dgm:cxn modelId="{39EB53B6-40E1-4341-A72A-4AE00066678A}" type="presOf" srcId="{0E98B447-7FF5-4DC1-BCB1-44F0447F871B}" destId="{B6E4EE99-2463-429A-8829-137DEC82F677}" srcOrd="0" destOrd="1" presId="urn:microsoft.com/office/officeart/2018/2/layout/IconLabelDescriptionList"/>
    <dgm:cxn modelId="{D8C34DE1-35B4-4FF1-BDA9-703531DEA874}" srcId="{B7EA2A85-48B2-4E2F-B493-9596FC29812D}" destId="{079F3D7C-2947-4CD5-82B5-2D54F0AFE1B5}" srcOrd="1" destOrd="0" parTransId="{04947208-4222-4A14-9C9B-D86EBE89C714}" sibTransId="{305B0B59-BD3E-4957-86EE-1EB248CEFA41}"/>
    <dgm:cxn modelId="{C5EB5CF0-DD51-4CCE-800E-9D9F9BB6B01F}" type="presOf" srcId="{C4EE48C3-B4B2-437F-9A2A-2BFE2F9480FE}" destId="{E334654B-D811-487C-B7E9-4F7FDC333F7C}" srcOrd="0" destOrd="0" presId="urn:microsoft.com/office/officeart/2018/2/layout/IconLabelDescriptionList"/>
    <dgm:cxn modelId="{D895C3F3-58D7-4BEE-886D-E4752F53EF86}" srcId="{B7EA2A85-48B2-4E2F-B493-9596FC29812D}" destId="{6514526B-6688-430A-98CE-D0500AC3CD1A}" srcOrd="0" destOrd="0" parTransId="{A94303E8-7511-4628-B337-4833AE54A3BC}" sibTransId="{BDF9FDAB-E7F4-4D43-BDF8-BC5DACD9C565}"/>
    <dgm:cxn modelId="{A9CFE0F5-B956-4CF2-880A-7271F5D92FBA}" srcId="{8AE28C23-332F-4795-8FF4-21088B33CAE4}" destId="{C4EE48C3-B4B2-437F-9A2A-2BFE2F9480FE}" srcOrd="0" destOrd="0" parTransId="{865B7193-F56A-48E1-B54B-D9F174662605}" sibTransId="{4ABCEA97-1538-487C-BDD5-BE93E8061FEB}"/>
    <dgm:cxn modelId="{F3485666-2985-4847-925B-9B92A0A6C55C}" type="presParOf" srcId="{F9BB16FE-877B-446C-B24E-B333497C6913}" destId="{4EF05B6E-7AE0-4E41-A303-0ECA54CD070C}" srcOrd="0" destOrd="0" presId="urn:microsoft.com/office/officeart/2018/2/layout/IconLabelDescriptionList"/>
    <dgm:cxn modelId="{22965B45-AB75-460E-B6E6-391B2B13030E}" type="presParOf" srcId="{4EF05B6E-7AE0-4E41-A303-0ECA54CD070C}" destId="{73FCA264-09D4-4B47-BDFC-7E47C04DDDBC}" srcOrd="0" destOrd="0" presId="urn:microsoft.com/office/officeart/2018/2/layout/IconLabelDescriptionList"/>
    <dgm:cxn modelId="{FFFCD959-78D6-4A5E-AA37-3BA1F1421C5F}" type="presParOf" srcId="{4EF05B6E-7AE0-4E41-A303-0ECA54CD070C}" destId="{E9F27008-8DCA-4FFA-83CA-47FB1DFC5B07}" srcOrd="1" destOrd="0" presId="urn:microsoft.com/office/officeart/2018/2/layout/IconLabelDescriptionList"/>
    <dgm:cxn modelId="{054EF157-B56C-4888-A77F-ADA75D869EFA}" type="presParOf" srcId="{4EF05B6E-7AE0-4E41-A303-0ECA54CD070C}" destId="{E334654B-D811-487C-B7E9-4F7FDC333F7C}" srcOrd="2" destOrd="0" presId="urn:microsoft.com/office/officeart/2018/2/layout/IconLabelDescriptionList"/>
    <dgm:cxn modelId="{C5F235AD-3985-442D-9A06-9DA8A65E4DB9}" type="presParOf" srcId="{4EF05B6E-7AE0-4E41-A303-0ECA54CD070C}" destId="{7D5A0460-0FA3-43C3-83EB-782F93E535AF}" srcOrd="3" destOrd="0" presId="urn:microsoft.com/office/officeart/2018/2/layout/IconLabelDescriptionList"/>
    <dgm:cxn modelId="{756C20D6-C7D9-440A-B749-499ABEF1AD8F}" type="presParOf" srcId="{4EF05B6E-7AE0-4E41-A303-0ECA54CD070C}" destId="{B6E4EE99-2463-429A-8829-137DEC82F677}" srcOrd="4" destOrd="0" presId="urn:microsoft.com/office/officeart/2018/2/layout/IconLabelDescriptionList"/>
    <dgm:cxn modelId="{BC45125A-FB08-4B22-BDB8-4E7371235CFC}" type="presParOf" srcId="{F9BB16FE-877B-446C-B24E-B333497C6913}" destId="{B3541CD5-F176-4C83-A893-E19F64910824}" srcOrd="1" destOrd="0" presId="urn:microsoft.com/office/officeart/2018/2/layout/IconLabelDescriptionList"/>
    <dgm:cxn modelId="{E9996C07-DCCD-4D6B-B2CA-EF3F29CB74CC}" type="presParOf" srcId="{F9BB16FE-877B-446C-B24E-B333497C6913}" destId="{F98E185A-C759-4013-9391-4825D1C6D82E}" srcOrd="2" destOrd="0" presId="urn:microsoft.com/office/officeart/2018/2/layout/IconLabelDescriptionList"/>
    <dgm:cxn modelId="{A9791D7D-9F19-4650-8CFC-A02569D67B0C}" type="presParOf" srcId="{F98E185A-C759-4013-9391-4825D1C6D82E}" destId="{8EA1D42B-8BCA-4D52-AE13-0726131AD9E3}" srcOrd="0" destOrd="0" presId="urn:microsoft.com/office/officeart/2018/2/layout/IconLabelDescriptionList"/>
    <dgm:cxn modelId="{F87A371C-3B50-498B-876F-68E2D2F1A29C}" type="presParOf" srcId="{F98E185A-C759-4013-9391-4825D1C6D82E}" destId="{317C83B9-78E7-4CEB-8D24-8A35D9805DA3}" srcOrd="1" destOrd="0" presId="urn:microsoft.com/office/officeart/2018/2/layout/IconLabelDescriptionList"/>
    <dgm:cxn modelId="{99C3D253-7EEA-43D6-B45E-467A7B0C1EBB}" type="presParOf" srcId="{F98E185A-C759-4013-9391-4825D1C6D82E}" destId="{2FBF4CAA-F015-4574-9C32-570A465B322D}" srcOrd="2" destOrd="0" presId="urn:microsoft.com/office/officeart/2018/2/layout/IconLabelDescriptionList"/>
    <dgm:cxn modelId="{CD033209-FF91-4E53-B777-FF6570254C94}" type="presParOf" srcId="{F98E185A-C759-4013-9391-4825D1C6D82E}" destId="{845E156E-0C84-41D3-81BD-E3A05538FBBE}" srcOrd="3" destOrd="0" presId="urn:microsoft.com/office/officeart/2018/2/layout/IconLabelDescriptionList"/>
    <dgm:cxn modelId="{39216E5E-63A3-4B0A-9E13-04DB2D8E85F6}" type="presParOf" srcId="{F98E185A-C759-4013-9391-4825D1C6D82E}" destId="{86C07DF1-1F7D-4B1F-8089-6A6D5D6654D6}"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FCA264-09D4-4B47-BDFC-7E47C04DDDBC}">
      <dsp:nvSpPr>
        <dsp:cNvPr id="0" name=""/>
        <dsp:cNvSpPr/>
      </dsp:nvSpPr>
      <dsp:spPr>
        <a:xfrm>
          <a:off x="322132" y="530427"/>
          <a:ext cx="1509048" cy="13586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334654B-D811-487C-B7E9-4F7FDC333F7C}">
      <dsp:nvSpPr>
        <dsp:cNvPr id="0" name=""/>
        <dsp:cNvSpPr/>
      </dsp:nvSpPr>
      <dsp:spPr>
        <a:xfrm>
          <a:off x="404812" y="2031582"/>
          <a:ext cx="4311566" cy="792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Zone redundant storage is recommended. An argument could be made for Geo-redundant zone storage if the files are mission critical. </a:t>
          </a:r>
        </a:p>
      </dsp:txBody>
      <dsp:txXfrm>
        <a:off x="404812" y="2031582"/>
        <a:ext cx="4311566" cy="792714"/>
      </dsp:txXfrm>
    </dsp:sp>
    <dsp:sp modelId="{B6E4EE99-2463-429A-8829-137DEC82F677}">
      <dsp:nvSpPr>
        <dsp:cNvPr id="0" name=""/>
        <dsp:cNvSpPr/>
      </dsp:nvSpPr>
      <dsp:spPr>
        <a:xfrm>
          <a:off x="414557" y="2969842"/>
          <a:ext cx="4311566" cy="1548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pPr>
          <a:r>
            <a:rPr lang="en-US" sz="1800" kern="1200" dirty="0"/>
            <a:t>Read access geo-redundant storage could be used if the front end could make use of a secondary region. </a:t>
          </a:r>
        </a:p>
        <a:p>
          <a:pPr marL="0" lvl="0" indent="0" algn="l" defTabSz="800100">
            <a:lnSpc>
              <a:spcPct val="90000"/>
            </a:lnSpc>
            <a:spcBef>
              <a:spcPct val="0"/>
            </a:spcBef>
            <a:spcAft>
              <a:spcPct val="35000"/>
            </a:spcAft>
            <a:buNone/>
          </a:pPr>
          <a:r>
            <a:rPr lang="en-US" sz="1800" kern="1200" dirty="0"/>
            <a:t>This decision would depend on the customer’s locations and traffic. </a:t>
          </a:r>
        </a:p>
      </dsp:txBody>
      <dsp:txXfrm>
        <a:off x="414557" y="2969842"/>
        <a:ext cx="4311566" cy="154851"/>
      </dsp:txXfrm>
    </dsp:sp>
    <dsp:sp modelId="{8EA1D42B-8BCA-4D52-AE13-0726131AD9E3}">
      <dsp:nvSpPr>
        <dsp:cNvPr id="0" name=""/>
        <dsp:cNvSpPr/>
      </dsp:nvSpPr>
      <dsp:spPr>
        <a:xfrm>
          <a:off x="5451533" y="238567"/>
          <a:ext cx="1509048" cy="13723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FBF4CAA-F015-4574-9C32-570A465B322D}">
      <dsp:nvSpPr>
        <dsp:cNvPr id="0" name=""/>
        <dsp:cNvSpPr/>
      </dsp:nvSpPr>
      <dsp:spPr>
        <a:xfrm>
          <a:off x="5495220" y="1689035"/>
          <a:ext cx="5495005" cy="91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dirty="0"/>
            <a:t>The hot tier should be used for all media, marketing literature and corporate documents less than one year old. The archive tier or cold tier should be used for corporate documents older than one year. </a:t>
          </a:r>
        </a:p>
      </dsp:txBody>
      <dsp:txXfrm>
        <a:off x="5495220" y="1689035"/>
        <a:ext cx="5495005" cy="911375"/>
      </dsp:txXfrm>
    </dsp:sp>
    <dsp:sp modelId="{86C07DF1-1F7D-4B1F-8089-6A6D5D6654D6}">
      <dsp:nvSpPr>
        <dsp:cNvPr id="0" name=""/>
        <dsp:cNvSpPr/>
      </dsp:nvSpPr>
      <dsp:spPr>
        <a:xfrm>
          <a:off x="5487050" y="2730410"/>
          <a:ext cx="5433565" cy="317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pPr>
          <a:r>
            <a:rPr lang="en-US" sz="1800" kern="1200" dirty="0"/>
            <a:t>This decision is based on retrieval latency, storage duration and a desire to reduce costs. </a:t>
          </a:r>
        </a:p>
        <a:p>
          <a:pPr marL="0" lvl="0" indent="0" algn="l" defTabSz="800100">
            <a:lnSpc>
              <a:spcPct val="90000"/>
            </a:lnSpc>
            <a:spcBef>
              <a:spcPct val="0"/>
            </a:spcBef>
            <a:spcAft>
              <a:spcPct val="35000"/>
            </a:spcAft>
            <a:buNone/>
          </a:pPr>
          <a:r>
            <a:rPr lang="en-US" sz="1800" kern="1200" dirty="0"/>
            <a:t>Discuss that there is not enough information to decide between Cold and Archive and ask what other questions they may want to ask Tailwind Traders. </a:t>
          </a:r>
        </a:p>
        <a:p>
          <a:pPr marL="0" lvl="0" indent="0" algn="l" defTabSz="800100">
            <a:lnSpc>
              <a:spcPct val="90000"/>
            </a:lnSpc>
            <a:spcBef>
              <a:spcPct val="0"/>
            </a:spcBef>
            <a:spcAft>
              <a:spcPct val="35000"/>
            </a:spcAft>
            <a:buNone/>
          </a:pPr>
          <a:r>
            <a:rPr lang="en-US" sz="1800" kern="1200" dirty="0"/>
            <a:t>Lifecycle management should be used to convert corporate documents to a cheaper storage tier after one year.  </a:t>
          </a:r>
        </a:p>
      </dsp:txBody>
      <dsp:txXfrm>
        <a:off x="5487050" y="2730410"/>
        <a:ext cx="5433565" cy="31769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1E54EA9D-61AF-4C8A-A229-C9516EE200D0}"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0E9B31-9F75-46A6-A1CC-B9C355AC1EB7}"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150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54EA9D-61AF-4C8A-A229-C9516EE200D0}"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0E9B31-9F75-46A6-A1CC-B9C355AC1EB7}" type="slidenum">
              <a:rPr lang="en-US" smtClean="0"/>
              <a:t>‹#›</a:t>
            </a:fld>
            <a:endParaRPr lang="en-US"/>
          </a:p>
        </p:txBody>
      </p:sp>
    </p:spTree>
    <p:extLst>
      <p:ext uri="{BB962C8B-B14F-4D97-AF65-F5344CB8AC3E}">
        <p14:creationId xmlns:p14="http://schemas.microsoft.com/office/powerpoint/2010/main" val="628108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54EA9D-61AF-4C8A-A229-C9516EE200D0}"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0E9B31-9F75-46A6-A1CC-B9C355AC1EB7}"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354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54EA9D-61AF-4C8A-A229-C9516EE200D0}" type="datetimeFigureOut">
              <a:rPr lang="en-US" smtClean="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0E9B31-9F75-46A6-A1CC-B9C355AC1EB7}" type="slidenum">
              <a:rPr lang="en-US" smtClean="0"/>
              <a:t>‹#›</a:t>
            </a:fld>
            <a:endParaRPr lang="en-US"/>
          </a:p>
        </p:txBody>
      </p:sp>
    </p:spTree>
    <p:extLst>
      <p:ext uri="{BB962C8B-B14F-4D97-AF65-F5344CB8AC3E}">
        <p14:creationId xmlns:p14="http://schemas.microsoft.com/office/powerpoint/2010/main" val="1630416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54EA9D-61AF-4C8A-A229-C9516EE200D0}" type="datetimeFigureOut">
              <a:rPr lang="en-US" smtClean="0"/>
              <a:t>11/12/2024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D0E9B31-9F75-46A6-A1CC-B9C355AC1EB7}" type="slidenum">
              <a:rPr lang="en-US" smtClean="0"/>
              <a:t>‹#›</a:t>
            </a:fld>
            <a:endParaRPr lang="en-US"/>
          </a:p>
        </p:txBody>
      </p:sp>
    </p:spTree>
    <p:extLst>
      <p:ext uri="{BB962C8B-B14F-4D97-AF65-F5344CB8AC3E}">
        <p14:creationId xmlns:p14="http://schemas.microsoft.com/office/powerpoint/2010/main" val="484524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54EA9D-61AF-4C8A-A229-C9516EE200D0}" type="datetimeFigureOut">
              <a:rPr lang="en-US" smtClean="0"/>
              <a:t>11/12/2024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D0E9B31-9F75-46A6-A1CC-B9C355AC1EB7}" type="slidenum">
              <a:rPr lang="en-US" smtClean="0"/>
              <a:t>‹#›</a:t>
            </a:fld>
            <a:endParaRPr lang="en-US"/>
          </a:p>
        </p:txBody>
      </p:sp>
    </p:spTree>
    <p:extLst>
      <p:ext uri="{BB962C8B-B14F-4D97-AF65-F5344CB8AC3E}">
        <p14:creationId xmlns:p14="http://schemas.microsoft.com/office/powerpoint/2010/main" val="3178618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54EA9D-61AF-4C8A-A229-C9516EE200D0}" type="datetimeFigureOut">
              <a:rPr lang="en-US" smtClean="0"/>
              <a:t>11/12/2024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D0E9B31-9F75-46A6-A1CC-B9C355AC1EB7}" type="slidenum">
              <a:rPr lang="en-US" smtClean="0"/>
              <a:t>‹#›</a:t>
            </a:fld>
            <a:endParaRPr lang="en-US"/>
          </a:p>
        </p:txBody>
      </p:sp>
    </p:spTree>
    <p:extLst>
      <p:ext uri="{BB962C8B-B14F-4D97-AF65-F5344CB8AC3E}">
        <p14:creationId xmlns:p14="http://schemas.microsoft.com/office/powerpoint/2010/main" val="273775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54EA9D-61AF-4C8A-A229-C9516EE200D0}" type="datetimeFigureOut">
              <a:rPr lang="en-US" smtClean="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0E9B31-9F75-46A6-A1CC-B9C355AC1EB7}" type="slidenum">
              <a:rPr lang="en-US" smtClean="0"/>
              <a:t>‹#›</a:t>
            </a:fld>
            <a:endParaRPr lang="en-US"/>
          </a:p>
        </p:txBody>
      </p:sp>
    </p:spTree>
    <p:extLst>
      <p:ext uri="{BB962C8B-B14F-4D97-AF65-F5344CB8AC3E}">
        <p14:creationId xmlns:p14="http://schemas.microsoft.com/office/powerpoint/2010/main" val="421281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54EA9D-61AF-4C8A-A229-C9516EE200D0}" type="datetimeFigureOut">
              <a:rPr lang="en-US" smtClean="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0E9B31-9F75-46A6-A1CC-B9C355AC1EB7}"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6853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54EA9D-61AF-4C8A-A229-C9516EE200D0}"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0E9B31-9F75-46A6-A1CC-B9C355AC1EB7}" type="slidenum">
              <a:rPr lang="en-US" smtClean="0"/>
              <a:t>‹#›</a:t>
            </a:fld>
            <a:endParaRPr lang="en-US"/>
          </a:p>
        </p:txBody>
      </p:sp>
    </p:spTree>
    <p:extLst>
      <p:ext uri="{BB962C8B-B14F-4D97-AF65-F5344CB8AC3E}">
        <p14:creationId xmlns:p14="http://schemas.microsoft.com/office/powerpoint/2010/main" val="975013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54EA9D-61AF-4C8A-A229-C9516EE200D0}"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0E9B31-9F75-46A6-A1CC-B9C355AC1EB7}"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3680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E54EA9D-61AF-4C8A-A229-C9516EE200D0}" type="datetimeFigureOut">
              <a:rPr lang="en-US" smtClean="0"/>
              <a:t>11/12/2024</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D0E9B31-9F75-46A6-A1CC-B9C355AC1EB7}"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52591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A11F59-99D5-D663-000D-ECC1CDE7078E}"/>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Cloud migration and Design - Case Studies</a:t>
            </a:r>
          </a:p>
        </p:txBody>
      </p:sp>
      <p:sp>
        <p:nvSpPr>
          <p:cNvPr id="3" name="Subtitle 2">
            <a:extLst>
              <a:ext uri="{FF2B5EF4-FFF2-40B4-BE49-F238E27FC236}">
                <a16:creationId xmlns:a16="http://schemas.microsoft.com/office/drawing/2014/main" id="{82E54A6E-AA46-7E24-E68D-637199D12FFA}"/>
              </a:ext>
            </a:extLst>
          </p:cNvPr>
          <p:cNvSpPr>
            <a:spLocks noGrp="1"/>
          </p:cNvSpPr>
          <p:nvPr>
            <p:ph type="subTitle" idx="1"/>
          </p:nvPr>
        </p:nvSpPr>
        <p:spPr>
          <a:xfrm>
            <a:off x="4713224" y="4297556"/>
            <a:ext cx="6353968" cy="1433391"/>
          </a:xfrm>
        </p:spPr>
        <p:txBody>
          <a:bodyPr anchor="t">
            <a:normAutofit/>
          </a:bodyPr>
          <a:lstStyle/>
          <a:p>
            <a:r>
              <a:rPr lang="en-US" dirty="0">
                <a:solidFill>
                  <a:srgbClr val="FFFFFF"/>
                </a:solidFill>
              </a:rPr>
              <a:t>CS 4037 – Introduction to Cloud Computing</a:t>
            </a:r>
          </a:p>
          <a:p>
            <a:r>
              <a:rPr lang="en-US" dirty="0">
                <a:solidFill>
                  <a:srgbClr val="FFFFFF"/>
                </a:solidFill>
              </a:rPr>
              <a:t>FAST-NUCES</a:t>
            </a:r>
          </a:p>
        </p:txBody>
      </p:sp>
      <p:cxnSp>
        <p:nvCxnSpPr>
          <p:cNvPr id="14" name="Straight Connector 13">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0394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94023-EC25-CA7A-6F4D-00ECC09B5462}"/>
              </a:ext>
            </a:extLst>
          </p:cNvPr>
          <p:cNvSpPr>
            <a:spLocks noGrp="1"/>
          </p:cNvSpPr>
          <p:nvPr>
            <p:ph type="title"/>
          </p:nvPr>
        </p:nvSpPr>
        <p:spPr>
          <a:xfrm>
            <a:off x="213732" y="168865"/>
            <a:ext cx="10515600" cy="941798"/>
          </a:xfrm>
        </p:spPr>
        <p:txBody>
          <a:bodyPr/>
          <a:lstStyle/>
          <a:p>
            <a:r>
              <a:rPr lang="en-US" dirty="0"/>
              <a:t>Design Compute Case</a:t>
            </a:r>
          </a:p>
        </p:txBody>
      </p:sp>
      <p:pic>
        <p:nvPicPr>
          <p:cNvPr id="5" name="Picture 4">
            <a:extLst>
              <a:ext uri="{FF2B5EF4-FFF2-40B4-BE49-F238E27FC236}">
                <a16:creationId xmlns:a16="http://schemas.microsoft.com/office/drawing/2014/main" id="{895B379E-78F3-3E9C-ABCB-532598DED9DB}"/>
              </a:ext>
            </a:extLst>
          </p:cNvPr>
          <p:cNvPicPr>
            <a:picLocks noChangeAspect="1"/>
          </p:cNvPicPr>
          <p:nvPr/>
        </p:nvPicPr>
        <p:blipFill>
          <a:blip r:embed="rId2"/>
          <a:stretch>
            <a:fillRect/>
          </a:stretch>
        </p:blipFill>
        <p:spPr>
          <a:xfrm>
            <a:off x="372638" y="1363815"/>
            <a:ext cx="9048866" cy="4788035"/>
          </a:xfrm>
          <a:prstGeom prst="rect">
            <a:avLst/>
          </a:prstGeom>
        </p:spPr>
      </p:pic>
    </p:spTree>
    <p:extLst>
      <p:ext uri="{BB962C8B-B14F-4D97-AF65-F5344CB8AC3E}">
        <p14:creationId xmlns:p14="http://schemas.microsoft.com/office/powerpoint/2010/main" val="3930182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A2FF257-9C97-3D10-E5E7-199D76E361CF}"/>
              </a:ext>
            </a:extLst>
          </p:cNvPr>
          <p:cNvPicPr>
            <a:picLocks noGrp="1" noChangeAspect="1"/>
          </p:cNvPicPr>
          <p:nvPr>
            <p:ph idx="1"/>
          </p:nvPr>
        </p:nvPicPr>
        <p:blipFill>
          <a:blip r:embed="rId2"/>
          <a:stretch>
            <a:fillRect/>
          </a:stretch>
        </p:blipFill>
        <p:spPr>
          <a:xfrm>
            <a:off x="3900791" y="153068"/>
            <a:ext cx="8185879" cy="6512217"/>
          </a:xfrm>
        </p:spPr>
      </p:pic>
      <p:sp>
        <p:nvSpPr>
          <p:cNvPr id="2" name="Title 1">
            <a:extLst>
              <a:ext uri="{FF2B5EF4-FFF2-40B4-BE49-F238E27FC236}">
                <a16:creationId xmlns:a16="http://schemas.microsoft.com/office/drawing/2014/main" id="{E3B48811-8974-1825-99BA-3ECA4E1F161A}"/>
              </a:ext>
            </a:extLst>
          </p:cNvPr>
          <p:cNvSpPr>
            <a:spLocks noGrp="1"/>
          </p:cNvSpPr>
          <p:nvPr>
            <p:ph type="title"/>
          </p:nvPr>
        </p:nvSpPr>
        <p:spPr/>
        <p:txBody>
          <a:bodyPr/>
          <a:lstStyle/>
          <a:p>
            <a:r>
              <a:rPr lang="en-US" dirty="0"/>
              <a:t>IaaS Solution</a:t>
            </a:r>
          </a:p>
        </p:txBody>
      </p:sp>
    </p:spTree>
    <p:extLst>
      <p:ext uri="{BB962C8B-B14F-4D97-AF65-F5344CB8AC3E}">
        <p14:creationId xmlns:p14="http://schemas.microsoft.com/office/powerpoint/2010/main" val="3212170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E1150-4CFE-5259-5F50-52ADAA2A81A1}"/>
              </a:ext>
            </a:extLst>
          </p:cNvPr>
          <p:cNvSpPr>
            <a:spLocks noGrp="1"/>
          </p:cNvSpPr>
          <p:nvPr>
            <p:ph type="title"/>
          </p:nvPr>
        </p:nvSpPr>
        <p:spPr>
          <a:xfrm>
            <a:off x="1019264" y="760314"/>
            <a:ext cx="3231723" cy="1112261"/>
          </a:xfrm>
        </p:spPr>
        <p:txBody>
          <a:bodyPr>
            <a:normAutofit/>
          </a:bodyPr>
          <a:lstStyle/>
          <a:p>
            <a:r>
              <a:rPr lang="en-US" sz="4800" dirty="0"/>
              <a:t>PaaS Solution</a:t>
            </a:r>
          </a:p>
        </p:txBody>
      </p:sp>
      <p:pic>
        <p:nvPicPr>
          <p:cNvPr id="5" name="Content Placeholder 4">
            <a:extLst>
              <a:ext uri="{FF2B5EF4-FFF2-40B4-BE49-F238E27FC236}">
                <a16:creationId xmlns:a16="http://schemas.microsoft.com/office/drawing/2014/main" id="{B5C7DD15-2DF3-C2B2-6843-81CAD1C53632}"/>
              </a:ext>
            </a:extLst>
          </p:cNvPr>
          <p:cNvPicPr>
            <a:picLocks noGrp="1" noChangeAspect="1"/>
          </p:cNvPicPr>
          <p:nvPr>
            <p:ph idx="1"/>
          </p:nvPr>
        </p:nvPicPr>
        <p:blipFill>
          <a:blip r:embed="rId2"/>
          <a:stretch>
            <a:fillRect/>
          </a:stretch>
        </p:blipFill>
        <p:spPr>
          <a:xfrm>
            <a:off x="3998069" y="101521"/>
            <a:ext cx="8128740" cy="6591442"/>
          </a:xfrm>
        </p:spPr>
      </p:pic>
    </p:spTree>
    <p:extLst>
      <p:ext uri="{BB962C8B-B14F-4D97-AF65-F5344CB8AC3E}">
        <p14:creationId xmlns:p14="http://schemas.microsoft.com/office/powerpoint/2010/main" val="958758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31" name="Straight Connector 1030">
            <a:extLst>
              <a:ext uri="{FF2B5EF4-FFF2-40B4-BE49-F238E27FC236}">
                <a16:creationId xmlns:a16="http://schemas.microsoft.com/office/drawing/2014/main" id="{9200C8B5-FB5A-4F8B-A9BD-693C051418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1DA8BA-D9CE-5F8D-7F9C-401A1FD10714}"/>
              </a:ext>
            </a:extLst>
          </p:cNvPr>
          <p:cNvSpPr>
            <a:spLocks noGrp="1"/>
          </p:cNvSpPr>
          <p:nvPr>
            <p:ph type="title" idx="4294967295"/>
          </p:nvPr>
        </p:nvSpPr>
        <p:spPr>
          <a:xfrm>
            <a:off x="1024128" y="585216"/>
            <a:ext cx="7093604" cy="1499616"/>
          </a:xfrm>
        </p:spPr>
        <p:txBody>
          <a:bodyPr vert="horz" lIns="91440" tIns="45720" rIns="91440" bIns="45720" rtlCol="0" anchor="ctr">
            <a:normAutofit/>
          </a:bodyPr>
          <a:lstStyle/>
          <a:p>
            <a:r>
              <a:rPr lang="en-US" sz="3400" b="0" i="0" dirty="0">
                <a:effectLst/>
              </a:rPr>
              <a:t>Design Non-relational Storage Case Study</a:t>
            </a:r>
            <a:endParaRPr lang="en-US" sz="3400" dirty="0"/>
          </a:p>
        </p:txBody>
      </p:sp>
      <p:sp>
        <p:nvSpPr>
          <p:cNvPr id="5" name="TextBox 4">
            <a:extLst>
              <a:ext uri="{FF2B5EF4-FFF2-40B4-BE49-F238E27FC236}">
                <a16:creationId xmlns:a16="http://schemas.microsoft.com/office/drawing/2014/main" id="{4935D87A-955C-88C3-936C-7A49671A7535}"/>
              </a:ext>
            </a:extLst>
          </p:cNvPr>
          <p:cNvSpPr txBox="1"/>
          <p:nvPr/>
        </p:nvSpPr>
        <p:spPr>
          <a:xfrm>
            <a:off x="1024128" y="2286000"/>
            <a:ext cx="3133580" cy="3931920"/>
          </a:xfrm>
          <a:prstGeom prst="rect">
            <a:avLst/>
          </a:prstGeom>
        </p:spPr>
        <p:txBody>
          <a:bodyPr vert="horz" lIns="45720" tIns="45720" rIns="45720" bIns="45720" rtlCol="0">
            <a:normAutofit/>
          </a:bodyPr>
          <a:lstStyle/>
          <a:p>
            <a:pPr defTabSz="914400">
              <a:lnSpc>
                <a:spcPct val="90000"/>
              </a:lnSpc>
              <a:spcAft>
                <a:spcPts val="600"/>
              </a:spcAft>
              <a:buClr>
                <a:schemeClr val="accent1"/>
              </a:buClr>
            </a:pPr>
            <a:r>
              <a:rPr lang="en-US" sz="1600" b="1" i="0" dirty="0">
                <a:effectLst/>
              </a:rPr>
              <a:t>Requirements:</a:t>
            </a:r>
          </a:p>
          <a:p>
            <a:pPr defTabSz="914400">
              <a:lnSpc>
                <a:spcPct val="90000"/>
              </a:lnSpc>
              <a:spcAft>
                <a:spcPts val="600"/>
              </a:spcAft>
              <a:buClr>
                <a:schemeClr val="accent1"/>
              </a:buClr>
            </a:pPr>
            <a:endParaRPr lang="en-US" sz="1600" dirty="0"/>
          </a:p>
          <a:p>
            <a:pPr defTabSz="914400">
              <a:lnSpc>
                <a:spcPct val="90000"/>
              </a:lnSpc>
              <a:spcAft>
                <a:spcPts val="600"/>
              </a:spcAft>
              <a:buClr>
                <a:schemeClr val="accent1"/>
              </a:buClr>
            </a:pPr>
            <a:r>
              <a:rPr lang="en-US" sz="1600" b="0" i="0" dirty="0">
                <a:effectLst/>
              </a:rPr>
              <a:t>Tailwind Traders wants to reduce storage costs by reducing duplicate content and, whenever applicable, migrating it to the cloud. They would like a solution that centralizes maintenance while still providing world-wide access for customers who browse media files and marketing literature. Additionally, they would like to address the storage of company data files.</a:t>
            </a:r>
          </a:p>
        </p:txBody>
      </p:sp>
      <p:pic>
        <p:nvPicPr>
          <p:cNvPr id="1026" name="Picture 2" descr="Non-relational storage architecture">
            <a:extLst>
              <a:ext uri="{FF2B5EF4-FFF2-40B4-BE49-F238E27FC236}">
                <a16:creationId xmlns:a16="http://schemas.microsoft.com/office/drawing/2014/main" id="{D3F26F01-8922-DEB7-F8E2-F53FB03F605E}"/>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tretch>
            <a:fillRect/>
          </a:stretch>
        </p:blipFill>
        <p:spPr bwMode="auto">
          <a:xfrm>
            <a:off x="4666850" y="2116181"/>
            <a:ext cx="6885069" cy="2616325"/>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115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0A279AFE-C60E-50F6-D983-CC59FFDAFD1D}"/>
              </a:ext>
            </a:extLst>
          </p:cNvPr>
          <p:cNvSpPr txBox="1">
            <a:spLocks/>
          </p:cNvSpPr>
          <p:nvPr/>
        </p:nvSpPr>
        <p:spPr>
          <a:xfrm>
            <a:off x="964788" y="804333"/>
            <a:ext cx="3391900" cy="52493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lnSpc>
                <a:spcPct val="80000"/>
              </a:lnSpc>
              <a:spcAft>
                <a:spcPts val="600"/>
              </a:spcAft>
            </a:pPr>
            <a:r>
              <a:rPr lang="en-US" sz="5000" cap="all" spc="100">
                <a:solidFill>
                  <a:srgbClr val="FFFFFF"/>
                </a:solidFill>
              </a:rPr>
              <a:t>Design Non-relational Storage Case Study</a:t>
            </a:r>
          </a:p>
        </p:txBody>
      </p:sp>
      <p:sp>
        <p:nvSpPr>
          <p:cNvPr id="3" name="Content Placeholder 2">
            <a:extLst>
              <a:ext uri="{FF2B5EF4-FFF2-40B4-BE49-F238E27FC236}">
                <a16:creationId xmlns:a16="http://schemas.microsoft.com/office/drawing/2014/main" id="{2D4B6B8E-2390-BDF8-ACED-6550EC2F30DA}"/>
              </a:ext>
            </a:extLst>
          </p:cNvPr>
          <p:cNvSpPr>
            <a:spLocks noGrp="1"/>
          </p:cNvSpPr>
          <p:nvPr>
            <p:ph idx="1"/>
          </p:nvPr>
        </p:nvSpPr>
        <p:spPr>
          <a:xfrm>
            <a:off x="4951048" y="218872"/>
            <a:ext cx="6306003" cy="6386209"/>
          </a:xfrm>
        </p:spPr>
        <p:txBody>
          <a:bodyPr vert="horz" lIns="45720" tIns="45720" rIns="45720" bIns="45720" rtlCol="0" anchor="ctr">
            <a:normAutofit/>
          </a:bodyPr>
          <a:lstStyle/>
          <a:p>
            <a:r>
              <a:rPr lang="en-US" sz="2800" dirty="0"/>
              <a:t>Blob storage is recommended for the media and corporate files. Blob storage is less expensive, offers the immutable storage requirements for legal, and supports API access for internal applications. </a:t>
            </a:r>
          </a:p>
          <a:p>
            <a:r>
              <a:rPr lang="en-US" sz="2800" dirty="0"/>
              <a:t>Azure Files is recommended for the marketing literature. Azure Files is needed for marketing since the files will be accessed via SMB internally. </a:t>
            </a:r>
          </a:p>
          <a:p>
            <a:r>
              <a:rPr lang="en-US" sz="2800" dirty="0"/>
              <a:t>Marketing literature access latency for internal users could be reduced by using a local Windows Server and File Sync </a:t>
            </a:r>
          </a:p>
        </p:txBody>
      </p:sp>
    </p:spTree>
    <p:extLst>
      <p:ext uri="{BB962C8B-B14F-4D97-AF65-F5344CB8AC3E}">
        <p14:creationId xmlns:p14="http://schemas.microsoft.com/office/powerpoint/2010/main" val="1020839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AE4C84F-7457-4662-AFA3-554A32B9C3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5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DF9B39E-8A25-4BC3-B3C0-ACD46B94E6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457"/>
            <a:ext cx="12188952" cy="2285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BA91CE2E-0B4F-41F3-95F2-0EB7003685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5242273"/>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246CF795-2801-D5B2-5E51-830CD04D0114}"/>
              </a:ext>
            </a:extLst>
          </p:cNvPr>
          <p:cNvGraphicFramePr>
            <a:graphicFrameLocks noGrp="1"/>
          </p:cNvGraphicFramePr>
          <p:nvPr>
            <p:ph idx="1"/>
            <p:extLst>
              <p:ext uri="{D42A27DB-BD31-4B8C-83A1-F6EECF244321}">
                <p14:modId xmlns:p14="http://schemas.microsoft.com/office/powerpoint/2010/main" val="3378527420"/>
              </p:ext>
            </p:extLst>
          </p:nvPr>
        </p:nvGraphicFramePr>
        <p:xfrm>
          <a:off x="642938" y="92413"/>
          <a:ext cx="11370722" cy="44489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17381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84BA1F2-4CAB-BF9C-BE93-FB857FDC5C92}"/>
              </a:ext>
            </a:extLst>
          </p:cNvPr>
          <p:cNvPicPr>
            <a:picLocks noChangeAspect="1"/>
          </p:cNvPicPr>
          <p:nvPr/>
        </p:nvPicPr>
        <p:blipFill>
          <a:blip r:embed="rId2"/>
          <a:stretch>
            <a:fillRect/>
          </a:stretch>
        </p:blipFill>
        <p:spPr>
          <a:xfrm>
            <a:off x="1075492" y="1319283"/>
            <a:ext cx="10119711" cy="4913194"/>
          </a:xfrm>
          <a:prstGeom prst="rect">
            <a:avLst/>
          </a:prstGeom>
        </p:spPr>
      </p:pic>
    </p:spTree>
    <p:extLst>
      <p:ext uri="{BB962C8B-B14F-4D97-AF65-F5344CB8AC3E}">
        <p14:creationId xmlns:p14="http://schemas.microsoft.com/office/powerpoint/2010/main" val="2480555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6D9839-A4DF-B640-3F31-EF1FAE198D3A}"/>
              </a:ext>
            </a:extLst>
          </p:cNvPr>
          <p:cNvPicPr>
            <a:picLocks noChangeAspect="1"/>
          </p:cNvPicPr>
          <p:nvPr/>
        </p:nvPicPr>
        <p:blipFill>
          <a:blip r:embed="rId2"/>
          <a:stretch>
            <a:fillRect/>
          </a:stretch>
        </p:blipFill>
        <p:spPr>
          <a:xfrm>
            <a:off x="1632350" y="982638"/>
            <a:ext cx="9338142" cy="4735773"/>
          </a:xfrm>
          <a:prstGeom prst="rect">
            <a:avLst/>
          </a:prstGeom>
        </p:spPr>
      </p:pic>
    </p:spTree>
    <p:extLst>
      <p:ext uri="{BB962C8B-B14F-4D97-AF65-F5344CB8AC3E}">
        <p14:creationId xmlns:p14="http://schemas.microsoft.com/office/powerpoint/2010/main" val="2791462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91ADF-1058-3370-0176-1CE449DB8D6E}"/>
              </a:ext>
            </a:extLst>
          </p:cNvPr>
          <p:cNvSpPr>
            <a:spLocks noGrp="1"/>
          </p:cNvSpPr>
          <p:nvPr>
            <p:ph type="title"/>
          </p:nvPr>
        </p:nvSpPr>
        <p:spPr>
          <a:xfrm>
            <a:off x="258708" y="209009"/>
            <a:ext cx="10421558" cy="727694"/>
          </a:xfrm>
        </p:spPr>
        <p:txBody>
          <a:bodyPr>
            <a:noAutofit/>
          </a:bodyPr>
          <a:lstStyle/>
          <a:p>
            <a:r>
              <a:rPr lang="en-US" sz="3600" b="0" i="0" dirty="0">
                <a:solidFill>
                  <a:srgbClr val="222222"/>
                </a:solidFill>
                <a:effectLst/>
                <a:latin typeface="segoe-ui_light"/>
              </a:rPr>
              <a:t>Design authentication and authorization solutions</a:t>
            </a:r>
            <a:endParaRPr lang="en-US" sz="3600" dirty="0"/>
          </a:p>
        </p:txBody>
      </p:sp>
      <p:pic>
        <p:nvPicPr>
          <p:cNvPr id="7" name="Picture 6">
            <a:extLst>
              <a:ext uri="{FF2B5EF4-FFF2-40B4-BE49-F238E27FC236}">
                <a16:creationId xmlns:a16="http://schemas.microsoft.com/office/drawing/2014/main" id="{72C3C650-392A-32AF-0AE3-BF1510E27202}"/>
              </a:ext>
            </a:extLst>
          </p:cNvPr>
          <p:cNvPicPr>
            <a:picLocks noChangeAspect="1"/>
          </p:cNvPicPr>
          <p:nvPr/>
        </p:nvPicPr>
        <p:blipFill>
          <a:blip r:embed="rId2"/>
          <a:stretch>
            <a:fillRect/>
          </a:stretch>
        </p:blipFill>
        <p:spPr>
          <a:xfrm>
            <a:off x="2482918" y="995978"/>
            <a:ext cx="7138754" cy="568809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00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BBEFF4F-1B44-4E10-0E5F-625FF2738189}"/>
              </a:ext>
            </a:extLst>
          </p:cNvPr>
          <p:cNvPicPr>
            <a:picLocks noGrp="1" noChangeAspect="1"/>
          </p:cNvPicPr>
          <p:nvPr>
            <p:ph idx="1"/>
          </p:nvPr>
        </p:nvPicPr>
        <p:blipFill>
          <a:blip r:embed="rId2"/>
          <a:stretch>
            <a:fillRect/>
          </a:stretch>
        </p:blipFill>
        <p:spPr>
          <a:xfrm>
            <a:off x="367809" y="289932"/>
            <a:ext cx="5377300" cy="2625605"/>
          </a:xfrm>
        </p:spPr>
      </p:pic>
      <p:pic>
        <p:nvPicPr>
          <p:cNvPr id="7" name="Picture 6">
            <a:extLst>
              <a:ext uri="{FF2B5EF4-FFF2-40B4-BE49-F238E27FC236}">
                <a16:creationId xmlns:a16="http://schemas.microsoft.com/office/drawing/2014/main" id="{1D0FF1A4-C991-2A05-8944-61D5459B8232}"/>
              </a:ext>
            </a:extLst>
          </p:cNvPr>
          <p:cNvPicPr>
            <a:picLocks noChangeAspect="1"/>
          </p:cNvPicPr>
          <p:nvPr/>
        </p:nvPicPr>
        <p:blipFill>
          <a:blip r:embed="rId3"/>
          <a:stretch>
            <a:fillRect/>
          </a:stretch>
        </p:blipFill>
        <p:spPr>
          <a:xfrm>
            <a:off x="375408" y="3249651"/>
            <a:ext cx="9141800" cy="30965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01669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C08EE-FA28-0448-3206-D6B2E50BB363}"/>
              </a:ext>
            </a:extLst>
          </p:cNvPr>
          <p:cNvSpPr>
            <a:spLocks noGrp="1"/>
          </p:cNvSpPr>
          <p:nvPr>
            <p:ph type="title"/>
          </p:nvPr>
        </p:nvSpPr>
        <p:spPr/>
        <p:txBody>
          <a:bodyPr/>
          <a:lstStyle/>
          <a:p>
            <a:r>
              <a:rPr lang="en-US" dirty="0"/>
              <a:t>New Identity Solution Features</a:t>
            </a:r>
          </a:p>
        </p:txBody>
      </p:sp>
      <p:pic>
        <p:nvPicPr>
          <p:cNvPr id="5" name="Content Placeholder 4">
            <a:extLst>
              <a:ext uri="{FF2B5EF4-FFF2-40B4-BE49-F238E27FC236}">
                <a16:creationId xmlns:a16="http://schemas.microsoft.com/office/drawing/2014/main" id="{77DA539B-D138-E865-1E6A-35B56F5E2031}"/>
              </a:ext>
            </a:extLst>
          </p:cNvPr>
          <p:cNvPicPr>
            <a:picLocks noGrp="1" noChangeAspect="1"/>
          </p:cNvPicPr>
          <p:nvPr>
            <p:ph idx="1"/>
          </p:nvPr>
        </p:nvPicPr>
        <p:blipFill>
          <a:blip r:embed="rId2"/>
          <a:stretch>
            <a:fillRect/>
          </a:stretch>
        </p:blipFill>
        <p:spPr>
          <a:xfrm>
            <a:off x="549358" y="1856095"/>
            <a:ext cx="9714264" cy="3011606"/>
          </a:xfrm>
        </p:spPr>
      </p:pic>
    </p:spTree>
    <p:extLst>
      <p:ext uri="{BB962C8B-B14F-4D97-AF65-F5344CB8AC3E}">
        <p14:creationId xmlns:p14="http://schemas.microsoft.com/office/powerpoint/2010/main" val="27166577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Integral</Template>
  <TotalTime>147</TotalTime>
  <Words>330</Words>
  <Application>Microsoft Office PowerPoint</Application>
  <PresentationFormat>Widescreen</PresentationFormat>
  <Paragraphs>23</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segoe-ui_light</vt:lpstr>
      <vt:lpstr>Tw Cen MT</vt:lpstr>
      <vt:lpstr>Tw Cen MT Condensed</vt:lpstr>
      <vt:lpstr>Wingdings 3</vt:lpstr>
      <vt:lpstr>Integral</vt:lpstr>
      <vt:lpstr>Cloud migration and Design - Case Studies</vt:lpstr>
      <vt:lpstr>Design Compute Case</vt:lpstr>
      <vt:lpstr>IaaS Solution</vt:lpstr>
      <vt:lpstr>PaaS Solution</vt:lpstr>
      <vt:lpstr>Design Non-relational Storage Case Study</vt:lpstr>
      <vt:lpstr>PowerPoint Presentation</vt:lpstr>
      <vt:lpstr>PowerPoint Presentation</vt:lpstr>
      <vt:lpstr>PowerPoint Presentation</vt:lpstr>
      <vt:lpstr>PowerPoint Presentation</vt:lpstr>
      <vt:lpstr>Design authentication and authorization solutions</vt:lpstr>
      <vt:lpstr>PowerPoint Presentation</vt:lpstr>
      <vt:lpstr>New Identity Solution Features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Non-relational Storage Case Study</dc:title>
  <dc:creator>Ali Khawaja</dc:creator>
  <cp:lastModifiedBy>Ali Khawaja</cp:lastModifiedBy>
  <cp:revision>1</cp:revision>
  <dcterms:created xsi:type="dcterms:W3CDTF">2023-05-15T07:13:33Z</dcterms:created>
  <dcterms:modified xsi:type="dcterms:W3CDTF">2024-11-12T16:05:24Z</dcterms:modified>
</cp:coreProperties>
</file>