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9144000"/>
  <p:notesSz cx="6858000" cy="9144000"/>
  <p:embeddedFontLst>
    <p:embeddedFont>
      <p:font typeface="Caveat"/>
      <p:regular r:id="rId36"/>
      <p:bold r:id="rId37"/>
    </p:embeddedFont>
    <p:embeddedFont>
      <p:font typeface="Robot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2" roundtripDataSignature="AMtx7miEMlKgiqSuoKA2dbqcw7tQQLb49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italic.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Roboto-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Caveat-bold.fntdata"/><Relationship Id="rId14" Type="http://schemas.openxmlformats.org/officeDocument/2006/relationships/slide" Target="slides/slide9.xml"/><Relationship Id="rId36" Type="http://schemas.openxmlformats.org/officeDocument/2006/relationships/font" Target="fonts/Caveat-regular.fntdata"/><Relationship Id="rId17" Type="http://schemas.openxmlformats.org/officeDocument/2006/relationships/slide" Target="slides/slide12.xml"/><Relationship Id="rId39" Type="http://schemas.openxmlformats.org/officeDocument/2006/relationships/font" Target="fonts/Roboto-bold.fntdata"/><Relationship Id="rId16" Type="http://schemas.openxmlformats.org/officeDocument/2006/relationships/slide" Target="slides/slide11.xml"/><Relationship Id="rId38" Type="http://schemas.openxmlformats.org/officeDocument/2006/relationships/font" Target="fonts/Robot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132" name="Google Shape;13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27d929541f_0_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27d929541f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0" name="Google Shape;140;g327d929541f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27d929541f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27d929541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7" name="Google Shape;147;g327d929541f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27d929541f_0_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27d929541f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3" name="Google Shape;153;g327d929541f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0" name="Google Shape;160;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2916501641_1_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2916501641_1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8" name="Google Shape;168;g32916501641_1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2916501641_1_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2916501641_1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6" name="Google Shape;176;g32916501641_1_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3" name="Google Shape;183;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9" name="Google Shape;189;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4" name="Google Shape;194;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9" name="Google Shape;199;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27d929541f_0_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27d929541f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5" name="Google Shape;205;g327d929541f_0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27d929541f_0_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27d929541f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2" name="Google Shape;212;g327d929541f_0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27d929541f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27d929541f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9" name="Google Shape;219;g327d929541f_0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27d929541f_0_6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27d929541f_0_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6" name="Google Shape;226;g327d929541f_0_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27d929541f_0_7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27d929541f_0_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3" name="Google Shape;233;g327d929541f_0_7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27d929541f_0_9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27d929541f_0_9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3" name="Google Shape;243;g327d929541f_0_9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27d929541f_0_1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27d929541f_0_1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1" name="Google Shape;251;g327d929541f_0_1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27d929541f_0_1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27d929541f_0_1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0" name="Google Shape;260;g327d929541f_0_1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27d929541f_0_9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27d929541f_0_9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7" name="Google Shape;267;g327d929541f_0_9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27d929541f_0_10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27d929541f_0_10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5" name="Google Shape;275;g327d929541f_0_10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27d929541f_0_1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27d929541f_0_1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3" name="Google Shape;283;g327d929541f_0_1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27d929541f_0_16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27d929541f_0_1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0" name="Google Shape;290;g327d929541f_0_16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27d929541f_0_17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27d929541f_0_17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0" name="Google Shape;300;g327d929541f_0_17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2916501641_1_5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2916501641_1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8" name="Google Shape;308;g32916501641_1_5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2916501641_1_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2916501641_1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6" name="Google Shape;316;g32916501641_1_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2916501641_1_6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2916501641_1_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3" name="Google Shape;323;g32916501641_1_6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27d929541f_0_15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27d929541f_0_1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0" name="Google Shape;330;g327d929541f_0_1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27d929541f_0_1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27d929541f_0_1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7" name="Google Shape;337;g327d929541f_0_1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27d929541f_0_18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27d929541f_0_1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4" name="Google Shape;344;g327d929541f_0_18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26"/>
          <p:cNvSpPr txBox="1"/>
          <p:nvPr>
            <p:ph type="ctrTitle"/>
          </p:nvPr>
        </p:nvSpPr>
        <p:spPr>
          <a:xfrm>
            <a:off x="866442" y="1447801"/>
            <a:ext cx="6620968" cy="33295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7200"/>
              <a:buFont typeface="Arial"/>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6"/>
          <p:cNvSpPr txBox="1"/>
          <p:nvPr>
            <p:ph idx="1" type="subTitle"/>
          </p:nvPr>
        </p:nvSpPr>
        <p:spPr>
          <a:xfrm>
            <a:off x="866442" y="4777380"/>
            <a:ext cx="662096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600"/>
              <a:buNone/>
              <a:defRPr cap="none">
                <a:solidFill>
                  <a:srgbClr val="EFF8FC"/>
                </a:solidFill>
              </a:defRPr>
            </a:lvl1pPr>
            <a:lvl2pPr lvl="1" algn="ctr">
              <a:spcBef>
                <a:spcPts val="1000"/>
              </a:spcBef>
              <a:spcAft>
                <a:spcPts val="0"/>
              </a:spcAft>
              <a:buSzPts val="1440"/>
              <a:buNone/>
              <a:defRPr>
                <a:solidFill>
                  <a:srgbClr val="888888"/>
                </a:solidFill>
              </a:defRPr>
            </a:lvl2pPr>
            <a:lvl3pPr lvl="2" algn="ctr">
              <a:spcBef>
                <a:spcPts val="1000"/>
              </a:spcBef>
              <a:spcAft>
                <a:spcPts val="0"/>
              </a:spcAft>
              <a:buSzPts val="1280"/>
              <a:buNone/>
              <a:defRPr>
                <a:solidFill>
                  <a:srgbClr val="888888"/>
                </a:solidFill>
              </a:defRPr>
            </a:lvl3pPr>
            <a:lvl4pPr lvl="3" algn="ctr">
              <a:spcBef>
                <a:spcPts val="1000"/>
              </a:spcBef>
              <a:spcAft>
                <a:spcPts val="0"/>
              </a:spcAft>
              <a:buSzPts val="1120"/>
              <a:buNone/>
              <a:defRPr>
                <a:solidFill>
                  <a:srgbClr val="888888"/>
                </a:solidFill>
              </a:defRPr>
            </a:lvl4pPr>
            <a:lvl5pPr lvl="4" algn="ctr">
              <a:spcBef>
                <a:spcPts val="1000"/>
              </a:spcBef>
              <a:spcAft>
                <a:spcPts val="0"/>
              </a:spcAft>
              <a:buSzPts val="1120"/>
              <a:buNone/>
              <a:defRPr>
                <a:solidFill>
                  <a:srgbClr val="888888"/>
                </a:solidFill>
              </a:defRPr>
            </a:lvl5pPr>
            <a:lvl6pPr lvl="5" algn="ctr">
              <a:spcBef>
                <a:spcPts val="1000"/>
              </a:spcBef>
              <a:spcAft>
                <a:spcPts val="0"/>
              </a:spcAft>
              <a:buSzPts val="1120"/>
              <a:buNone/>
              <a:defRPr>
                <a:solidFill>
                  <a:srgbClr val="888888"/>
                </a:solidFill>
              </a:defRPr>
            </a:lvl6pPr>
            <a:lvl7pPr lvl="6" algn="ctr">
              <a:spcBef>
                <a:spcPts val="1000"/>
              </a:spcBef>
              <a:spcAft>
                <a:spcPts val="0"/>
              </a:spcAft>
              <a:buSzPts val="1120"/>
              <a:buNone/>
              <a:defRPr>
                <a:solidFill>
                  <a:srgbClr val="888888"/>
                </a:solidFill>
              </a:defRPr>
            </a:lvl7pPr>
            <a:lvl8pPr lvl="7" algn="ctr">
              <a:spcBef>
                <a:spcPts val="1000"/>
              </a:spcBef>
              <a:spcAft>
                <a:spcPts val="0"/>
              </a:spcAft>
              <a:buSzPts val="1120"/>
              <a:buNone/>
              <a:defRPr>
                <a:solidFill>
                  <a:srgbClr val="888888"/>
                </a:solidFill>
              </a:defRPr>
            </a:lvl8pPr>
            <a:lvl9pPr lvl="8" algn="ctr">
              <a:spcBef>
                <a:spcPts val="1000"/>
              </a:spcBef>
              <a:spcAft>
                <a:spcPts val="0"/>
              </a:spcAft>
              <a:buSzPts val="1120"/>
              <a:buNone/>
              <a:defRPr>
                <a:solidFill>
                  <a:srgbClr val="888888"/>
                </a:solidFill>
              </a:defRPr>
            </a:lvl9pPr>
          </a:lstStyle>
          <a:p/>
        </p:txBody>
      </p:sp>
      <p:sp>
        <p:nvSpPr>
          <p:cNvPr id="23" name="Google Shape;23;p26"/>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24" name="Google Shape;24;p26"/>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7"/>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7"/>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8" name="Google Shape;28;p27"/>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29" name="Google Shape;29;p27"/>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28"/>
          <p:cNvSpPr txBox="1"/>
          <p:nvPr>
            <p:ph type="title"/>
          </p:nvPr>
        </p:nvSpPr>
        <p:spPr>
          <a:xfrm>
            <a:off x="866443" y="2861734"/>
            <a:ext cx="6620967" cy="191564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4000"/>
              <a:buFont typeface="Arial"/>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8"/>
          <p:cNvSpPr txBox="1"/>
          <p:nvPr>
            <p:ph idx="1" type="body"/>
          </p:nvPr>
        </p:nvSpPr>
        <p:spPr>
          <a:xfrm>
            <a:off x="866442" y="4777381"/>
            <a:ext cx="66209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EFF8FC"/>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33" name="Google Shape;33;p28"/>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34" name="Google Shape;34;p28"/>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29"/>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9"/>
          <p:cNvSpPr txBox="1"/>
          <p:nvPr>
            <p:ph idx="1" type="body"/>
          </p:nvPr>
        </p:nvSpPr>
        <p:spPr>
          <a:xfrm>
            <a:off x="827700" y="2060576"/>
            <a:ext cx="3298113" cy="419576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8" name="Google Shape;38;p29"/>
          <p:cNvSpPr txBox="1"/>
          <p:nvPr>
            <p:ph idx="2" type="body"/>
          </p:nvPr>
        </p:nvSpPr>
        <p:spPr>
          <a:xfrm>
            <a:off x="4241975" y="2056093"/>
            <a:ext cx="3298115" cy="4200245"/>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9" name="Google Shape;39;p29"/>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40" name="Google Shape;40;p29"/>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30"/>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4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0"/>
          <p:cNvSpPr txBox="1"/>
          <p:nvPr>
            <p:ph idx="1" type="body"/>
          </p:nvPr>
        </p:nvSpPr>
        <p:spPr>
          <a:xfrm>
            <a:off x="827700" y="1905000"/>
            <a:ext cx="329811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FF8FC"/>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4" name="Google Shape;44;p30"/>
          <p:cNvSpPr txBox="1"/>
          <p:nvPr>
            <p:ph idx="2" type="body"/>
          </p:nvPr>
        </p:nvSpPr>
        <p:spPr>
          <a:xfrm>
            <a:off x="827700" y="2514600"/>
            <a:ext cx="3298113"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5" name="Google Shape;45;p30"/>
          <p:cNvSpPr txBox="1"/>
          <p:nvPr>
            <p:ph idx="3" type="body"/>
          </p:nvPr>
        </p:nvSpPr>
        <p:spPr>
          <a:xfrm>
            <a:off x="4241976" y="1905000"/>
            <a:ext cx="3298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FF8FC"/>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6" name="Google Shape;46;p30"/>
          <p:cNvSpPr txBox="1"/>
          <p:nvPr>
            <p:ph idx="4" type="body"/>
          </p:nvPr>
        </p:nvSpPr>
        <p:spPr>
          <a:xfrm>
            <a:off x="4241976" y="2514600"/>
            <a:ext cx="3298113"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7" name="Google Shape;47;p30"/>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48" name="Google Shape;48;p30"/>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1"/>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1"/>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52" name="Google Shape;52;p31"/>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32"/>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55" name="Google Shape;55;p32"/>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33"/>
          <p:cNvSpPr txBox="1"/>
          <p:nvPr>
            <p:ph type="title"/>
          </p:nvPr>
        </p:nvSpPr>
        <p:spPr>
          <a:xfrm>
            <a:off x="866441" y="1447800"/>
            <a:ext cx="2551462" cy="1447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400"/>
              <a:buFont typeface="Aria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3"/>
          <p:cNvSpPr txBox="1"/>
          <p:nvPr>
            <p:ph idx="1" type="body"/>
          </p:nvPr>
        </p:nvSpPr>
        <p:spPr>
          <a:xfrm>
            <a:off x="3589397" y="1447800"/>
            <a:ext cx="3898013" cy="4572000"/>
          </a:xfrm>
          <a:prstGeom prst="rect">
            <a:avLst/>
          </a:prstGeom>
          <a:noFill/>
          <a:ln>
            <a:noFill/>
          </a:ln>
        </p:spPr>
        <p:txBody>
          <a:bodyPr anchorCtr="0" anchor="ctr" bIns="45700" lIns="91425" spcFirstLastPara="1" rIns="91425" wrap="square" tIns="45700">
            <a:normAutofit/>
          </a:bodyPr>
          <a:lstStyle>
            <a:lvl1pPr indent="-330200" lvl="0" marL="457200" algn="l">
              <a:spcBef>
                <a:spcPts val="1000"/>
              </a:spcBef>
              <a:spcAft>
                <a:spcPts val="0"/>
              </a:spcAft>
              <a:buSzPts val="1600"/>
              <a:buChar char="►"/>
              <a:defRPr sz="2000"/>
            </a:lvl1pPr>
            <a:lvl2pPr indent="-320040" lvl="1" marL="914400" algn="l">
              <a:spcBef>
                <a:spcPts val="1000"/>
              </a:spcBef>
              <a:spcAft>
                <a:spcPts val="0"/>
              </a:spcAft>
              <a:buSzPts val="1440"/>
              <a:buChar char="►"/>
              <a:defRPr sz="1800"/>
            </a:lvl2pPr>
            <a:lvl3pPr indent="-309880" lvl="2" marL="1371600" algn="l">
              <a:spcBef>
                <a:spcPts val="1000"/>
              </a:spcBef>
              <a:spcAft>
                <a:spcPts val="0"/>
              </a:spcAft>
              <a:buSzPts val="1280"/>
              <a:buChar char="►"/>
              <a:defRPr sz="1600"/>
            </a:lvl3pPr>
            <a:lvl4pPr indent="-299719" lvl="3" marL="1828800" algn="l">
              <a:spcBef>
                <a:spcPts val="1000"/>
              </a:spcBef>
              <a:spcAft>
                <a:spcPts val="0"/>
              </a:spcAft>
              <a:buSzPts val="1120"/>
              <a:buChar char="►"/>
              <a:defRPr sz="1400"/>
            </a:lvl4pPr>
            <a:lvl5pPr indent="-299720" lvl="4" marL="2286000" algn="l">
              <a:spcBef>
                <a:spcPts val="1000"/>
              </a:spcBef>
              <a:spcAft>
                <a:spcPts val="0"/>
              </a:spcAft>
              <a:buSzPts val="1120"/>
              <a:buChar char="►"/>
              <a:defRPr sz="1400"/>
            </a:lvl5pPr>
            <a:lvl6pPr indent="-299720" lvl="5" marL="2743200" algn="l">
              <a:spcBef>
                <a:spcPts val="1000"/>
              </a:spcBef>
              <a:spcAft>
                <a:spcPts val="0"/>
              </a:spcAft>
              <a:buSzPts val="1120"/>
              <a:buChar char="►"/>
              <a:defRPr sz="1400"/>
            </a:lvl6pPr>
            <a:lvl7pPr indent="-299720" lvl="6" marL="3200400" algn="l">
              <a:spcBef>
                <a:spcPts val="1000"/>
              </a:spcBef>
              <a:spcAft>
                <a:spcPts val="0"/>
              </a:spcAft>
              <a:buSzPts val="1120"/>
              <a:buChar char="►"/>
              <a:defRPr sz="1400"/>
            </a:lvl7pPr>
            <a:lvl8pPr indent="-299720" lvl="7" marL="3657600" algn="l">
              <a:spcBef>
                <a:spcPts val="1000"/>
              </a:spcBef>
              <a:spcAft>
                <a:spcPts val="0"/>
              </a:spcAft>
              <a:buSzPts val="1120"/>
              <a:buChar char="►"/>
              <a:defRPr sz="1400"/>
            </a:lvl8pPr>
            <a:lvl9pPr indent="-299720" lvl="8" marL="4114800" algn="l">
              <a:spcBef>
                <a:spcPts val="1000"/>
              </a:spcBef>
              <a:spcAft>
                <a:spcPts val="0"/>
              </a:spcAft>
              <a:buSzPts val="1120"/>
              <a:buChar char="►"/>
              <a:defRPr sz="1400"/>
            </a:lvl9pPr>
          </a:lstStyle>
          <a:p/>
        </p:txBody>
      </p:sp>
      <p:sp>
        <p:nvSpPr>
          <p:cNvPr id="59" name="Google Shape;59;p33"/>
          <p:cNvSpPr txBox="1"/>
          <p:nvPr>
            <p:ph idx="2" type="body"/>
          </p:nvPr>
        </p:nvSpPr>
        <p:spPr>
          <a:xfrm>
            <a:off x="866441" y="3129281"/>
            <a:ext cx="2551462" cy="289559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60" name="Google Shape;60;p33"/>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61" name="Google Shape;61;p33"/>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34"/>
          <p:cNvSpPr txBox="1"/>
          <p:nvPr>
            <p:ph type="title"/>
          </p:nvPr>
        </p:nvSpPr>
        <p:spPr>
          <a:xfrm>
            <a:off x="865656" y="1854192"/>
            <a:ext cx="3820674" cy="157480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600"/>
              <a:buFont typeface="Arial"/>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4"/>
          <p:cNvSpPr/>
          <p:nvPr>
            <p:ph idx="2" type="pic"/>
          </p:nvPr>
        </p:nvSpPr>
        <p:spPr>
          <a:xfrm>
            <a:off x="5213517" y="1143000"/>
            <a:ext cx="2400925" cy="4572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65" name="Google Shape;65;p34"/>
          <p:cNvSpPr txBox="1"/>
          <p:nvPr>
            <p:ph idx="1" type="body"/>
          </p:nvPr>
        </p:nvSpPr>
        <p:spPr>
          <a:xfrm>
            <a:off x="866441" y="3657600"/>
            <a:ext cx="3814728"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66" name="Google Shape;66;p34"/>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67" name="Google Shape;67;p34"/>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68" name="Shape 68"/>
        <p:cNvGrpSpPr/>
        <p:nvPr/>
      </p:nvGrpSpPr>
      <p:grpSpPr>
        <a:xfrm>
          <a:off x="0" y="0"/>
          <a:ext cx="0" cy="0"/>
          <a:chOff x="0" y="0"/>
          <a:chExt cx="0" cy="0"/>
        </a:xfrm>
      </p:grpSpPr>
      <p:sp>
        <p:nvSpPr>
          <p:cNvPr id="69" name="Google Shape;69;p35"/>
          <p:cNvSpPr txBox="1"/>
          <p:nvPr>
            <p:ph type="title"/>
          </p:nvPr>
        </p:nvSpPr>
        <p:spPr>
          <a:xfrm>
            <a:off x="866443" y="4800587"/>
            <a:ext cx="66209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400"/>
              <a:buFont typeface="Aria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5"/>
          <p:cNvSpPr/>
          <p:nvPr>
            <p:ph idx="2" type="pic"/>
          </p:nvPr>
        </p:nvSpPr>
        <p:spPr>
          <a:xfrm>
            <a:off x="866442" y="685800"/>
            <a:ext cx="6620968" cy="3640666"/>
          </a:xfrm>
          <a:prstGeom prst="roundRect">
            <a:avLst>
              <a:gd fmla="val 1858" name="adj"/>
            </a:avLst>
          </a:prstGeom>
          <a:noFill/>
          <a:ln>
            <a:noFill/>
          </a:ln>
          <a:effectLst>
            <a:outerShdw blurRad="50800" rotWithShape="0" algn="tl" dir="5400000" dist="50800">
              <a:srgbClr val="000000">
                <a:alpha val="42745"/>
              </a:srgbClr>
            </a:outerShdw>
          </a:effectLst>
        </p:spPr>
      </p:sp>
      <p:sp>
        <p:nvSpPr>
          <p:cNvPr id="71" name="Google Shape;71;p35"/>
          <p:cNvSpPr txBox="1"/>
          <p:nvPr>
            <p:ph idx="1" type="body"/>
          </p:nvPr>
        </p:nvSpPr>
        <p:spPr>
          <a:xfrm>
            <a:off x="866443" y="5367325"/>
            <a:ext cx="6620966"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2" name="Google Shape;72;p35"/>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73" name="Google Shape;73;p35"/>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74" name="Shape 74"/>
        <p:cNvGrpSpPr/>
        <p:nvPr/>
      </p:nvGrpSpPr>
      <p:grpSpPr>
        <a:xfrm>
          <a:off x="0" y="0"/>
          <a:ext cx="0" cy="0"/>
          <a:chOff x="0" y="0"/>
          <a:chExt cx="0" cy="0"/>
        </a:xfrm>
      </p:grpSpPr>
      <p:sp>
        <p:nvSpPr>
          <p:cNvPr id="75" name="Google Shape;75;p36"/>
          <p:cNvSpPr txBox="1"/>
          <p:nvPr>
            <p:ph type="title"/>
          </p:nvPr>
        </p:nvSpPr>
        <p:spPr>
          <a:xfrm>
            <a:off x="866442" y="1447800"/>
            <a:ext cx="6620968" cy="1981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4800"/>
              <a:buFont typeface="Arial"/>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6"/>
          <p:cNvSpPr txBox="1"/>
          <p:nvPr>
            <p:ph idx="1" type="body"/>
          </p:nvPr>
        </p:nvSpPr>
        <p:spPr>
          <a:xfrm>
            <a:off x="866442" y="3657600"/>
            <a:ext cx="6620968" cy="23622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7" name="Google Shape;77;p36"/>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78" name="Google Shape;78;p36"/>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79" name="Shape 79"/>
        <p:cNvGrpSpPr/>
        <p:nvPr/>
      </p:nvGrpSpPr>
      <p:grpSpPr>
        <a:xfrm>
          <a:off x="0" y="0"/>
          <a:ext cx="0" cy="0"/>
          <a:chOff x="0" y="0"/>
          <a:chExt cx="0" cy="0"/>
        </a:xfrm>
      </p:grpSpPr>
      <p:sp>
        <p:nvSpPr>
          <p:cNvPr id="80" name="Google Shape;80;p37"/>
          <p:cNvSpPr txBox="1"/>
          <p:nvPr>
            <p:ph type="title"/>
          </p:nvPr>
        </p:nvSpPr>
        <p:spPr>
          <a:xfrm>
            <a:off x="1181409" y="1447800"/>
            <a:ext cx="6001049" cy="2323374"/>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4800"/>
              <a:buFont typeface="Arial"/>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7"/>
          <p:cNvSpPr txBox="1"/>
          <p:nvPr>
            <p:ph idx="1" type="body"/>
          </p:nvPr>
        </p:nvSpPr>
        <p:spPr>
          <a:xfrm>
            <a:off x="1448177" y="3771174"/>
            <a:ext cx="5461159"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rgbClr val="EFF8FC"/>
                </a:solidFill>
                <a:latin typeface="Arial"/>
                <a:ea typeface="Arial"/>
                <a:cs typeface="Arial"/>
                <a:sym typeface="Arial"/>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2" name="Google Shape;82;p37"/>
          <p:cNvSpPr txBox="1"/>
          <p:nvPr>
            <p:ph idx="2" type="body"/>
          </p:nvPr>
        </p:nvSpPr>
        <p:spPr>
          <a:xfrm>
            <a:off x="866442" y="4350657"/>
            <a:ext cx="6620968" cy="16764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3" name="Google Shape;83;p37"/>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84" name="Google Shape;84;p37"/>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85" name="Google Shape;85;p37"/>
          <p:cNvSpPr txBox="1"/>
          <p:nvPr/>
        </p:nvSpPr>
        <p:spPr>
          <a:xfrm>
            <a:off x="673897" y="971253"/>
            <a:ext cx="601591"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u="none" cap="none" strike="noStrike">
                <a:solidFill>
                  <a:srgbClr val="EFF8FC"/>
                </a:solidFill>
                <a:latin typeface="Arial"/>
                <a:ea typeface="Arial"/>
                <a:cs typeface="Arial"/>
                <a:sym typeface="Arial"/>
              </a:rPr>
              <a:t>“</a:t>
            </a:r>
            <a:endParaRPr/>
          </a:p>
        </p:txBody>
      </p:sp>
      <p:sp>
        <p:nvSpPr>
          <p:cNvPr id="86" name="Google Shape;86;p37"/>
          <p:cNvSpPr txBox="1"/>
          <p:nvPr/>
        </p:nvSpPr>
        <p:spPr>
          <a:xfrm>
            <a:off x="6999690" y="2613787"/>
            <a:ext cx="601591"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u="none" cap="none" strike="noStrike">
                <a:solidFill>
                  <a:srgbClr val="EFF8FC"/>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87" name="Shape 87"/>
        <p:cNvGrpSpPr/>
        <p:nvPr/>
      </p:nvGrpSpPr>
      <p:grpSpPr>
        <a:xfrm>
          <a:off x="0" y="0"/>
          <a:ext cx="0" cy="0"/>
          <a:chOff x="0" y="0"/>
          <a:chExt cx="0" cy="0"/>
        </a:xfrm>
      </p:grpSpPr>
      <p:sp>
        <p:nvSpPr>
          <p:cNvPr id="88" name="Google Shape;88;p38"/>
          <p:cNvSpPr txBox="1"/>
          <p:nvPr>
            <p:ph type="title"/>
          </p:nvPr>
        </p:nvSpPr>
        <p:spPr>
          <a:xfrm>
            <a:off x="866441" y="3124201"/>
            <a:ext cx="6620969" cy="165318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4000"/>
              <a:buFont typeface="Arial"/>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8"/>
          <p:cNvSpPr txBox="1"/>
          <p:nvPr>
            <p:ph idx="1" type="body"/>
          </p:nvPr>
        </p:nvSpPr>
        <p:spPr>
          <a:xfrm>
            <a:off x="866442" y="4777381"/>
            <a:ext cx="66209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EFF8FC"/>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0" name="Google Shape;90;p38"/>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91" name="Google Shape;91;p38"/>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92" name="Shape 92"/>
        <p:cNvGrpSpPr/>
        <p:nvPr/>
      </p:nvGrpSpPr>
      <p:grpSpPr>
        <a:xfrm>
          <a:off x="0" y="0"/>
          <a:ext cx="0" cy="0"/>
          <a:chOff x="0" y="0"/>
          <a:chExt cx="0" cy="0"/>
        </a:xfrm>
      </p:grpSpPr>
      <p:sp>
        <p:nvSpPr>
          <p:cNvPr id="93" name="Google Shape;93;p39"/>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4200"/>
              <a:buFont typeface="Arial"/>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9"/>
          <p:cNvSpPr txBox="1"/>
          <p:nvPr>
            <p:ph idx="1" type="body"/>
          </p:nvPr>
        </p:nvSpPr>
        <p:spPr>
          <a:xfrm>
            <a:off x="474834" y="1981200"/>
            <a:ext cx="2210725"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FF8FC"/>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95" name="Google Shape;95;p39"/>
          <p:cNvSpPr txBox="1"/>
          <p:nvPr>
            <p:ph idx="2" type="body"/>
          </p:nvPr>
        </p:nvSpPr>
        <p:spPr>
          <a:xfrm>
            <a:off x="489475" y="2667000"/>
            <a:ext cx="2196084"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6" name="Google Shape;96;p39"/>
          <p:cNvSpPr txBox="1"/>
          <p:nvPr>
            <p:ph idx="3" type="body"/>
          </p:nvPr>
        </p:nvSpPr>
        <p:spPr>
          <a:xfrm>
            <a:off x="2913504" y="1981200"/>
            <a:ext cx="2202754"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FF8FC"/>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97" name="Google Shape;97;p39"/>
          <p:cNvSpPr txBox="1"/>
          <p:nvPr>
            <p:ph idx="4" type="body"/>
          </p:nvPr>
        </p:nvSpPr>
        <p:spPr>
          <a:xfrm>
            <a:off x="2905586" y="2667000"/>
            <a:ext cx="2210671"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8" name="Google Shape;98;p39"/>
          <p:cNvSpPr txBox="1"/>
          <p:nvPr>
            <p:ph idx="5" type="body"/>
          </p:nvPr>
        </p:nvSpPr>
        <p:spPr>
          <a:xfrm>
            <a:off x="5344917" y="1981200"/>
            <a:ext cx="219965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FF8FC"/>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99" name="Google Shape;99;p39"/>
          <p:cNvSpPr txBox="1"/>
          <p:nvPr>
            <p:ph idx="6" type="body"/>
          </p:nvPr>
        </p:nvSpPr>
        <p:spPr>
          <a:xfrm>
            <a:off x="5344917" y="2667000"/>
            <a:ext cx="2199658"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00" name="Google Shape;100;p39"/>
          <p:cNvCxnSpPr/>
          <p:nvPr/>
        </p:nvCxnSpPr>
        <p:spPr>
          <a:xfrm>
            <a:off x="2795334" y="2133600"/>
            <a:ext cx="0" cy="3962400"/>
          </a:xfrm>
          <a:prstGeom prst="straightConnector1">
            <a:avLst/>
          </a:prstGeom>
          <a:noFill/>
          <a:ln cap="flat" cmpd="sng" w="12700">
            <a:solidFill>
              <a:srgbClr val="EFF8FC">
                <a:alpha val="40000"/>
              </a:srgbClr>
            </a:solidFill>
            <a:prstDash val="solid"/>
            <a:round/>
            <a:headEnd len="sm" w="sm" type="none"/>
            <a:tailEnd len="sm" w="sm" type="none"/>
          </a:ln>
        </p:spPr>
      </p:cxnSp>
      <p:cxnSp>
        <p:nvCxnSpPr>
          <p:cNvPr id="101" name="Google Shape;101;p39"/>
          <p:cNvCxnSpPr/>
          <p:nvPr/>
        </p:nvCxnSpPr>
        <p:spPr>
          <a:xfrm>
            <a:off x="5223030" y="2133600"/>
            <a:ext cx="0" cy="3966882"/>
          </a:xfrm>
          <a:prstGeom prst="straightConnector1">
            <a:avLst/>
          </a:prstGeom>
          <a:noFill/>
          <a:ln cap="flat" cmpd="sng" w="12700">
            <a:solidFill>
              <a:srgbClr val="EFF8FC">
                <a:alpha val="40000"/>
              </a:srgbClr>
            </a:solidFill>
            <a:prstDash val="solid"/>
            <a:round/>
            <a:headEnd len="sm" w="sm" type="none"/>
            <a:tailEnd len="sm" w="sm" type="none"/>
          </a:ln>
        </p:spPr>
      </p:cxnSp>
      <p:sp>
        <p:nvSpPr>
          <p:cNvPr id="102" name="Google Shape;102;p39"/>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03" name="Google Shape;103;p39"/>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04" name="Shape 104"/>
        <p:cNvGrpSpPr/>
        <p:nvPr/>
      </p:nvGrpSpPr>
      <p:grpSpPr>
        <a:xfrm>
          <a:off x="0" y="0"/>
          <a:ext cx="0" cy="0"/>
          <a:chOff x="0" y="0"/>
          <a:chExt cx="0" cy="0"/>
        </a:xfrm>
      </p:grpSpPr>
      <p:sp>
        <p:nvSpPr>
          <p:cNvPr id="105" name="Google Shape;105;p40"/>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4200"/>
              <a:buFont typeface="Arial"/>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40"/>
          <p:cNvSpPr txBox="1"/>
          <p:nvPr>
            <p:ph idx="1" type="body"/>
          </p:nvPr>
        </p:nvSpPr>
        <p:spPr>
          <a:xfrm>
            <a:off x="489475" y="4250949"/>
            <a:ext cx="220561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FF8FC"/>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7" name="Google Shape;107;p40"/>
          <p:cNvSpPr/>
          <p:nvPr>
            <p:ph idx="2" type="pic"/>
          </p:nvPr>
        </p:nvSpPr>
        <p:spPr>
          <a:xfrm>
            <a:off x="489475" y="2209800"/>
            <a:ext cx="2205612"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08" name="Google Shape;108;p40"/>
          <p:cNvSpPr txBox="1"/>
          <p:nvPr>
            <p:ph idx="3" type="body"/>
          </p:nvPr>
        </p:nvSpPr>
        <p:spPr>
          <a:xfrm>
            <a:off x="489475" y="4827212"/>
            <a:ext cx="2205612"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9" name="Google Shape;109;p40"/>
          <p:cNvSpPr txBox="1"/>
          <p:nvPr>
            <p:ph idx="4" type="body"/>
          </p:nvPr>
        </p:nvSpPr>
        <p:spPr>
          <a:xfrm>
            <a:off x="2917792" y="4250949"/>
            <a:ext cx="219846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FF8FC"/>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0" name="Google Shape;110;p40"/>
          <p:cNvSpPr/>
          <p:nvPr>
            <p:ph idx="5" type="pic"/>
          </p:nvPr>
        </p:nvSpPr>
        <p:spPr>
          <a:xfrm>
            <a:off x="2917791" y="2209800"/>
            <a:ext cx="2198466"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11" name="Google Shape;111;p40"/>
          <p:cNvSpPr txBox="1"/>
          <p:nvPr>
            <p:ph idx="6" type="body"/>
          </p:nvPr>
        </p:nvSpPr>
        <p:spPr>
          <a:xfrm>
            <a:off x="2916776" y="4827211"/>
            <a:ext cx="2201378"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12" name="Google Shape;112;p40"/>
          <p:cNvSpPr txBox="1"/>
          <p:nvPr>
            <p:ph idx="7" type="body"/>
          </p:nvPr>
        </p:nvSpPr>
        <p:spPr>
          <a:xfrm>
            <a:off x="5344917" y="4250949"/>
            <a:ext cx="219965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FF8FC"/>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3" name="Google Shape;113;p40"/>
          <p:cNvSpPr/>
          <p:nvPr>
            <p:ph idx="8" type="pic"/>
          </p:nvPr>
        </p:nvSpPr>
        <p:spPr>
          <a:xfrm>
            <a:off x="5344916" y="2209800"/>
            <a:ext cx="2199658"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14" name="Google Shape;114;p40"/>
          <p:cNvSpPr txBox="1"/>
          <p:nvPr>
            <p:ph idx="9" type="body"/>
          </p:nvPr>
        </p:nvSpPr>
        <p:spPr>
          <a:xfrm>
            <a:off x="5344824" y="4827209"/>
            <a:ext cx="2202571"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15" name="Google Shape;115;p40"/>
          <p:cNvCxnSpPr/>
          <p:nvPr/>
        </p:nvCxnSpPr>
        <p:spPr>
          <a:xfrm>
            <a:off x="2795334" y="2133600"/>
            <a:ext cx="0" cy="3962400"/>
          </a:xfrm>
          <a:prstGeom prst="straightConnector1">
            <a:avLst/>
          </a:prstGeom>
          <a:noFill/>
          <a:ln cap="flat" cmpd="sng" w="12700">
            <a:solidFill>
              <a:srgbClr val="EFF8FC">
                <a:alpha val="40000"/>
              </a:srgbClr>
            </a:solidFill>
            <a:prstDash val="solid"/>
            <a:round/>
            <a:headEnd len="sm" w="sm" type="none"/>
            <a:tailEnd len="sm" w="sm" type="none"/>
          </a:ln>
        </p:spPr>
      </p:cxnSp>
      <p:cxnSp>
        <p:nvCxnSpPr>
          <p:cNvPr id="116" name="Google Shape;116;p40"/>
          <p:cNvCxnSpPr/>
          <p:nvPr/>
        </p:nvCxnSpPr>
        <p:spPr>
          <a:xfrm>
            <a:off x="5223030" y="2133600"/>
            <a:ext cx="0" cy="3966882"/>
          </a:xfrm>
          <a:prstGeom prst="straightConnector1">
            <a:avLst/>
          </a:prstGeom>
          <a:noFill/>
          <a:ln cap="flat" cmpd="sng" w="12700">
            <a:solidFill>
              <a:srgbClr val="EFF8FC">
                <a:alpha val="40000"/>
              </a:srgbClr>
            </a:solidFill>
            <a:prstDash val="solid"/>
            <a:round/>
            <a:headEnd len="sm" w="sm" type="none"/>
            <a:tailEnd len="sm" w="sm" type="none"/>
          </a:ln>
        </p:spPr>
      </p:cxnSp>
      <p:sp>
        <p:nvSpPr>
          <p:cNvPr id="117" name="Google Shape;117;p40"/>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18" name="Google Shape;118;p40"/>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9" name="Shape 119"/>
        <p:cNvGrpSpPr/>
        <p:nvPr/>
      </p:nvGrpSpPr>
      <p:grpSpPr>
        <a:xfrm>
          <a:off x="0" y="0"/>
          <a:ext cx="0" cy="0"/>
          <a:chOff x="0" y="0"/>
          <a:chExt cx="0" cy="0"/>
        </a:xfrm>
      </p:grpSpPr>
      <p:sp>
        <p:nvSpPr>
          <p:cNvPr id="120" name="Google Shape;120;p41"/>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41"/>
          <p:cNvSpPr txBox="1"/>
          <p:nvPr>
            <p:ph idx="1" type="body"/>
          </p:nvPr>
        </p:nvSpPr>
        <p:spPr>
          <a:xfrm rot="5400000">
            <a:off x="2085787" y="794839"/>
            <a:ext cx="4195481" cy="6711654"/>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2" name="Google Shape;122;p41"/>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23" name="Google Shape;123;p41"/>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4" name="Shape 124"/>
        <p:cNvGrpSpPr/>
        <p:nvPr/>
      </p:nvGrpSpPr>
      <p:grpSpPr>
        <a:xfrm>
          <a:off x="0" y="0"/>
          <a:ext cx="0" cy="0"/>
          <a:chOff x="0" y="0"/>
          <a:chExt cx="0" cy="0"/>
        </a:xfrm>
      </p:grpSpPr>
      <p:sp>
        <p:nvSpPr>
          <p:cNvPr id="125" name="Google Shape;125;p42"/>
          <p:cNvSpPr txBox="1"/>
          <p:nvPr>
            <p:ph type="title"/>
          </p:nvPr>
        </p:nvSpPr>
        <p:spPr>
          <a:xfrm rot="5400000">
            <a:off x="3974116" y="2685880"/>
            <a:ext cx="5826125" cy="1314793"/>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42"/>
          <p:cNvSpPr txBox="1"/>
          <p:nvPr>
            <p:ph idx="1" type="body"/>
          </p:nvPr>
        </p:nvSpPr>
        <p:spPr>
          <a:xfrm rot="5400000">
            <a:off x="532314" y="730366"/>
            <a:ext cx="5483134" cy="556881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7" name="Google Shape;127;p42"/>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28" name="Google Shape;128;p42"/>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9" name="Shape 9"/>
        <p:cNvGrpSpPr/>
        <p:nvPr/>
      </p:nvGrpSpPr>
      <p:grpSpPr>
        <a:xfrm>
          <a:off x="0" y="0"/>
          <a:ext cx="0" cy="0"/>
          <a:chOff x="0" y="0"/>
          <a:chExt cx="0" cy="0"/>
        </a:xfrm>
      </p:grpSpPr>
      <p:sp>
        <p:nvSpPr>
          <p:cNvPr id="10" name="Google Shape;10;p25"/>
          <p:cNvSpPr/>
          <p:nvPr/>
        </p:nvSpPr>
        <p:spPr>
          <a:xfrm>
            <a:off x="6299432" y="1676400"/>
            <a:ext cx="2819400" cy="281940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5"/>
          <p:cNvSpPr/>
          <p:nvPr/>
        </p:nvSpPr>
        <p:spPr>
          <a:xfrm>
            <a:off x="5689832" y="-457200"/>
            <a:ext cx="1600200" cy="160020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5"/>
          <p:cNvSpPr/>
          <p:nvPr/>
        </p:nvSpPr>
        <p:spPr>
          <a:xfrm>
            <a:off x="6299432" y="6096000"/>
            <a:ext cx="990600" cy="99060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5"/>
          <p:cNvSpPr/>
          <p:nvPr/>
        </p:nvSpPr>
        <p:spPr>
          <a:xfrm>
            <a:off x="-153988" y="2667000"/>
            <a:ext cx="4191000" cy="419100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5"/>
          <p:cNvSpPr/>
          <p:nvPr/>
        </p:nvSpPr>
        <p:spPr>
          <a:xfrm>
            <a:off x="-839788" y="2895600"/>
            <a:ext cx="2362200" cy="236220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5"/>
          <p:cNvSpPr/>
          <p:nvPr/>
        </p:nvSpPr>
        <p:spPr>
          <a:xfrm>
            <a:off x="7745644" y="0"/>
            <a:ext cx="685800" cy="1099458"/>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5"/>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4200"/>
              <a:buFont typeface="Arial"/>
              <a:buNone/>
              <a:defRPr b="0" i="0" sz="42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7" name="Google Shape;17;p25"/>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lvl1pPr indent="-330200" lvl="0" marL="457200" marR="0" rtl="0" algn="l">
              <a:spcBef>
                <a:spcPts val="1000"/>
              </a:spcBef>
              <a:spcAft>
                <a:spcPts val="0"/>
              </a:spcAft>
              <a:buClr>
                <a:srgbClr val="EFF8FC"/>
              </a:buClr>
              <a:buSzPts val="1600"/>
              <a:buFont typeface="Noto Sans Symbols"/>
              <a:buChar char="►"/>
              <a:defRPr b="0" i="0" sz="2000" u="none" cap="none" strike="noStrike">
                <a:solidFill>
                  <a:schemeClr val="dk1"/>
                </a:solidFill>
                <a:latin typeface="Arial"/>
                <a:ea typeface="Arial"/>
                <a:cs typeface="Arial"/>
                <a:sym typeface="Arial"/>
              </a:defRPr>
            </a:lvl1pPr>
            <a:lvl2pPr indent="-320040" lvl="1" marL="914400" marR="0" rtl="0" algn="l">
              <a:spcBef>
                <a:spcPts val="1000"/>
              </a:spcBef>
              <a:spcAft>
                <a:spcPts val="0"/>
              </a:spcAft>
              <a:buClr>
                <a:srgbClr val="EFF8FC"/>
              </a:buClr>
              <a:buSzPts val="1440"/>
              <a:buFont typeface="Noto Sans Symbols"/>
              <a:buChar char="►"/>
              <a:defRPr b="0" i="0" sz="1800" u="none" cap="none" strike="noStrike">
                <a:solidFill>
                  <a:schemeClr val="dk1"/>
                </a:solidFill>
                <a:latin typeface="Arial"/>
                <a:ea typeface="Arial"/>
                <a:cs typeface="Arial"/>
                <a:sym typeface="Arial"/>
              </a:defRPr>
            </a:lvl2pPr>
            <a:lvl3pPr indent="-309880" lvl="2" marL="1371600" marR="0" rtl="0" algn="l">
              <a:spcBef>
                <a:spcPts val="1000"/>
              </a:spcBef>
              <a:spcAft>
                <a:spcPts val="0"/>
              </a:spcAft>
              <a:buClr>
                <a:srgbClr val="EFF8FC"/>
              </a:buClr>
              <a:buSzPts val="1280"/>
              <a:buFont typeface="Noto Sans Symbols"/>
              <a:buChar char="►"/>
              <a:defRPr b="0" i="0" sz="1600" u="none" cap="none" strike="noStrike">
                <a:solidFill>
                  <a:schemeClr val="dk1"/>
                </a:solidFill>
                <a:latin typeface="Arial"/>
                <a:ea typeface="Arial"/>
                <a:cs typeface="Arial"/>
                <a:sym typeface="Arial"/>
              </a:defRPr>
            </a:lvl3pPr>
            <a:lvl4pPr indent="-299719" lvl="3" marL="1828800" marR="0" rtl="0" algn="l">
              <a:spcBef>
                <a:spcPts val="1000"/>
              </a:spcBef>
              <a:spcAft>
                <a:spcPts val="0"/>
              </a:spcAft>
              <a:buClr>
                <a:srgbClr val="EFF8FC"/>
              </a:buClr>
              <a:buSzPts val="1120"/>
              <a:buFont typeface="Noto Sans Symbols"/>
              <a:buChar char="►"/>
              <a:defRPr b="0" i="0" sz="1400" u="none" cap="none" strike="noStrike">
                <a:solidFill>
                  <a:schemeClr val="dk1"/>
                </a:solidFill>
                <a:latin typeface="Arial"/>
                <a:ea typeface="Arial"/>
                <a:cs typeface="Arial"/>
                <a:sym typeface="Arial"/>
              </a:defRPr>
            </a:lvl4pPr>
            <a:lvl5pPr indent="-299720" lvl="4" marL="2286000" marR="0" rtl="0" algn="l">
              <a:spcBef>
                <a:spcPts val="1000"/>
              </a:spcBef>
              <a:spcAft>
                <a:spcPts val="0"/>
              </a:spcAft>
              <a:buClr>
                <a:srgbClr val="EFF8FC"/>
              </a:buClr>
              <a:buSzPts val="1120"/>
              <a:buFont typeface="Noto Sans Symbols"/>
              <a:buChar char="►"/>
              <a:defRPr b="0" i="0" sz="1400" u="none" cap="none" strike="noStrike">
                <a:solidFill>
                  <a:schemeClr val="dk1"/>
                </a:solidFill>
                <a:latin typeface="Arial"/>
                <a:ea typeface="Arial"/>
                <a:cs typeface="Arial"/>
                <a:sym typeface="Arial"/>
              </a:defRPr>
            </a:lvl5pPr>
            <a:lvl6pPr indent="-299720" lvl="5" marL="2743200" marR="0" rtl="0" algn="l">
              <a:spcBef>
                <a:spcPts val="1000"/>
              </a:spcBef>
              <a:spcAft>
                <a:spcPts val="0"/>
              </a:spcAft>
              <a:buClr>
                <a:srgbClr val="EFF8FC"/>
              </a:buClr>
              <a:buSzPts val="1120"/>
              <a:buFont typeface="Noto Sans Symbols"/>
              <a:buChar char="►"/>
              <a:defRPr b="0" i="0" sz="1400" u="none" cap="none" strike="noStrike">
                <a:solidFill>
                  <a:schemeClr val="dk1"/>
                </a:solidFill>
                <a:latin typeface="Arial"/>
                <a:ea typeface="Arial"/>
                <a:cs typeface="Arial"/>
                <a:sym typeface="Arial"/>
              </a:defRPr>
            </a:lvl6pPr>
            <a:lvl7pPr indent="-299720" lvl="6" marL="3200400" marR="0" rtl="0" algn="l">
              <a:spcBef>
                <a:spcPts val="1000"/>
              </a:spcBef>
              <a:spcAft>
                <a:spcPts val="0"/>
              </a:spcAft>
              <a:buClr>
                <a:srgbClr val="EFF8FC"/>
              </a:buClr>
              <a:buSzPts val="1120"/>
              <a:buFont typeface="Noto Sans Symbols"/>
              <a:buChar char="►"/>
              <a:defRPr b="0" i="0" sz="1400" u="none" cap="none" strike="noStrike">
                <a:solidFill>
                  <a:schemeClr val="dk1"/>
                </a:solidFill>
                <a:latin typeface="Arial"/>
                <a:ea typeface="Arial"/>
                <a:cs typeface="Arial"/>
                <a:sym typeface="Arial"/>
              </a:defRPr>
            </a:lvl7pPr>
            <a:lvl8pPr indent="-299720" lvl="7" marL="3657600" marR="0" rtl="0" algn="l">
              <a:spcBef>
                <a:spcPts val="1000"/>
              </a:spcBef>
              <a:spcAft>
                <a:spcPts val="0"/>
              </a:spcAft>
              <a:buClr>
                <a:srgbClr val="EFF8FC"/>
              </a:buClr>
              <a:buSzPts val="1120"/>
              <a:buFont typeface="Noto Sans Symbols"/>
              <a:buChar char="►"/>
              <a:defRPr b="0" i="0" sz="1400" u="none" cap="none" strike="noStrike">
                <a:solidFill>
                  <a:schemeClr val="dk1"/>
                </a:solidFill>
                <a:latin typeface="Arial"/>
                <a:ea typeface="Arial"/>
                <a:cs typeface="Arial"/>
                <a:sym typeface="Arial"/>
              </a:defRPr>
            </a:lvl8pPr>
            <a:lvl9pPr indent="-299720" lvl="8" marL="4114800" marR="0" rtl="0" algn="l">
              <a:spcBef>
                <a:spcPts val="1000"/>
              </a:spcBef>
              <a:spcAft>
                <a:spcPts val="0"/>
              </a:spcAft>
              <a:buClr>
                <a:srgbClr val="EFF8FC"/>
              </a:buClr>
              <a:buSzPts val="1120"/>
              <a:buFont typeface="Noto Sans Symbols"/>
              <a:buChar char="►"/>
              <a:defRPr b="0" i="0" sz="1400" u="none" cap="none" strike="noStrike">
                <a:solidFill>
                  <a:schemeClr val="dk1"/>
                </a:solidFill>
                <a:latin typeface="Arial"/>
                <a:ea typeface="Arial"/>
                <a:cs typeface="Arial"/>
                <a:sym typeface="Arial"/>
              </a:defRPr>
            </a:lvl9pPr>
          </a:lstStyle>
          <a:p/>
        </p:txBody>
      </p:sp>
      <p:pic>
        <p:nvPicPr>
          <p:cNvPr id="18" name="Google Shape;18;p25"/>
          <p:cNvPicPr preferRelativeResize="0"/>
          <p:nvPr/>
        </p:nvPicPr>
        <p:blipFill rotWithShape="1">
          <a:blip r:embed="rId1">
            <a:alphaModFix/>
          </a:blip>
          <a:srcRect b="0" l="0" r="0" t="0"/>
          <a:stretch/>
        </p:blipFill>
        <p:spPr>
          <a:xfrm>
            <a:off x="7627366" y="76200"/>
            <a:ext cx="922356" cy="922356"/>
          </a:xfrm>
          <a:prstGeom prst="rect">
            <a:avLst/>
          </a:prstGeom>
          <a:noFill/>
          <a:ln>
            <a:noFill/>
          </a:ln>
          <a:effectLst>
            <a:outerShdw blurRad="127000" rotWithShape="0" algn="tl">
              <a:srgbClr val="000000">
                <a:alpha val="88627"/>
              </a:srgbClr>
            </a:outerShdw>
          </a:effectLst>
        </p:spPr>
      </p:pic>
      <p:sp>
        <p:nvSpPr>
          <p:cNvPr id="19" name="Google Shape;19;p25"/>
          <p:cNvSpPr/>
          <p:nvPr/>
        </p:nvSpPr>
        <p:spPr>
          <a:xfrm>
            <a:off x="12584" y="6248406"/>
            <a:ext cx="9118832" cy="609594"/>
          </a:xfrm>
          <a:prstGeom prst="rect">
            <a:avLst/>
          </a:prstGeom>
          <a:solidFill>
            <a:srgbClr val="0B2036">
              <a:alpha val="81960"/>
            </a:srgbClr>
          </a:solidFill>
          <a:ln cap="flat" cmpd="dbl" w="28575">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www.w3schools.com/css/default.as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
          <p:cNvSpPr txBox="1"/>
          <p:nvPr>
            <p:ph type="ctrTitle"/>
          </p:nvPr>
        </p:nvSpPr>
        <p:spPr>
          <a:xfrm>
            <a:off x="800100" y="1276350"/>
            <a:ext cx="7772400" cy="1828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4400"/>
              <a:buFont typeface="Arial"/>
              <a:buNone/>
            </a:pPr>
            <a:r>
              <a:rPr lang="en-US" sz="2600"/>
              <a:t>Web Programming</a:t>
            </a:r>
            <a:endParaRPr sz="2600"/>
          </a:p>
          <a:p>
            <a:pPr indent="0" lvl="0" marL="0" rtl="0" algn="l">
              <a:spcBef>
                <a:spcPts val="0"/>
              </a:spcBef>
              <a:spcAft>
                <a:spcPts val="0"/>
              </a:spcAft>
              <a:buClr>
                <a:schemeClr val="dk2"/>
              </a:buClr>
              <a:buSzPts val="4400"/>
              <a:buFont typeface="Arial"/>
              <a:buNone/>
            </a:pPr>
            <a:r>
              <a:rPr lang="en-US" sz="2600"/>
              <a:t>Lecture 3</a:t>
            </a:r>
            <a:endParaRPr sz="2600"/>
          </a:p>
          <a:p>
            <a:pPr indent="0" lvl="0" marL="0" rtl="0" algn="l">
              <a:spcBef>
                <a:spcPts val="0"/>
              </a:spcBef>
              <a:spcAft>
                <a:spcPts val="0"/>
              </a:spcAft>
              <a:buClr>
                <a:schemeClr val="dk2"/>
              </a:buClr>
              <a:buSzPts val="4400"/>
              <a:buFont typeface="Arial"/>
              <a:buNone/>
            </a:pPr>
            <a:r>
              <a:t/>
            </a:r>
            <a:endParaRPr sz="2600"/>
          </a:p>
          <a:p>
            <a:pPr indent="0" lvl="0" marL="0" rtl="0" algn="l">
              <a:spcBef>
                <a:spcPts val="0"/>
              </a:spcBef>
              <a:spcAft>
                <a:spcPts val="0"/>
              </a:spcAft>
              <a:buClr>
                <a:schemeClr val="dk2"/>
              </a:buClr>
              <a:buSzPts val="4400"/>
              <a:buFont typeface="Arial"/>
              <a:buNone/>
            </a:pPr>
            <a:r>
              <a:t/>
            </a:r>
            <a:endParaRPr sz="2600"/>
          </a:p>
          <a:p>
            <a:pPr indent="0" lvl="0" marL="0" rtl="0" algn="l">
              <a:spcBef>
                <a:spcPts val="0"/>
              </a:spcBef>
              <a:spcAft>
                <a:spcPts val="0"/>
              </a:spcAft>
              <a:buClr>
                <a:schemeClr val="dk2"/>
              </a:buClr>
              <a:buSzPts val="4400"/>
              <a:buFont typeface="Arial"/>
              <a:buNone/>
            </a:pPr>
            <a:r>
              <a:t/>
            </a:r>
            <a:endParaRPr sz="2600"/>
          </a:p>
          <a:p>
            <a:pPr indent="0" lvl="0" marL="0" rtl="0" algn="ctr">
              <a:spcBef>
                <a:spcPts val="0"/>
              </a:spcBef>
              <a:spcAft>
                <a:spcPts val="0"/>
              </a:spcAft>
              <a:buClr>
                <a:schemeClr val="dk2"/>
              </a:buClr>
              <a:buSzPts val="4400"/>
              <a:buFont typeface="Arial"/>
              <a:buNone/>
            </a:pPr>
            <a:r>
              <a:rPr lang="en-US" sz="4400">
                <a:latin typeface="Arial"/>
                <a:ea typeface="Arial"/>
                <a:cs typeface="Arial"/>
                <a:sym typeface="Arial"/>
              </a:rPr>
              <a:t>HTML + C</a:t>
            </a:r>
            <a:r>
              <a:rPr lang="en-US" sz="4400"/>
              <a:t>SS</a:t>
            </a:r>
            <a:endParaRPr/>
          </a:p>
        </p:txBody>
      </p:sp>
      <p:pic>
        <p:nvPicPr>
          <p:cNvPr id="135" name="Google Shape;135;p1"/>
          <p:cNvPicPr preferRelativeResize="0"/>
          <p:nvPr/>
        </p:nvPicPr>
        <p:blipFill rotWithShape="1">
          <a:blip r:embed="rId3">
            <a:alphaModFix/>
          </a:blip>
          <a:srcRect b="0" l="0" r="0" t="50000"/>
          <a:stretch/>
        </p:blipFill>
        <p:spPr>
          <a:xfrm>
            <a:off x="1066800" y="3362325"/>
            <a:ext cx="7623175" cy="133350"/>
          </a:xfrm>
          <a:prstGeom prst="rect">
            <a:avLst/>
          </a:prstGeom>
          <a:noFill/>
          <a:ln>
            <a:noFill/>
          </a:ln>
        </p:spPr>
      </p:pic>
      <p:sp>
        <p:nvSpPr>
          <p:cNvPr id="136" name="Google Shape;136;p1"/>
          <p:cNvSpPr txBox="1"/>
          <p:nvPr/>
        </p:nvSpPr>
        <p:spPr>
          <a:xfrm>
            <a:off x="4002550" y="3587625"/>
            <a:ext cx="60648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5000">
                <a:solidFill>
                  <a:schemeClr val="dk1"/>
                </a:solidFill>
                <a:latin typeface="Caveat"/>
                <a:ea typeface="Caveat"/>
                <a:cs typeface="Caveat"/>
                <a:sym typeface="Caveat"/>
              </a:rPr>
              <a:t>Mahhek Tahir</a:t>
            </a:r>
            <a:endParaRPr b="1" i="1" sz="5000">
              <a:solidFill>
                <a:schemeClr val="dk1"/>
              </a:solidFill>
              <a:latin typeface="Caveat"/>
              <a:ea typeface="Caveat"/>
              <a:cs typeface="Caveat"/>
              <a:sym typeface="Cave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27d929541f_0_7"/>
          <p:cNvSpPr txBox="1"/>
          <p:nvPr>
            <p:ph type="ctrTitle"/>
          </p:nvPr>
        </p:nvSpPr>
        <p:spPr>
          <a:xfrm>
            <a:off x="866442" y="1447801"/>
            <a:ext cx="6621000" cy="3329700"/>
          </a:xfrm>
          <a:prstGeom prst="rect">
            <a:avLst/>
          </a:prstGeom>
        </p:spPr>
        <p:txBody>
          <a:bodyPr anchorCtr="0" anchor="b" bIns="45700" lIns="91425" spcFirstLastPara="1" rIns="91425" wrap="square" tIns="45700">
            <a:noAutofit/>
          </a:bodyPr>
          <a:lstStyle/>
          <a:p>
            <a:pPr indent="0" lvl="0" marL="0" rtl="0" algn="just">
              <a:spcBef>
                <a:spcPts val="0"/>
              </a:spcBef>
              <a:spcAft>
                <a:spcPts val="0"/>
              </a:spcAft>
              <a:buNone/>
            </a:pPr>
            <a:r>
              <a:rPr lang="en-US" sz="4000">
                <a:solidFill>
                  <a:schemeClr val="dk1"/>
                </a:solidFill>
                <a:highlight>
                  <a:srgbClr val="D6E4F5"/>
                </a:highlight>
              </a:rPr>
              <a:t>Class Code: </a:t>
            </a:r>
            <a:r>
              <a:rPr lang="en-US" sz="4000">
                <a:solidFill>
                  <a:srgbClr val="1A73E8"/>
                </a:solidFill>
                <a:highlight>
                  <a:srgbClr val="D6E4F5"/>
                </a:highlight>
                <a:latin typeface="Roboto"/>
                <a:ea typeface="Roboto"/>
                <a:cs typeface="Roboto"/>
                <a:sym typeface="Roboto"/>
              </a:rPr>
              <a:t>nmae3jq</a:t>
            </a:r>
            <a:endParaRPr sz="4000">
              <a:solidFill>
                <a:srgbClr val="1A73E8"/>
              </a:solidFill>
              <a:highlight>
                <a:srgbClr val="D6E4F5"/>
              </a:highlight>
              <a:latin typeface="Roboto"/>
              <a:ea typeface="Roboto"/>
              <a:cs typeface="Roboto"/>
              <a:sym typeface="Roboto"/>
            </a:endParaRPr>
          </a:p>
          <a:p>
            <a:pPr indent="0" lvl="0" marL="0" rtl="0" algn="just">
              <a:spcBef>
                <a:spcPts val="0"/>
              </a:spcBef>
              <a:spcAft>
                <a:spcPts val="0"/>
              </a:spcAft>
              <a:buNone/>
            </a:pPr>
            <a:r>
              <a:rPr lang="en-US" sz="2000">
                <a:solidFill>
                  <a:schemeClr val="dk1"/>
                </a:solidFill>
                <a:highlight>
                  <a:srgbClr val="D6E4F5"/>
                </a:highlight>
              </a:rPr>
              <a:t> </a:t>
            </a:r>
            <a:endParaRPr sz="2000">
              <a:solidFill>
                <a:schemeClr val="dk1"/>
              </a:solidFill>
              <a:highlight>
                <a:srgbClr val="D6E4F5"/>
              </a:highlight>
            </a:endParaRPr>
          </a:p>
          <a:p>
            <a:pPr indent="0" lvl="0" marL="0" rtl="0" algn="just">
              <a:spcBef>
                <a:spcPts val="0"/>
              </a:spcBef>
              <a:spcAft>
                <a:spcPts val="0"/>
              </a:spcAft>
              <a:buNone/>
            </a:pPr>
            <a:r>
              <a:rPr lang="en-US" sz="2000">
                <a:solidFill>
                  <a:schemeClr val="dk1"/>
                </a:solidFill>
                <a:highlight>
                  <a:srgbClr val="D6E4F5"/>
                </a:highlight>
              </a:rPr>
              <a:t>Create an unordered list containing the names of any three provinces of Pakistan. Then, create three nested  ordered lists within the unordered list, containing names of any two cities of each province. </a:t>
            </a:r>
            <a:endParaRPr sz="2000">
              <a:solidFill>
                <a:schemeClr val="lt1"/>
              </a:solidFill>
              <a:highlight>
                <a:srgbClr val="D6E4F5"/>
              </a:highlight>
            </a:endParaRPr>
          </a:p>
          <a:p>
            <a:pPr indent="0" lvl="0" marL="0" rtl="0" algn="just">
              <a:spcBef>
                <a:spcPts val="0"/>
              </a:spcBef>
              <a:spcAft>
                <a:spcPts val="0"/>
              </a:spcAft>
              <a:buNone/>
            </a:pPr>
            <a:r>
              <a:t/>
            </a:r>
            <a:endParaRPr>
              <a:highlight>
                <a:srgbClr val="D6E4F5"/>
              </a:highlight>
            </a:endParaRPr>
          </a:p>
        </p:txBody>
      </p:sp>
      <p:sp>
        <p:nvSpPr>
          <p:cNvPr id="143" name="Google Shape;143;g327d929541f_0_7"/>
          <p:cNvSpPr txBox="1"/>
          <p:nvPr>
            <p:ph idx="1" type="subTitle"/>
          </p:nvPr>
        </p:nvSpPr>
        <p:spPr>
          <a:xfrm>
            <a:off x="866442" y="4777380"/>
            <a:ext cx="6621000" cy="861300"/>
          </a:xfrm>
          <a:prstGeom prst="rect">
            <a:avLst/>
          </a:prstGeom>
        </p:spPr>
        <p:txBody>
          <a:bodyPr anchorCtr="0" anchor="t" bIns="45700" lIns="91425" spcFirstLastPara="1" rIns="91425" wrap="square" tIns="45700">
            <a:normAutofit fontScale="32500"/>
          </a:bodyPr>
          <a:lstStyle/>
          <a:p>
            <a:pPr indent="0" lvl="0" marL="0" rtl="0" algn="l">
              <a:spcBef>
                <a:spcPts val="0"/>
              </a:spcBef>
              <a:spcAft>
                <a:spcPts val="0"/>
              </a:spcAft>
              <a:buClr>
                <a:schemeClr val="dk1"/>
              </a:buClr>
              <a:buSzPts val="358"/>
              <a:buFont typeface="Arial"/>
              <a:buNone/>
            </a:pPr>
            <a:r>
              <a:rPr lang="en-US" sz="7200">
                <a:solidFill>
                  <a:schemeClr val="dk2"/>
                </a:solidFill>
              </a:rPr>
              <a:t>Always try to mention outputs for visual aid</a:t>
            </a:r>
            <a:endParaRPr sz="7200">
              <a:solidFill>
                <a:schemeClr val="dk2"/>
              </a:solidFill>
            </a:endParaRPr>
          </a:p>
          <a:p>
            <a:pPr indent="0" lvl="0" marL="0" rtl="0" algn="l">
              <a:spcBef>
                <a:spcPts val="10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27d929541f_0_0"/>
          <p:cNvSpPr txBox="1"/>
          <p:nvPr>
            <p:ph type="ctrTitle"/>
          </p:nvPr>
        </p:nvSpPr>
        <p:spPr>
          <a:xfrm>
            <a:off x="866450" y="61025"/>
            <a:ext cx="6621000" cy="6150300"/>
          </a:xfrm>
          <a:prstGeom prst="rect">
            <a:avLst/>
          </a:prstGeom>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&lt;ul&gt;</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&lt;li&gt; Punjab</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&lt;ol&gt;</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&lt;li&gt;</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Lahore</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&lt;/li&gt;</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&lt;li&gt;</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Islamabad</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&lt;/li&gt;</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&lt;/ol&gt;</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&lt;/li&gt;</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&lt;li&gt; Sindh</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&lt;ol&gt;</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&lt;li&gt;</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Karachi</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&lt;/li&gt;</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&lt;li&gt;</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Hyderabad</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&lt;/li&gt;</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&lt;/ol&gt;</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US" sz="1800">
                <a:solidFill>
                  <a:schemeClr val="dk1"/>
                </a:solidFill>
                <a:highlight>
                  <a:srgbClr val="D6E4F5"/>
                </a:highlight>
                <a:latin typeface="Courier New"/>
                <a:ea typeface="Courier New"/>
                <a:cs typeface="Courier New"/>
                <a:sym typeface="Courier New"/>
              </a:rPr>
              <a:t>    &lt;/li&gt;</a:t>
            </a:r>
            <a:endParaRPr b="1" sz="1800">
              <a:solidFill>
                <a:schemeClr val="dk1"/>
              </a:solidFill>
              <a:highlight>
                <a:srgbClr val="D6E4F5"/>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chemeClr val="dk1"/>
                </a:solidFill>
                <a:highlight>
                  <a:srgbClr val="D6E4F5"/>
                </a:highlight>
                <a:latin typeface="Courier New"/>
                <a:ea typeface="Courier New"/>
                <a:cs typeface="Courier New"/>
                <a:sym typeface="Courier New"/>
              </a:rPr>
              <a:t>&lt;/ul&gt;</a:t>
            </a:r>
            <a:endParaRPr b="1" sz="1800">
              <a:solidFill>
                <a:schemeClr val="dk1"/>
              </a:solidFill>
              <a:highlight>
                <a:srgbClr val="D6E4F5"/>
              </a:highlight>
              <a:latin typeface="Courier New"/>
              <a:ea typeface="Courier New"/>
              <a:cs typeface="Courier New"/>
              <a:sym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27d929541f_0_20"/>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Table</a:t>
            </a:r>
            <a:endParaRPr/>
          </a:p>
        </p:txBody>
      </p:sp>
      <p:sp>
        <p:nvSpPr>
          <p:cNvPr id="156" name="Google Shape;156;g327d929541f_0_20"/>
          <p:cNvSpPr txBox="1"/>
          <p:nvPr>
            <p:ph idx="1" type="body"/>
          </p:nvPr>
        </p:nvSpPr>
        <p:spPr>
          <a:xfrm>
            <a:off x="716600" y="1308550"/>
            <a:ext cx="6591600" cy="26208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lang="en-US" sz="1800">
                <a:highlight>
                  <a:srgbClr val="D6E4F5"/>
                </a:highlight>
                <a:latin typeface="Verdana"/>
                <a:ea typeface="Verdana"/>
                <a:cs typeface="Verdana"/>
                <a:sym typeface="Verdana"/>
              </a:rPr>
              <a:t>To make a cell span over multiple rows, use the </a:t>
            </a:r>
            <a:r>
              <a:rPr lang="en-US" sz="1800">
                <a:solidFill>
                  <a:srgbClr val="DC143C"/>
                </a:solidFill>
                <a:highlight>
                  <a:srgbClr val="D6E4F5"/>
                </a:highlight>
                <a:latin typeface="Consolas"/>
                <a:ea typeface="Consolas"/>
                <a:cs typeface="Consolas"/>
                <a:sym typeface="Consolas"/>
              </a:rPr>
              <a:t>rowspan</a:t>
            </a:r>
            <a:r>
              <a:rPr lang="en-US" sz="1800">
                <a:highlight>
                  <a:srgbClr val="D6E4F5"/>
                </a:highlight>
                <a:latin typeface="Verdana"/>
                <a:ea typeface="Verdana"/>
                <a:cs typeface="Verdana"/>
                <a:sym typeface="Verdana"/>
              </a:rPr>
              <a:t> attribute</a:t>
            </a:r>
            <a:endParaRPr sz="1800">
              <a:highlight>
                <a:srgbClr val="D6E4F5"/>
              </a:highlight>
              <a:latin typeface="Verdana"/>
              <a:ea typeface="Verdana"/>
              <a:cs typeface="Verdana"/>
              <a:sym typeface="Verdana"/>
            </a:endParaRPr>
          </a:p>
          <a:p>
            <a:pPr indent="0" lvl="0" marL="0" rtl="0" algn="l">
              <a:lnSpc>
                <a:spcPct val="115000"/>
              </a:lnSpc>
              <a:spcBef>
                <a:spcPts val="1400"/>
              </a:spcBef>
              <a:spcAft>
                <a:spcPts val="0"/>
              </a:spcAft>
              <a:buClr>
                <a:schemeClr val="dk1"/>
              </a:buClr>
              <a:buSzPts val="1100"/>
              <a:buFont typeface="Arial"/>
              <a:buNone/>
            </a:pPr>
            <a:r>
              <a:rPr lang="en-US" sz="1800">
                <a:highlight>
                  <a:srgbClr val="D6E4F5"/>
                </a:highlight>
                <a:latin typeface="Verdana"/>
                <a:ea typeface="Verdana"/>
                <a:cs typeface="Verdana"/>
                <a:sym typeface="Verdana"/>
              </a:rPr>
              <a:t>To make a cell span over multiple columns, use the </a:t>
            </a:r>
            <a:r>
              <a:rPr lang="en-US" sz="1800">
                <a:solidFill>
                  <a:srgbClr val="DC143C"/>
                </a:solidFill>
                <a:highlight>
                  <a:srgbClr val="D6E4F5"/>
                </a:highlight>
                <a:latin typeface="Consolas"/>
                <a:ea typeface="Consolas"/>
                <a:cs typeface="Consolas"/>
                <a:sym typeface="Consolas"/>
              </a:rPr>
              <a:t>colspan</a:t>
            </a:r>
            <a:r>
              <a:rPr lang="en-US" sz="1800">
                <a:highlight>
                  <a:srgbClr val="D6E4F5"/>
                </a:highlight>
                <a:latin typeface="Verdana"/>
                <a:ea typeface="Verdana"/>
                <a:cs typeface="Verdana"/>
                <a:sym typeface="Verdana"/>
              </a:rPr>
              <a:t> attribute:</a:t>
            </a:r>
            <a:endParaRPr sz="1800">
              <a:highlight>
                <a:srgbClr val="D6E4F5"/>
              </a:highlight>
              <a:latin typeface="Verdana"/>
              <a:ea typeface="Verdana"/>
              <a:cs typeface="Verdana"/>
              <a:sym typeface="Verdana"/>
            </a:endParaRPr>
          </a:p>
          <a:p>
            <a:pPr indent="0" lvl="0" marL="0" rtl="0" algn="l">
              <a:spcBef>
                <a:spcPts val="1400"/>
              </a:spcBef>
              <a:spcAft>
                <a:spcPts val="0"/>
              </a:spcAft>
              <a:buNone/>
            </a:pPr>
            <a:r>
              <a:t/>
            </a:r>
            <a:endParaRPr sz="1800">
              <a:highlight>
                <a:srgbClr val="D6E4F5"/>
              </a:highlight>
            </a:endParaRPr>
          </a:p>
        </p:txBody>
      </p:sp>
      <p:pic>
        <p:nvPicPr>
          <p:cNvPr id="157" name="Google Shape;157;g327d929541f_0_20"/>
          <p:cNvPicPr preferRelativeResize="0"/>
          <p:nvPr/>
        </p:nvPicPr>
        <p:blipFill>
          <a:blip r:embed="rId3">
            <a:alphaModFix/>
          </a:blip>
          <a:stretch>
            <a:fillRect/>
          </a:stretch>
        </p:blipFill>
        <p:spPr>
          <a:xfrm>
            <a:off x="-56950" y="4206679"/>
            <a:ext cx="9143998" cy="204174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3"/>
          <p:cNvSpPr txBox="1"/>
          <p:nvPr>
            <p:ph type="title"/>
          </p:nvPr>
        </p:nvSpPr>
        <p:spPr>
          <a:xfrm>
            <a:off x="448235" y="-7"/>
            <a:ext cx="7055400" cy="1400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Arial"/>
              <a:buNone/>
            </a:pPr>
            <a:r>
              <a:rPr lang="en-US"/>
              <a:t>Solution</a:t>
            </a:r>
            <a:endParaRPr/>
          </a:p>
        </p:txBody>
      </p:sp>
      <p:sp>
        <p:nvSpPr>
          <p:cNvPr id="163" name="Google Shape;163;p23"/>
          <p:cNvSpPr txBox="1"/>
          <p:nvPr/>
        </p:nvSpPr>
        <p:spPr>
          <a:xfrm>
            <a:off x="85450" y="427500"/>
            <a:ext cx="4061100" cy="600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rPr>
              <a:t>&lt;table&gt;</a:t>
            </a:r>
            <a:endParaRPr sz="1800">
              <a:solidFill>
                <a:schemeClr val="dk1"/>
              </a:solidFill>
            </a:endParaRPr>
          </a:p>
          <a:p>
            <a:pPr indent="0" lvl="0" marL="457200" rtl="0" algn="l">
              <a:spcBef>
                <a:spcPts val="0"/>
              </a:spcBef>
              <a:spcAft>
                <a:spcPts val="0"/>
              </a:spcAft>
              <a:buNone/>
            </a:pPr>
            <a:r>
              <a:rPr lang="en-US" sz="1800">
                <a:solidFill>
                  <a:schemeClr val="dk1"/>
                </a:solidFill>
              </a:rPr>
              <a:t>&lt;tr&gt;</a:t>
            </a:r>
            <a:endParaRPr sz="1800">
              <a:solidFill>
                <a:schemeClr val="dk1"/>
              </a:solidFill>
            </a:endParaRPr>
          </a:p>
          <a:p>
            <a:pPr indent="0" lvl="0" marL="457200" rtl="0" algn="l">
              <a:spcBef>
                <a:spcPts val="0"/>
              </a:spcBef>
              <a:spcAft>
                <a:spcPts val="0"/>
              </a:spcAft>
              <a:buNone/>
            </a:pPr>
            <a:r>
              <a:rPr lang="en-US" sz="1800">
                <a:solidFill>
                  <a:schemeClr val="dk1"/>
                </a:solidFill>
              </a:rPr>
              <a:t>	&lt;td colspan=2&gt;Name&lt;/td&gt;</a:t>
            </a:r>
            <a:endParaRPr sz="1800">
              <a:solidFill>
                <a:schemeClr val="dk1"/>
              </a:solidFill>
            </a:endParaRPr>
          </a:p>
          <a:p>
            <a:pPr indent="0" lvl="0" marL="457200" rtl="0" algn="l">
              <a:spcBef>
                <a:spcPts val="0"/>
              </a:spcBef>
              <a:spcAft>
                <a:spcPts val="0"/>
              </a:spcAft>
              <a:buNone/>
            </a:pPr>
            <a:r>
              <a:rPr lang="en-US" sz="1800">
                <a:solidFill>
                  <a:schemeClr val="dk1"/>
                </a:solidFill>
              </a:rPr>
              <a:t>	&lt;td&gt;&lt;/td&gt;</a:t>
            </a:r>
            <a:endParaRPr sz="1800">
              <a:solidFill>
                <a:schemeClr val="dk1"/>
              </a:solidFill>
            </a:endParaRPr>
          </a:p>
          <a:p>
            <a:pPr indent="0" lvl="0" marL="457200" rtl="0" algn="l">
              <a:spcBef>
                <a:spcPts val="0"/>
              </a:spcBef>
              <a:spcAft>
                <a:spcPts val="0"/>
              </a:spcAft>
              <a:buNone/>
            </a:pPr>
            <a:r>
              <a:rPr lang="en-US" sz="1800">
                <a:solidFill>
                  <a:schemeClr val="dk1"/>
                </a:solidFill>
              </a:rPr>
              <a:t>&lt;/tr&gt;</a:t>
            </a:r>
            <a:endParaRPr sz="1800">
              <a:solidFill>
                <a:schemeClr val="dk1"/>
              </a:solidFill>
            </a:endParaRPr>
          </a:p>
          <a:p>
            <a:pPr indent="0" lvl="0" marL="457200" rtl="0" algn="l">
              <a:spcBef>
                <a:spcPts val="0"/>
              </a:spcBef>
              <a:spcAft>
                <a:spcPts val="0"/>
              </a:spcAft>
              <a:buNone/>
            </a:pPr>
            <a:r>
              <a:rPr lang="en-US" sz="1800">
                <a:solidFill>
                  <a:schemeClr val="dk1"/>
                </a:solidFill>
              </a:rPr>
              <a:t>&lt;tr&gt;</a:t>
            </a:r>
            <a:endParaRPr sz="1800">
              <a:solidFill>
                <a:schemeClr val="dk1"/>
              </a:solidFill>
            </a:endParaRPr>
          </a:p>
          <a:p>
            <a:pPr indent="457200" lvl="0" marL="457200" rtl="0" algn="l">
              <a:spcBef>
                <a:spcPts val="0"/>
              </a:spcBef>
              <a:spcAft>
                <a:spcPts val="0"/>
              </a:spcAft>
              <a:buNone/>
            </a:pPr>
            <a:r>
              <a:rPr lang="en-US" sz="1800">
                <a:solidFill>
                  <a:schemeClr val="dk1"/>
                </a:solidFill>
              </a:rPr>
              <a:t>&lt;td&gt;&lt;/td&gt;</a:t>
            </a:r>
            <a:endParaRPr sz="1800">
              <a:solidFill>
                <a:schemeClr val="dk1"/>
              </a:solidFill>
            </a:endParaRPr>
          </a:p>
          <a:p>
            <a:pPr indent="457200" lvl="0" marL="457200" rtl="0" algn="l">
              <a:spcBef>
                <a:spcPts val="0"/>
              </a:spcBef>
              <a:spcAft>
                <a:spcPts val="0"/>
              </a:spcAft>
              <a:buNone/>
            </a:pPr>
            <a:r>
              <a:rPr lang="en-US" sz="1800">
                <a:solidFill>
                  <a:schemeClr val="dk1"/>
                </a:solidFill>
              </a:rPr>
              <a:t>&lt;td&gt;&lt;/td&gt;</a:t>
            </a:r>
            <a:endParaRPr sz="1800">
              <a:solidFill>
                <a:schemeClr val="dk1"/>
              </a:solidFill>
            </a:endParaRPr>
          </a:p>
          <a:p>
            <a:pPr indent="457200" lvl="0" marL="457200" rtl="0" algn="l">
              <a:spcBef>
                <a:spcPts val="0"/>
              </a:spcBef>
              <a:spcAft>
                <a:spcPts val="0"/>
              </a:spcAft>
              <a:buNone/>
            </a:pPr>
            <a:r>
              <a:rPr lang="en-US" sz="1800">
                <a:solidFill>
                  <a:schemeClr val="dk1"/>
                </a:solidFill>
              </a:rPr>
              <a:t>&lt;td&gt;&lt;/td&gt;</a:t>
            </a:r>
            <a:endParaRPr sz="1800">
              <a:solidFill>
                <a:schemeClr val="dk1"/>
              </a:solidFill>
            </a:endParaRPr>
          </a:p>
          <a:p>
            <a:pPr indent="0" lvl="0" marL="457200" rtl="0" algn="l">
              <a:spcBef>
                <a:spcPts val="0"/>
              </a:spcBef>
              <a:spcAft>
                <a:spcPts val="0"/>
              </a:spcAft>
              <a:buNone/>
            </a:pPr>
            <a:r>
              <a:rPr lang="en-US" sz="1800">
                <a:solidFill>
                  <a:schemeClr val="dk1"/>
                </a:solidFill>
              </a:rPr>
              <a:t>&lt;/tr&gt;</a:t>
            </a:r>
            <a:endParaRPr sz="1800">
              <a:solidFill>
                <a:schemeClr val="dk1"/>
              </a:solidFill>
            </a:endParaRPr>
          </a:p>
          <a:p>
            <a:pPr indent="0" lvl="0" marL="457200" rtl="0" algn="l">
              <a:spcBef>
                <a:spcPts val="0"/>
              </a:spcBef>
              <a:spcAft>
                <a:spcPts val="0"/>
              </a:spcAft>
              <a:buClr>
                <a:schemeClr val="dk1"/>
              </a:buClr>
              <a:buSzPts val="1100"/>
              <a:buFont typeface="Arial"/>
              <a:buNone/>
            </a:pPr>
            <a:r>
              <a:rPr lang="en-US" sz="1800">
                <a:solidFill>
                  <a:schemeClr val="dk1"/>
                </a:solidFill>
              </a:rPr>
              <a:t>&lt;tr&gt;</a:t>
            </a:r>
            <a:endParaRPr sz="1800">
              <a:solidFill>
                <a:schemeClr val="dk1"/>
              </a:solidFill>
            </a:endParaRPr>
          </a:p>
          <a:p>
            <a:pPr indent="457200" lvl="0" marL="457200" rtl="0" algn="l">
              <a:spcBef>
                <a:spcPts val="0"/>
              </a:spcBef>
              <a:spcAft>
                <a:spcPts val="0"/>
              </a:spcAft>
              <a:buClr>
                <a:schemeClr val="dk1"/>
              </a:buClr>
              <a:buSzPts val="1100"/>
              <a:buFont typeface="Arial"/>
              <a:buNone/>
            </a:pPr>
            <a:r>
              <a:rPr lang="en-US" sz="1800">
                <a:solidFill>
                  <a:schemeClr val="dk1"/>
                </a:solidFill>
              </a:rPr>
              <a:t>&lt;td&gt;&lt;/td&gt;</a:t>
            </a:r>
            <a:endParaRPr sz="1800">
              <a:solidFill>
                <a:schemeClr val="dk1"/>
              </a:solidFill>
            </a:endParaRPr>
          </a:p>
          <a:p>
            <a:pPr indent="457200" lvl="0" marL="457200" rtl="0" algn="l">
              <a:spcBef>
                <a:spcPts val="0"/>
              </a:spcBef>
              <a:spcAft>
                <a:spcPts val="0"/>
              </a:spcAft>
              <a:buClr>
                <a:schemeClr val="dk1"/>
              </a:buClr>
              <a:buSzPts val="1100"/>
              <a:buFont typeface="Arial"/>
              <a:buNone/>
            </a:pPr>
            <a:r>
              <a:rPr lang="en-US" sz="1800">
                <a:solidFill>
                  <a:schemeClr val="dk1"/>
                </a:solidFill>
              </a:rPr>
              <a:t>&lt;td&gt;&lt;/td&gt;</a:t>
            </a:r>
            <a:endParaRPr sz="1800">
              <a:solidFill>
                <a:schemeClr val="dk1"/>
              </a:solidFill>
            </a:endParaRPr>
          </a:p>
          <a:p>
            <a:pPr indent="457200" lvl="0" marL="457200" rtl="0" algn="l">
              <a:spcBef>
                <a:spcPts val="0"/>
              </a:spcBef>
              <a:spcAft>
                <a:spcPts val="0"/>
              </a:spcAft>
              <a:buClr>
                <a:schemeClr val="dk1"/>
              </a:buClr>
              <a:buSzPts val="1100"/>
              <a:buFont typeface="Arial"/>
              <a:buNone/>
            </a:pPr>
            <a:r>
              <a:rPr lang="en-US" sz="1800">
                <a:solidFill>
                  <a:schemeClr val="dk1"/>
                </a:solidFill>
              </a:rPr>
              <a:t>&lt;td&gt;&lt;/td&gt;</a:t>
            </a:r>
            <a:endParaRPr sz="1800">
              <a:solidFill>
                <a:schemeClr val="dk1"/>
              </a:solidFill>
            </a:endParaRPr>
          </a:p>
          <a:p>
            <a:pPr indent="0" lvl="0" marL="457200" rtl="0" algn="l">
              <a:spcBef>
                <a:spcPts val="0"/>
              </a:spcBef>
              <a:spcAft>
                <a:spcPts val="0"/>
              </a:spcAft>
              <a:buNone/>
            </a:pPr>
            <a:r>
              <a:rPr lang="en-US" sz="1800">
                <a:solidFill>
                  <a:schemeClr val="dk1"/>
                </a:solidFill>
              </a:rPr>
              <a:t>&lt;/tr&gt;</a:t>
            </a:r>
            <a:endParaRPr sz="1800">
              <a:solidFill>
                <a:schemeClr val="dk1"/>
              </a:solidFill>
            </a:endParaRPr>
          </a:p>
          <a:p>
            <a:pPr indent="0" lvl="0" marL="457200" rtl="0" algn="l">
              <a:spcBef>
                <a:spcPts val="0"/>
              </a:spcBef>
              <a:spcAft>
                <a:spcPts val="0"/>
              </a:spcAft>
              <a:buNone/>
            </a:pPr>
            <a:r>
              <a:rPr lang="en-US" sz="1800">
                <a:solidFill>
                  <a:schemeClr val="dk1"/>
                </a:solidFill>
              </a:rPr>
              <a:t>&lt;tr&gt;</a:t>
            </a:r>
            <a:endParaRPr sz="1800">
              <a:solidFill>
                <a:schemeClr val="dk1"/>
              </a:solidFill>
            </a:endParaRPr>
          </a:p>
          <a:p>
            <a:pPr indent="457200" lvl="0" marL="457200" rtl="0" algn="l">
              <a:spcBef>
                <a:spcPts val="0"/>
              </a:spcBef>
              <a:spcAft>
                <a:spcPts val="0"/>
              </a:spcAft>
              <a:buNone/>
            </a:pPr>
            <a:r>
              <a:rPr lang="en-US" sz="1800">
                <a:solidFill>
                  <a:schemeClr val="dk1"/>
                </a:solidFill>
              </a:rPr>
              <a:t>&lt;td&gt;&lt;/td&gt;</a:t>
            </a:r>
            <a:endParaRPr sz="1800">
              <a:solidFill>
                <a:schemeClr val="dk1"/>
              </a:solidFill>
            </a:endParaRPr>
          </a:p>
          <a:p>
            <a:pPr indent="457200" lvl="0" marL="457200" rtl="0" algn="l">
              <a:spcBef>
                <a:spcPts val="0"/>
              </a:spcBef>
              <a:spcAft>
                <a:spcPts val="0"/>
              </a:spcAft>
              <a:buNone/>
            </a:pPr>
            <a:r>
              <a:rPr lang="en-US" sz="1800">
                <a:solidFill>
                  <a:schemeClr val="dk1"/>
                </a:solidFill>
              </a:rPr>
              <a:t>&lt;td&gt;&lt;/td&gt;</a:t>
            </a:r>
            <a:endParaRPr sz="1800">
              <a:solidFill>
                <a:schemeClr val="dk1"/>
              </a:solidFill>
            </a:endParaRPr>
          </a:p>
          <a:p>
            <a:pPr indent="457200" lvl="0" marL="457200" rtl="0" algn="l">
              <a:spcBef>
                <a:spcPts val="0"/>
              </a:spcBef>
              <a:spcAft>
                <a:spcPts val="0"/>
              </a:spcAft>
              <a:buNone/>
            </a:pPr>
            <a:r>
              <a:rPr lang="en-US" sz="1800">
                <a:solidFill>
                  <a:schemeClr val="dk1"/>
                </a:solidFill>
              </a:rPr>
              <a:t>&lt;td&gt;&lt;/td&gt;</a:t>
            </a:r>
            <a:endParaRPr sz="1800">
              <a:solidFill>
                <a:schemeClr val="dk1"/>
              </a:solidFill>
            </a:endParaRPr>
          </a:p>
          <a:p>
            <a:pPr indent="0" lvl="0" marL="457200" rtl="0" algn="l">
              <a:spcBef>
                <a:spcPts val="0"/>
              </a:spcBef>
              <a:spcAft>
                <a:spcPts val="0"/>
              </a:spcAft>
              <a:buNone/>
            </a:pPr>
            <a:r>
              <a:rPr lang="en-US" sz="1800">
                <a:solidFill>
                  <a:schemeClr val="dk1"/>
                </a:solidFill>
              </a:rPr>
              <a:t>&lt;/tr&gt;</a:t>
            </a:r>
            <a:endParaRPr sz="1800">
              <a:solidFill>
                <a:schemeClr val="dk1"/>
              </a:solidFill>
            </a:endParaRPr>
          </a:p>
          <a:p>
            <a:pPr indent="0" lvl="0" marL="0" rtl="0" algn="l">
              <a:spcBef>
                <a:spcPts val="0"/>
              </a:spcBef>
              <a:spcAft>
                <a:spcPts val="0"/>
              </a:spcAft>
              <a:buClr>
                <a:schemeClr val="dk1"/>
              </a:buClr>
              <a:buSzPts val="1100"/>
              <a:buFont typeface="Arial"/>
              <a:buNone/>
            </a:pPr>
            <a:r>
              <a:rPr lang="en-US" sz="1800">
                <a:solidFill>
                  <a:schemeClr val="dk1"/>
                </a:solidFill>
              </a:rPr>
              <a:t>&lt;/table&gt;</a:t>
            </a:r>
            <a:endParaRPr sz="1800">
              <a:solidFill>
                <a:schemeClr val="dk1"/>
              </a:solidFill>
            </a:endParaRPr>
          </a:p>
        </p:txBody>
      </p:sp>
      <p:sp>
        <p:nvSpPr>
          <p:cNvPr id="164" name="Google Shape;164;p23"/>
          <p:cNvSpPr txBox="1"/>
          <p:nvPr/>
        </p:nvSpPr>
        <p:spPr>
          <a:xfrm>
            <a:off x="3897575" y="173750"/>
            <a:ext cx="4322400" cy="572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rPr>
              <a:t>&lt;table&gt;</a:t>
            </a:r>
            <a:endParaRPr sz="1800">
              <a:solidFill>
                <a:schemeClr val="dk1"/>
              </a:solidFill>
            </a:endParaRPr>
          </a:p>
          <a:p>
            <a:pPr indent="0" lvl="0" marL="457200" rtl="0" algn="l">
              <a:spcBef>
                <a:spcPts val="0"/>
              </a:spcBef>
              <a:spcAft>
                <a:spcPts val="0"/>
              </a:spcAft>
              <a:buNone/>
            </a:pPr>
            <a:r>
              <a:rPr lang="en-US" sz="1800">
                <a:solidFill>
                  <a:schemeClr val="dk1"/>
                </a:solidFill>
              </a:rPr>
              <a:t>&lt;tr&gt;</a:t>
            </a:r>
            <a:endParaRPr sz="1800">
              <a:solidFill>
                <a:schemeClr val="dk1"/>
              </a:solidFill>
            </a:endParaRPr>
          </a:p>
          <a:p>
            <a:pPr indent="0" lvl="0" marL="457200" rtl="0" algn="l">
              <a:spcBef>
                <a:spcPts val="0"/>
              </a:spcBef>
              <a:spcAft>
                <a:spcPts val="0"/>
              </a:spcAft>
              <a:buNone/>
            </a:pPr>
            <a:r>
              <a:rPr lang="en-US" sz="1800">
                <a:solidFill>
                  <a:schemeClr val="dk1"/>
                </a:solidFill>
              </a:rPr>
              <a:t>	&lt;td rowspan=3&gt;April&lt;/td&gt;</a:t>
            </a:r>
            <a:endParaRPr sz="1800">
              <a:solidFill>
                <a:schemeClr val="dk1"/>
              </a:solidFill>
            </a:endParaRPr>
          </a:p>
          <a:p>
            <a:pPr indent="0" lvl="0" marL="457200" rtl="0" algn="l">
              <a:spcBef>
                <a:spcPts val="0"/>
              </a:spcBef>
              <a:spcAft>
                <a:spcPts val="0"/>
              </a:spcAft>
              <a:buNone/>
            </a:pPr>
            <a:r>
              <a:rPr lang="en-US" sz="1800">
                <a:solidFill>
                  <a:schemeClr val="dk1"/>
                </a:solidFill>
              </a:rPr>
              <a:t>	&lt;td&gt;&lt;/td&gt;</a:t>
            </a:r>
            <a:endParaRPr sz="1800">
              <a:solidFill>
                <a:schemeClr val="dk1"/>
              </a:solidFill>
            </a:endParaRPr>
          </a:p>
          <a:p>
            <a:pPr indent="0" lvl="0" marL="457200" rtl="0" algn="l">
              <a:spcBef>
                <a:spcPts val="0"/>
              </a:spcBef>
              <a:spcAft>
                <a:spcPts val="0"/>
              </a:spcAft>
              <a:buNone/>
            </a:pPr>
            <a:r>
              <a:rPr lang="en-US" sz="1800">
                <a:solidFill>
                  <a:schemeClr val="dk1"/>
                </a:solidFill>
              </a:rPr>
              <a:t>	&lt;td&gt;&lt;/td&gt;</a:t>
            </a:r>
            <a:endParaRPr sz="1800">
              <a:solidFill>
                <a:schemeClr val="dk1"/>
              </a:solidFill>
            </a:endParaRPr>
          </a:p>
          <a:p>
            <a:pPr indent="0" lvl="0" marL="457200" rtl="0" algn="l">
              <a:spcBef>
                <a:spcPts val="0"/>
              </a:spcBef>
              <a:spcAft>
                <a:spcPts val="0"/>
              </a:spcAft>
              <a:buNone/>
            </a:pPr>
            <a:r>
              <a:rPr lang="en-US" sz="1800">
                <a:solidFill>
                  <a:schemeClr val="dk1"/>
                </a:solidFill>
              </a:rPr>
              <a:t>&lt;/tr&gt;</a:t>
            </a:r>
            <a:endParaRPr sz="1800">
              <a:solidFill>
                <a:schemeClr val="dk1"/>
              </a:solidFill>
            </a:endParaRPr>
          </a:p>
          <a:p>
            <a:pPr indent="0" lvl="0" marL="457200" rtl="0" algn="l">
              <a:spcBef>
                <a:spcPts val="0"/>
              </a:spcBef>
              <a:spcAft>
                <a:spcPts val="0"/>
              </a:spcAft>
              <a:buNone/>
            </a:pPr>
            <a:r>
              <a:rPr lang="en-US" sz="1800">
                <a:solidFill>
                  <a:schemeClr val="dk1"/>
                </a:solidFill>
              </a:rPr>
              <a:t>&lt;tr&gt;</a:t>
            </a:r>
            <a:endParaRPr sz="1800">
              <a:solidFill>
                <a:schemeClr val="dk1"/>
              </a:solidFill>
            </a:endParaRPr>
          </a:p>
          <a:p>
            <a:pPr indent="457200" lvl="0" marL="457200" rtl="0" algn="l">
              <a:spcBef>
                <a:spcPts val="0"/>
              </a:spcBef>
              <a:spcAft>
                <a:spcPts val="0"/>
              </a:spcAft>
              <a:buNone/>
            </a:pPr>
            <a:r>
              <a:rPr lang="en-US" sz="1800">
                <a:solidFill>
                  <a:schemeClr val="dk1"/>
                </a:solidFill>
              </a:rPr>
              <a:t>&lt;td&gt;&lt;/td&gt;</a:t>
            </a:r>
            <a:endParaRPr sz="1800">
              <a:solidFill>
                <a:schemeClr val="dk1"/>
              </a:solidFill>
            </a:endParaRPr>
          </a:p>
          <a:p>
            <a:pPr indent="457200" lvl="0" marL="457200" rtl="0" algn="l">
              <a:spcBef>
                <a:spcPts val="0"/>
              </a:spcBef>
              <a:spcAft>
                <a:spcPts val="0"/>
              </a:spcAft>
              <a:buNone/>
            </a:pPr>
            <a:r>
              <a:rPr lang="en-US" sz="1800">
                <a:solidFill>
                  <a:schemeClr val="dk1"/>
                </a:solidFill>
              </a:rPr>
              <a:t>&lt;td&gt;&lt;/td&gt;</a:t>
            </a:r>
            <a:endParaRPr sz="1800">
              <a:solidFill>
                <a:schemeClr val="dk1"/>
              </a:solidFill>
            </a:endParaRPr>
          </a:p>
          <a:p>
            <a:pPr indent="0" lvl="0" marL="457200" rtl="0" algn="l">
              <a:spcBef>
                <a:spcPts val="0"/>
              </a:spcBef>
              <a:spcAft>
                <a:spcPts val="0"/>
              </a:spcAft>
              <a:buNone/>
            </a:pPr>
            <a:r>
              <a:rPr lang="en-US" sz="1800">
                <a:solidFill>
                  <a:schemeClr val="dk1"/>
                </a:solidFill>
              </a:rPr>
              <a:t>&lt;/tr&gt;</a:t>
            </a:r>
            <a:endParaRPr sz="1800">
              <a:solidFill>
                <a:schemeClr val="dk1"/>
              </a:solidFill>
            </a:endParaRPr>
          </a:p>
          <a:p>
            <a:pPr indent="0" lvl="0" marL="457200" rtl="0" algn="l">
              <a:spcBef>
                <a:spcPts val="0"/>
              </a:spcBef>
              <a:spcAft>
                <a:spcPts val="0"/>
              </a:spcAft>
              <a:buNone/>
            </a:pPr>
            <a:r>
              <a:rPr lang="en-US" sz="1800">
                <a:solidFill>
                  <a:schemeClr val="dk1"/>
                </a:solidFill>
              </a:rPr>
              <a:t>&lt;tr&gt;</a:t>
            </a:r>
            <a:endParaRPr sz="1800">
              <a:solidFill>
                <a:schemeClr val="dk1"/>
              </a:solidFill>
            </a:endParaRPr>
          </a:p>
          <a:p>
            <a:pPr indent="457200" lvl="0" marL="457200" rtl="0" algn="l">
              <a:spcBef>
                <a:spcPts val="0"/>
              </a:spcBef>
              <a:spcAft>
                <a:spcPts val="0"/>
              </a:spcAft>
              <a:buNone/>
            </a:pPr>
            <a:r>
              <a:rPr lang="en-US" sz="1800">
                <a:solidFill>
                  <a:schemeClr val="dk1"/>
                </a:solidFill>
              </a:rPr>
              <a:t>&lt;td&gt;&lt;/td&gt;</a:t>
            </a:r>
            <a:endParaRPr sz="1800">
              <a:solidFill>
                <a:schemeClr val="dk1"/>
              </a:solidFill>
            </a:endParaRPr>
          </a:p>
          <a:p>
            <a:pPr indent="457200" lvl="0" marL="457200" rtl="0" algn="l">
              <a:spcBef>
                <a:spcPts val="0"/>
              </a:spcBef>
              <a:spcAft>
                <a:spcPts val="0"/>
              </a:spcAft>
              <a:buNone/>
            </a:pPr>
            <a:r>
              <a:rPr lang="en-US" sz="1800">
                <a:solidFill>
                  <a:schemeClr val="dk1"/>
                </a:solidFill>
              </a:rPr>
              <a:t>&lt;td&gt;&lt;/td&gt;</a:t>
            </a:r>
            <a:endParaRPr sz="1800">
              <a:solidFill>
                <a:schemeClr val="dk1"/>
              </a:solidFill>
            </a:endParaRPr>
          </a:p>
          <a:p>
            <a:pPr indent="0" lvl="0" marL="457200" rtl="0" algn="l">
              <a:spcBef>
                <a:spcPts val="0"/>
              </a:spcBef>
              <a:spcAft>
                <a:spcPts val="0"/>
              </a:spcAft>
              <a:buNone/>
            </a:pPr>
            <a:r>
              <a:rPr lang="en-US" sz="1800">
                <a:solidFill>
                  <a:schemeClr val="dk1"/>
                </a:solidFill>
              </a:rPr>
              <a:t>&lt;/tr&gt;</a:t>
            </a:r>
            <a:endParaRPr sz="1800">
              <a:solidFill>
                <a:schemeClr val="dk1"/>
              </a:solidFill>
            </a:endParaRPr>
          </a:p>
          <a:p>
            <a:pPr indent="0" lvl="0" marL="457200" rtl="0" algn="l">
              <a:spcBef>
                <a:spcPts val="0"/>
              </a:spcBef>
              <a:spcAft>
                <a:spcPts val="0"/>
              </a:spcAft>
              <a:buNone/>
            </a:pPr>
            <a:r>
              <a:rPr lang="en-US" sz="1800">
                <a:solidFill>
                  <a:schemeClr val="dk1"/>
                </a:solidFill>
              </a:rPr>
              <a:t>&lt;tr&gt;</a:t>
            </a:r>
            <a:endParaRPr sz="1800">
              <a:solidFill>
                <a:schemeClr val="dk1"/>
              </a:solidFill>
            </a:endParaRPr>
          </a:p>
          <a:p>
            <a:pPr indent="457200" lvl="0" marL="457200" rtl="0" algn="l">
              <a:spcBef>
                <a:spcPts val="0"/>
              </a:spcBef>
              <a:spcAft>
                <a:spcPts val="0"/>
              </a:spcAft>
              <a:buNone/>
            </a:pPr>
            <a:r>
              <a:rPr lang="en-US" sz="1800">
                <a:solidFill>
                  <a:schemeClr val="dk1"/>
                </a:solidFill>
              </a:rPr>
              <a:t>&lt;td&gt;&lt;/td&gt;</a:t>
            </a:r>
            <a:endParaRPr sz="1800">
              <a:solidFill>
                <a:schemeClr val="dk1"/>
              </a:solidFill>
            </a:endParaRPr>
          </a:p>
          <a:p>
            <a:pPr indent="457200" lvl="0" marL="457200" rtl="0" algn="l">
              <a:spcBef>
                <a:spcPts val="0"/>
              </a:spcBef>
              <a:spcAft>
                <a:spcPts val="0"/>
              </a:spcAft>
              <a:buNone/>
            </a:pPr>
            <a:r>
              <a:rPr lang="en-US" sz="1800">
                <a:solidFill>
                  <a:schemeClr val="dk1"/>
                </a:solidFill>
              </a:rPr>
              <a:t>&lt;td&gt;&lt;/td&gt;</a:t>
            </a:r>
            <a:endParaRPr sz="1800">
              <a:solidFill>
                <a:schemeClr val="dk1"/>
              </a:solidFill>
            </a:endParaRPr>
          </a:p>
          <a:p>
            <a:pPr indent="457200" lvl="0" marL="457200" rtl="0" algn="l">
              <a:spcBef>
                <a:spcPts val="0"/>
              </a:spcBef>
              <a:spcAft>
                <a:spcPts val="0"/>
              </a:spcAft>
              <a:buNone/>
            </a:pPr>
            <a:r>
              <a:rPr lang="en-US" sz="1800">
                <a:solidFill>
                  <a:schemeClr val="dk1"/>
                </a:solidFill>
              </a:rPr>
              <a:t>&lt;td&gt;&lt;/td&gt;</a:t>
            </a:r>
            <a:endParaRPr sz="1800">
              <a:solidFill>
                <a:schemeClr val="dk1"/>
              </a:solidFill>
            </a:endParaRPr>
          </a:p>
          <a:p>
            <a:pPr indent="0" lvl="0" marL="457200" rtl="0" algn="l">
              <a:spcBef>
                <a:spcPts val="0"/>
              </a:spcBef>
              <a:spcAft>
                <a:spcPts val="0"/>
              </a:spcAft>
              <a:buNone/>
            </a:pPr>
            <a:r>
              <a:rPr lang="en-US" sz="1800">
                <a:solidFill>
                  <a:schemeClr val="dk1"/>
                </a:solidFill>
              </a:rPr>
              <a:t>&lt;/tr&gt;</a:t>
            </a:r>
            <a:endParaRPr sz="1800">
              <a:solidFill>
                <a:schemeClr val="dk1"/>
              </a:solidFill>
            </a:endParaRPr>
          </a:p>
          <a:p>
            <a:pPr indent="0" lvl="0" marL="0" rtl="0" algn="l">
              <a:spcBef>
                <a:spcPts val="0"/>
              </a:spcBef>
              <a:spcAft>
                <a:spcPts val="0"/>
              </a:spcAft>
              <a:buNone/>
            </a:pPr>
            <a:r>
              <a:rPr lang="en-US" sz="1800">
                <a:solidFill>
                  <a:schemeClr val="dk1"/>
                </a:solidFill>
              </a:rPr>
              <a:t>&lt;/table&gt;</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2916501641_1_26"/>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Block Level Elements</a:t>
            </a:r>
            <a:endParaRPr/>
          </a:p>
        </p:txBody>
      </p:sp>
      <p:sp>
        <p:nvSpPr>
          <p:cNvPr id="171" name="Google Shape;171;g32916501641_1_26"/>
          <p:cNvSpPr txBox="1"/>
          <p:nvPr>
            <p:ph idx="1" type="body"/>
          </p:nvPr>
        </p:nvSpPr>
        <p:spPr>
          <a:xfrm>
            <a:off x="552225" y="1603450"/>
            <a:ext cx="6711600" cy="4195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These elements take up the full width of their parent container and start on a new line. They stack vertically and usually occupy the entire available horizontal space. </a:t>
            </a:r>
            <a:endParaRPr/>
          </a:p>
        </p:txBody>
      </p:sp>
      <p:sp>
        <p:nvSpPr>
          <p:cNvPr id="172" name="Google Shape;172;g32916501641_1_26"/>
          <p:cNvSpPr txBox="1"/>
          <p:nvPr/>
        </p:nvSpPr>
        <p:spPr>
          <a:xfrm>
            <a:off x="552225" y="2954150"/>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Examples:</a:t>
            </a:r>
            <a:endParaRPr/>
          </a:p>
          <a:p>
            <a:pPr indent="0" lvl="0" marL="0" rtl="0" algn="l">
              <a:spcBef>
                <a:spcPts val="0"/>
              </a:spcBef>
              <a:spcAft>
                <a:spcPts val="0"/>
              </a:spcAft>
              <a:buNone/>
            </a:pPr>
            <a:r>
              <a:rPr lang="en-US"/>
              <a:t>&lt;div&gt;</a:t>
            </a:r>
            <a:endParaRPr/>
          </a:p>
          <a:p>
            <a:pPr indent="0" lvl="0" marL="0" rtl="0" algn="l">
              <a:spcBef>
                <a:spcPts val="0"/>
              </a:spcBef>
              <a:spcAft>
                <a:spcPts val="0"/>
              </a:spcAft>
              <a:buNone/>
            </a:pPr>
            <a:r>
              <a:rPr lang="en-US"/>
              <a:t>&lt;p&gt;</a:t>
            </a:r>
            <a:endParaRPr/>
          </a:p>
          <a:p>
            <a:pPr indent="0" lvl="0" marL="0" rtl="0" algn="l">
              <a:spcBef>
                <a:spcPts val="0"/>
              </a:spcBef>
              <a:spcAft>
                <a:spcPts val="0"/>
              </a:spcAft>
              <a:buNone/>
            </a:pPr>
            <a:r>
              <a:rPr lang="en-US"/>
              <a:t>&lt;h1&gt;, &lt;h2&gt;, &lt;h3&gt;, etc.</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2916501641_1_37"/>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Inline Elements</a:t>
            </a:r>
            <a:endParaRPr/>
          </a:p>
        </p:txBody>
      </p:sp>
      <p:sp>
        <p:nvSpPr>
          <p:cNvPr id="179" name="Google Shape;179;g32916501641_1_37"/>
          <p:cNvSpPr txBox="1"/>
          <p:nvPr>
            <p:ph idx="1" type="body"/>
          </p:nvPr>
        </p:nvSpPr>
        <p:spPr>
          <a:xfrm>
            <a:off x="552225" y="1472975"/>
            <a:ext cx="6711600" cy="4195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These elements only take up as much width as their content. They do not start on a new line and only occupy the space they need, staying within the flow of the content around them. </a:t>
            </a:r>
            <a:endParaRPr/>
          </a:p>
        </p:txBody>
      </p:sp>
      <p:sp>
        <p:nvSpPr>
          <p:cNvPr id="180" name="Google Shape;180;g32916501641_1_37"/>
          <p:cNvSpPr txBox="1"/>
          <p:nvPr/>
        </p:nvSpPr>
        <p:spPr>
          <a:xfrm>
            <a:off x="637975" y="3175275"/>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Examples:</a:t>
            </a:r>
            <a:endParaRPr/>
          </a:p>
          <a:p>
            <a:pPr indent="0" lvl="0" marL="0" rtl="0" algn="l">
              <a:spcBef>
                <a:spcPts val="0"/>
              </a:spcBef>
              <a:spcAft>
                <a:spcPts val="0"/>
              </a:spcAft>
              <a:buNone/>
            </a:pPr>
            <a:r>
              <a:rPr lang="en-US"/>
              <a:t>&lt;span&gt;</a:t>
            </a:r>
            <a:endParaRPr/>
          </a:p>
          <a:p>
            <a:pPr indent="0" lvl="0" marL="0" rtl="0" algn="l">
              <a:spcBef>
                <a:spcPts val="0"/>
              </a:spcBef>
              <a:spcAft>
                <a:spcPts val="0"/>
              </a:spcAft>
              <a:buNone/>
            </a:pPr>
            <a:r>
              <a:rPr lang="en-US"/>
              <a:t>&lt;label&gt;</a:t>
            </a:r>
            <a:endParaRPr/>
          </a:p>
          <a:p>
            <a:pPr indent="0" lvl="0" marL="0" rtl="0" algn="l">
              <a:spcBef>
                <a:spcPts val="0"/>
              </a:spcBef>
              <a:spcAft>
                <a:spcPts val="0"/>
              </a:spcAft>
              <a:buNone/>
            </a:pPr>
            <a:r>
              <a:rPr lang="en-US"/>
              <a:t>&lt;img&gt;</a:t>
            </a:r>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8"/>
          <p:cNvSpPr txBox="1"/>
          <p:nvPr>
            <p:ph type="ctrTitle"/>
          </p:nvPr>
        </p:nvSpPr>
        <p:spPr>
          <a:xfrm>
            <a:off x="800100" y="1276350"/>
            <a:ext cx="7772400" cy="18288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chemeClr val="dk2"/>
              </a:buClr>
              <a:buSzPts val="4400"/>
              <a:buFont typeface="Arial"/>
              <a:buNone/>
            </a:pPr>
            <a:br>
              <a:rPr lang="en-US" sz="4400">
                <a:latin typeface="Arial"/>
                <a:ea typeface="Arial"/>
                <a:cs typeface="Arial"/>
                <a:sym typeface="Arial"/>
              </a:rPr>
            </a:br>
            <a:r>
              <a:rPr lang="en-US" sz="4400">
                <a:latin typeface="Arial"/>
                <a:ea typeface="Arial"/>
                <a:cs typeface="Arial"/>
                <a:sym typeface="Arial"/>
              </a:rPr>
              <a:t>CSS - Casca</a:t>
            </a:r>
            <a:r>
              <a:rPr lang="en-US" sz="4400"/>
              <a:t>de Style Sheet</a:t>
            </a:r>
            <a:endParaRPr/>
          </a:p>
        </p:txBody>
      </p:sp>
      <p:pic>
        <p:nvPicPr>
          <p:cNvPr id="186" name="Google Shape;186;p18"/>
          <p:cNvPicPr preferRelativeResize="0"/>
          <p:nvPr/>
        </p:nvPicPr>
        <p:blipFill rotWithShape="1">
          <a:blip r:embed="rId3">
            <a:alphaModFix/>
          </a:blip>
          <a:srcRect b="0" l="0" r="0" t="50000"/>
          <a:stretch/>
        </p:blipFill>
        <p:spPr>
          <a:xfrm>
            <a:off x="1066800" y="3362325"/>
            <a:ext cx="7623175" cy="133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19"/>
          <p:cNvPicPr preferRelativeResize="0"/>
          <p:nvPr>
            <p:ph idx="1" type="body"/>
          </p:nvPr>
        </p:nvPicPr>
        <p:blipFill rotWithShape="1">
          <a:blip r:embed="rId3">
            <a:alphaModFix/>
          </a:blip>
          <a:srcRect b="0" l="0" r="0" t="0"/>
          <a:stretch/>
        </p:blipFill>
        <p:spPr>
          <a:xfrm>
            <a:off x="381000" y="838200"/>
            <a:ext cx="7055379" cy="518608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20"/>
          <p:cNvPicPr preferRelativeResize="0"/>
          <p:nvPr>
            <p:ph idx="1" type="body"/>
          </p:nvPr>
        </p:nvPicPr>
        <p:blipFill rotWithShape="1">
          <a:blip r:embed="rId3">
            <a:alphaModFix/>
          </a:blip>
          <a:srcRect b="0" l="0" r="0" t="0"/>
          <a:stretch/>
        </p:blipFill>
        <p:spPr>
          <a:xfrm>
            <a:off x="457200" y="0"/>
            <a:ext cx="7951200" cy="6096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21"/>
          <p:cNvPicPr preferRelativeResize="0"/>
          <p:nvPr>
            <p:ph idx="1" type="body"/>
          </p:nvPr>
        </p:nvPicPr>
        <p:blipFill rotWithShape="1">
          <a:blip r:embed="rId3">
            <a:alphaModFix/>
          </a:blip>
          <a:srcRect b="0" l="0" r="0" t="0"/>
          <a:stretch/>
        </p:blipFill>
        <p:spPr>
          <a:xfrm>
            <a:off x="457200" y="792723"/>
            <a:ext cx="6781800" cy="527255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27d929541f_0_29"/>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CSS Selector</a:t>
            </a:r>
            <a:endParaRPr/>
          </a:p>
        </p:txBody>
      </p:sp>
      <p:sp>
        <p:nvSpPr>
          <p:cNvPr id="208" name="Google Shape;208;g327d929541f_0_29"/>
          <p:cNvSpPr txBox="1"/>
          <p:nvPr>
            <p:ph idx="1" type="body"/>
          </p:nvPr>
        </p:nvSpPr>
        <p:spPr>
          <a:xfrm>
            <a:off x="827700" y="2052925"/>
            <a:ext cx="6711600" cy="4195500"/>
          </a:xfrm>
          <a:prstGeom prst="rect">
            <a:avLst/>
          </a:prstGeom>
        </p:spPr>
        <p:txBody>
          <a:bodyPr anchorCtr="0" anchor="t" bIns="45700" lIns="91425" spcFirstLastPara="1" rIns="91425" wrap="square" tIns="45700">
            <a:normAutofit lnSpcReduction="20000"/>
          </a:bodyPr>
          <a:lstStyle/>
          <a:p>
            <a:pPr indent="0" lvl="0" marL="0" rtl="0" algn="l">
              <a:lnSpc>
                <a:spcPct val="115000"/>
              </a:lnSpc>
              <a:spcBef>
                <a:spcPts val="800"/>
              </a:spcBef>
              <a:spcAft>
                <a:spcPts val="0"/>
              </a:spcAft>
              <a:buClr>
                <a:schemeClr val="dk1"/>
              </a:buClr>
              <a:buSzPts val="1100"/>
              <a:buFont typeface="Arial"/>
              <a:buNone/>
            </a:pPr>
            <a:r>
              <a:rPr lang="en-US" sz="2400">
                <a:highlight>
                  <a:srgbClr val="D6E4F5"/>
                </a:highlight>
              </a:rPr>
              <a:t>The CSS element Selector</a:t>
            </a:r>
            <a:endParaRPr sz="2400">
              <a:highlight>
                <a:srgbClr val="D6E4F5"/>
              </a:highlight>
            </a:endParaRPr>
          </a:p>
          <a:p>
            <a:pPr indent="0" lvl="0" marL="0" rtl="0" algn="l">
              <a:lnSpc>
                <a:spcPct val="115000"/>
              </a:lnSpc>
              <a:spcBef>
                <a:spcPts val="800"/>
              </a:spcBef>
              <a:spcAft>
                <a:spcPts val="0"/>
              </a:spcAft>
              <a:buClr>
                <a:schemeClr val="dk1"/>
              </a:buClr>
              <a:buSzPts val="1100"/>
              <a:buFont typeface="Arial"/>
              <a:buNone/>
            </a:pPr>
            <a:r>
              <a:t/>
            </a:r>
            <a:endParaRPr sz="1100"/>
          </a:p>
          <a:p>
            <a:pPr indent="0" lvl="0" marL="0" rtl="0" algn="l">
              <a:lnSpc>
                <a:spcPct val="115000"/>
              </a:lnSpc>
              <a:spcBef>
                <a:spcPts val="1400"/>
              </a:spcBef>
              <a:spcAft>
                <a:spcPts val="0"/>
              </a:spcAft>
              <a:buClr>
                <a:schemeClr val="dk1"/>
              </a:buClr>
              <a:buSzPts val="1100"/>
              <a:buFont typeface="Arial"/>
              <a:buNone/>
            </a:pPr>
            <a:r>
              <a:rPr lang="en-US" sz="1800">
                <a:highlight>
                  <a:srgbClr val="D6E4F5"/>
                </a:highlight>
                <a:latin typeface="Verdana"/>
                <a:ea typeface="Verdana"/>
                <a:cs typeface="Verdana"/>
                <a:sym typeface="Verdana"/>
              </a:rPr>
              <a:t>The element selector selects HTML elements based on the element name.</a:t>
            </a:r>
            <a:endParaRPr sz="1800">
              <a:highlight>
                <a:srgbClr val="D6E4F5"/>
              </a:highlight>
              <a:latin typeface="Verdana"/>
              <a:ea typeface="Verdana"/>
              <a:cs typeface="Verdana"/>
              <a:sym typeface="Verdana"/>
            </a:endParaRPr>
          </a:p>
          <a:p>
            <a:pPr indent="0" lvl="0" marL="0" rtl="0" algn="l">
              <a:lnSpc>
                <a:spcPct val="115000"/>
              </a:lnSpc>
              <a:spcBef>
                <a:spcPts val="1400"/>
              </a:spcBef>
              <a:spcAft>
                <a:spcPts val="0"/>
              </a:spcAft>
              <a:buClr>
                <a:schemeClr val="dk1"/>
              </a:buClr>
              <a:buSzPts val="1100"/>
              <a:buFont typeface="Arial"/>
              <a:buNone/>
            </a:pPr>
            <a:r>
              <a:rPr lang="en-US" sz="1800">
                <a:highlight>
                  <a:srgbClr val="D6E4F5"/>
                </a:highlight>
                <a:latin typeface="Verdana"/>
                <a:ea typeface="Verdana"/>
                <a:cs typeface="Verdana"/>
                <a:sym typeface="Verdana"/>
              </a:rPr>
              <a:t>Here, all &lt;p&gt; elements on the page will be center-aligned, with a red text color: </a:t>
            </a:r>
            <a:endParaRPr sz="1800">
              <a:highlight>
                <a:srgbClr val="D6E4F5"/>
              </a:highlight>
              <a:latin typeface="Verdana"/>
              <a:ea typeface="Verdana"/>
              <a:cs typeface="Verdana"/>
              <a:sym typeface="Verdana"/>
            </a:endParaRPr>
          </a:p>
          <a:p>
            <a:pPr indent="0" lvl="0" marL="114300" marR="114300" rtl="0" algn="l">
              <a:lnSpc>
                <a:spcPct val="115000"/>
              </a:lnSpc>
              <a:spcBef>
                <a:spcPts val="1200"/>
              </a:spcBef>
              <a:spcAft>
                <a:spcPts val="0"/>
              </a:spcAft>
              <a:buClr>
                <a:schemeClr val="dk1"/>
              </a:buClr>
              <a:buSzPts val="1100"/>
              <a:buFont typeface="Arial"/>
              <a:buNone/>
            </a:pPr>
            <a:r>
              <a:rPr lang="en-US" sz="1800">
                <a:solidFill>
                  <a:srgbClr val="A52A2A"/>
                </a:solidFill>
                <a:highlight>
                  <a:srgbClr val="D6E4F5"/>
                </a:highlight>
                <a:latin typeface="Consolas"/>
                <a:ea typeface="Consolas"/>
                <a:cs typeface="Consolas"/>
                <a:sym typeface="Consolas"/>
              </a:rPr>
              <a:t>p </a:t>
            </a:r>
            <a:r>
              <a:rPr lang="en-US" sz="1800">
                <a:highlight>
                  <a:srgbClr val="D6E4F5"/>
                </a:highlight>
                <a:latin typeface="Consolas"/>
                <a:ea typeface="Consolas"/>
                <a:cs typeface="Consolas"/>
                <a:sym typeface="Consolas"/>
              </a:rPr>
              <a:t>{</a:t>
            </a:r>
            <a:endParaRPr sz="1800">
              <a:highlight>
                <a:srgbClr val="D6E4F5"/>
              </a:highlight>
              <a:latin typeface="Consolas"/>
              <a:ea typeface="Consolas"/>
              <a:cs typeface="Consolas"/>
              <a:sym typeface="Consolas"/>
            </a:endParaRPr>
          </a:p>
          <a:p>
            <a:pPr indent="0" lvl="0" marL="114300" marR="114300" rtl="0" algn="l">
              <a:lnSpc>
                <a:spcPct val="115000"/>
              </a:lnSpc>
              <a:spcBef>
                <a:spcPts val="1200"/>
              </a:spcBef>
              <a:spcAft>
                <a:spcPts val="0"/>
              </a:spcAft>
              <a:buClr>
                <a:schemeClr val="dk1"/>
              </a:buClr>
              <a:buSzPts val="1100"/>
              <a:buFont typeface="Arial"/>
              <a:buNone/>
            </a:pPr>
            <a:r>
              <a:rPr lang="en-US" sz="1800">
                <a:solidFill>
                  <a:srgbClr val="FF0000"/>
                </a:solidFill>
                <a:highlight>
                  <a:srgbClr val="D6E4F5"/>
                </a:highlight>
                <a:latin typeface="Consolas"/>
                <a:ea typeface="Consolas"/>
                <a:cs typeface="Consolas"/>
                <a:sym typeface="Consolas"/>
              </a:rPr>
              <a:t>  text-align</a:t>
            </a:r>
            <a:r>
              <a:rPr lang="en-US" sz="1800">
                <a:highlight>
                  <a:srgbClr val="D6E4F5"/>
                </a:highlight>
                <a:latin typeface="Consolas"/>
                <a:ea typeface="Consolas"/>
                <a:cs typeface="Consolas"/>
                <a:sym typeface="Consolas"/>
              </a:rPr>
              <a:t>:</a:t>
            </a:r>
            <a:r>
              <a:rPr lang="en-US" sz="1800">
                <a:solidFill>
                  <a:srgbClr val="0000CD"/>
                </a:solidFill>
                <a:highlight>
                  <a:srgbClr val="D6E4F5"/>
                </a:highlight>
                <a:latin typeface="Consolas"/>
                <a:ea typeface="Consolas"/>
                <a:cs typeface="Consolas"/>
                <a:sym typeface="Consolas"/>
              </a:rPr>
              <a:t> center</a:t>
            </a:r>
            <a:r>
              <a:rPr lang="en-US" sz="1800">
                <a:highlight>
                  <a:srgbClr val="D6E4F5"/>
                </a:highlight>
                <a:latin typeface="Consolas"/>
                <a:ea typeface="Consolas"/>
                <a:cs typeface="Consolas"/>
                <a:sym typeface="Consolas"/>
              </a:rPr>
              <a:t>;</a:t>
            </a:r>
            <a:endParaRPr sz="1800">
              <a:highlight>
                <a:srgbClr val="D6E4F5"/>
              </a:highlight>
              <a:latin typeface="Consolas"/>
              <a:ea typeface="Consolas"/>
              <a:cs typeface="Consolas"/>
              <a:sym typeface="Consolas"/>
            </a:endParaRPr>
          </a:p>
          <a:p>
            <a:pPr indent="0" lvl="0" marL="114300" marR="114300" rtl="0" algn="l">
              <a:lnSpc>
                <a:spcPct val="115000"/>
              </a:lnSpc>
              <a:spcBef>
                <a:spcPts val="1200"/>
              </a:spcBef>
              <a:spcAft>
                <a:spcPts val="0"/>
              </a:spcAft>
              <a:buClr>
                <a:schemeClr val="dk1"/>
              </a:buClr>
              <a:buSzPts val="1100"/>
              <a:buFont typeface="Arial"/>
              <a:buNone/>
            </a:pPr>
            <a:r>
              <a:rPr lang="en-US" sz="1800">
                <a:solidFill>
                  <a:srgbClr val="FF0000"/>
                </a:solidFill>
                <a:highlight>
                  <a:srgbClr val="D6E4F5"/>
                </a:highlight>
                <a:latin typeface="Consolas"/>
                <a:ea typeface="Consolas"/>
                <a:cs typeface="Consolas"/>
                <a:sym typeface="Consolas"/>
              </a:rPr>
              <a:t>  color</a:t>
            </a:r>
            <a:r>
              <a:rPr lang="en-US" sz="1800">
                <a:highlight>
                  <a:srgbClr val="D6E4F5"/>
                </a:highlight>
                <a:latin typeface="Consolas"/>
                <a:ea typeface="Consolas"/>
                <a:cs typeface="Consolas"/>
                <a:sym typeface="Consolas"/>
              </a:rPr>
              <a:t>:</a:t>
            </a:r>
            <a:r>
              <a:rPr lang="en-US" sz="1800">
                <a:solidFill>
                  <a:srgbClr val="0000CD"/>
                </a:solidFill>
                <a:highlight>
                  <a:srgbClr val="D6E4F5"/>
                </a:highlight>
                <a:latin typeface="Consolas"/>
                <a:ea typeface="Consolas"/>
                <a:cs typeface="Consolas"/>
                <a:sym typeface="Consolas"/>
              </a:rPr>
              <a:t> red</a:t>
            </a:r>
            <a:r>
              <a:rPr lang="en-US" sz="1800">
                <a:highlight>
                  <a:srgbClr val="D6E4F5"/>
                </a:highlight>
                <a:latin typeface="Consolas"/>
                <a:ea typeface="Consolas"/>
                <a:cs typeface="Consolas"/>
                <a:sym typeface="Consolas"/>
              </a:rPr>
              <a:t>;</a:t>
            </a:r>
            <a:endParaRPr sz="1800">
              <a:highlight>
                <a:srgbClr val="D6E4F5"/>
              </a:highlight>
              <a:latin typeface="Consolas"/>
              <a:ea typeface="Consolas"/>
              <a:cs typeface="Consolas"/>
              <a:sym typeface="Consolas"/>
            </a:endParaRPr>
          </a:p>
          <a:p>
            <a:pPr indent="0" lvl="0" marL="114300" marR="114300" rtl="0" algn="l">
              <a:lnSpc>
                <a:spcPct val="115000"/>
              </a:lnSpc>
              <a:spcBef>
                <a:spcPts val="1200"/>
              </a:spcBef>
              <a:spcAft>
                <a:spcPts val="0"/>
              </a:spcAft>
              <a:buClr>
                <a:schemeClr val="dk1"/>
              </a:buClr>
              <a:buSzPts val="1100"/>
              <a:buFont typeface="Arial"/>
              <a:buNone/>
            </a:pPr>
            <a:r>
              <a:rPr lang="en-US" sz="1800">
                <a:highlight>
                  <a:srgbClr val="D6E4F5"/>
                </a:highlight>
                <a:latin typeface="Consolas"/>
                <a:ea typeface="Consolas"/>
                <a:cs typeface="Consolas"/>
                <a:sym typeface="Consolas"/>
              </a:rPr>
              <a:t>}</a:t>
            </a:r>
            <a:endParaRPr sz="1800">
              <a:highlight>
                <a:srgbClr val="D6E4F5"/>
              </a:highlight>
              <a:latin typeface="Consolas"/>
              <a:ea typeface="Consolas"/>
              <a:cs typeface="Consolas"/>
              <a:sym typeface="Consolas"/>
            </a:endParaRPr>
          </a:p>
          <a:p>
            <a:pPr indent="0" lvl="0" marL="0" rtl="0" algn="l">
              <a:spcBef>
                <a:spcPts val="12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27d929541f_0_40"/>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CSS Selector</a:t>
            </a:r>
            <a:endParaRPr/>
          </a:p>
        </p:txBody>
      </p:sp>
      <p:sp>
        <p:nvSpPr>
          <p:cNvPr id="215" name="Google Shape;215;g327d929541f_0_40"/>
          <p:cNvSpPr txBox="1"/>
          <p:nvPr>
            <p:ph idx="1" type="body"/>
          </p:nvPr>
        </p:nvSpPr>
        <p:spPr>
          <a:xfrm>
            <a:off x="827700" y="2052925"/>
            <a:ext cx="6711600" cy="4195500"/>
          </a:xfrm>
          <a:prstGeom prst="rect">
            <a:avLst/>
          </a:prstGeom>
        </p:spPr>
        <p:txBody>
          <a:bodyPr anchorCtr="0" anchor="t" bIns="45700" lIns="91425" spcFirstLastPara="1" rIns="91425" wrap="square" tIns="45700">
            <a:normAutofit fontScale="77500" lnSpcReduction="20000"/>
          </a:bodyPr>
          <a:lstStyle/>
          <a:p>
            <a:pPr indent="0" lvl="0" marL="0" rtl="0" algn="l">
              <a:lnSpc>
                <a:spcPct val="115000"/>
              </a:lnSpc>
              <a:spcBef>
                <a:spcPts val="800"/>
              </a:spcBef>
              <a:spcAft>
                <a:spcPts val="0"/>
              </a:spcAft>
              <a:buNone/>
            </a:pPr>
            <a:r>
              <a:rPr lang="en-US" sz="3050">
                <a:highlight>
                  <a:srgbClr val="D6E4F5"/>
                </a:highlight>
              </a:rPr>
              <a:t>The CSS element Selector</a:t>
            </a:r>
            <a:endParaRPr sz="3050">
              <a:highlight>
                <a:srgbClr val="D6E4F5"/>
              </a:highlight>
            </a:endParaRPr>
          </a:p>
          <a:p>
            <a:pPr indent="0" lvl="0" marL="0" rtl="0" algn="l">
              <a:lnSpc>
                <a:spcPct val="115000"/>
              </a:lnSpc>
              <a:spcBef>
                <a:spcPts val="800"/>
              </a:spcBef>
              <a:spcAft>
                <a:spcPts val="0"/>
              </a:spcAft>
              <a:buNone/>
            </a:pPr>
            <a:r>
              <a:t/>
            </a:r>
            <a:endParaRPr sz="1100">
              <a:highlight>
                <a:srgbClr val="D6E4F5"/>
              </a:highlight>
            </a:endParaRPr>
          </a:p>
          <a:p>
            <a:pPr indent="0" lvl="0" marL="0" rtl="0" algn="l">
              <a:lnSpc>
                <a:spcPct val="115000"/>
              </a:lnSpc>
              <a:spcBef>
                <a:spcPts val="1400"/>
              </a:spcBef>
              <a:spcAft>
                <a:spcPts val="0"/>
              </a:spcAft>
              <a:buNone/>
            </a:pPr>
            <a:r>
              <a:rPr lang="en-US" sz="2100">
                <a:highlight>
                  <a:srgbClr val="D6E4F5"/>
                </a:highlight>
                <a:latin typeface="Verdana"/>
                <a:ea typeface="Verdana"/>
                <a:cs typeface="Verdana"/>
                <a:sym typeface="Verdana"/>
              </a:rPr>
              <a:t>To select an element with a specific id, write a hash (#) character, followed by the id of the element.</a:t>
            </a:r>
            <a:endParaRPr sz="2100">
              <a:highlight>
                <a:srgbClr val="D6E4F5"/>
              </a:highlight>
              <a:latin typeface="Verdana"/>
              <a:ea typeface="Verdana"/>
              <a:cs typeface="Verdana"/>
              <a:sym typeface="Verdana"/>
            </a:endParaRPr>
          </a:p>
          <a:p>
            <a:pPr indent="0" lvl="0" marL="0" rtl="0" algn="l">
              <a:lnSpc>
                <a:spcPct val="115000"/>
              </a:lnSpc>
              <a:spcBef>
                <a:spcPts val="1400"/>
              </a:spcBef>
              <a:spcAft>
                <a:spcPts val="0"/>
              </a:spcAft>
              <a:buClr>
                <a:schemeClr val="dk1"/>
              </a:buClr>
              <a:buSzPct val="52380"/>
              <a:buFont typeface="Arial"/>
              <a:buNone/>
            </a:pPr>
            <a:r>
              <a:rPr lang="en-US" sz="2100">
                <a:highlight>
                  <a:srgbClr val="D6E4F5"/>
                </a:highlight>
                <a:latin typeface="Verdana"/>
                <a:ea typeface="Verdana"/>
                <a:cs typeface="Verdana"/>
                <a:sym typeface="Verdana"/>
              </a:rPr>
              <a:t>The CSS rule below will be applied to the HTML element with id="para1": </a:t>
            </a:r>
            <a:endParaRPr sz="2100">
              <a:highlight>
                <a:srgbClr val="D6E4F5"/>
              </a:highlight>
              <a:latin typeface="Verdana"/>
              <a:ea typeface="Verdana"/>
              <a:cs typeface="Verdana"/>
              <a:sym typeface="Verdana"/>
            </a:endParaRPr>
          </a:p>
          <a:p>
            <a:pPr indent="0" lvl="0" marL="114300" marR="114300" rtl="0" algn="l">
              <a:lnSpc>
                <a:spcPct val="115000"/>
              </a:lnSpc>
              <a:spcBef>
                <a:spcPts val="1200"/>
              </a:spcBef>
              <a:spcAft>
                <a:spcPts val="0"/>
              </a:spcAft>
              <a:buClr>
                <a:schemeClr val="dk1"/>
              </a:buClr>
              <a:buSzPct val="52380"/>
              <a:buFont typeface="Arial"/>
              <a:buNone/>
            </a:pPr>
            <a:r>
              <a:rPr lang="en-US" sz="2100">
                <a:solidFill>
                  <a:srgbClr val="A52A2A"/>
                </a:solidFill>
                <a:highlight>
                  <a:srgbClr val="D6E4F5"/>
                </a:highlight>
                <a:latin typeface="Consolas"/>
                <a:ea typeface="Consolas"/>
                <a:cs typeface="Consolas"/>
                <a:sym typeface="Consolas"/>
              </a:rPr>
              <a:t>#para1 </a:t>
            </a:r>
            <a:r>
              <a:rPr lang="en-US" sz="2100">
                <a:highlight>
                  <a:srgbClr val="D6E4F5"/>
                </a:highlight>
                <a:latin typeface="Consolas"/>
                <a:ea typeface="Consolas"/>
                <a:cs typeface="Consolas"/>
                <a:sym typeface="Consolas"/>
              </a:rPr>
              <a:t>{</a:t>
            </a:r>
            <a:endParaRPr sz="2100">
              <a:highlight>
                <a:srgbClr val="D6E4F5"/>
              </a:highlight>
              <a:latin typeface="Consolas"/>
              <a:ea typeface="Consolas"/>
              <a:cs typeface="Consolas"/>
              <a:sym typeface="Consolas"/>
            </a:endParaRPr>
          </a:p>
          <a:p>
            <a:pPr indent="0" lvl="0" marL="114300" marR="114300" rtl="0" algn="l">
              <a:lnSpc>
                <a:spcPct val="115000"/>
              </a:lnSpc>
              <a:spcBef>
                <a:spcPts val="1200"/>
              </a:spcBef>
              <a:spcAft>
                <a:spcPts val="0"/>
              </a:spcAft>
              <a:buClr>
                <a:schemeClr val="dk1"/>
              </a:buClr>
              <a:buSzPct val="52380"/>
              <a:buFont typeface="Arial"/>
              <a:buNone/>
            </a:pPr>
            <a:r>
              <a:rPr lang="en-US" sz="2100">
                <a:solidFill>
                  <a:srgbClr val="FF0000"/>
                </a:solidFill>
                <a:highlight>
                  <a:srgbClr val="D6E4F5"/>
                </a:highlight>
                <a:latin typeface="Consolas"/>
                <a:ea typeface="Consolas"/>
                <a:cs typeface="Consolas"/>
                <a:sym typeface="Consolas"/>
              </a:rPr>
              <a:t>  text-align</a:t>
            </a:r>
            <a:r>
              <a:rPr lang="en-US" sz="2100">
                <a:highlight>
                  <a:srgbClr val="D6E4F5"/>
                </a:highlight>
                <a:latin typeface="Consolas"/>
                <a:ea typeface="Consolas"/>
                <a:cs typeface="Consolas"/>
                <a:sym typeface="Consolas"/>
              </a:rPr>
              <a:t>:</a:t>
            </a:r>
            <a:r>
              <a:rPr lang="en-US" sz="2100">
                <a:solidFill>
                  <a:srgbClr val="0000CD"/>
                </a:solidFill>
                <a:highlight>
                  <a:srgbClr val="D6E4F5"/>
                </a:highlight>
                <a:latin typeface="Consolas"/>
                <a:ea typeface="Consolas"/>
                <a:cs typeface="Consolas"/>
                <a:sym typeface="Consolas"/>
              </a:rPr>
              <a:t> center</a:t>
            </a:r>
            <a:r>
              <a:rPr lang="en-US" sz="2100">
                <a:highlight>
                  <a:srgbClr val="D6E4F5"/>
                </a:highlight>
                <a:latin typeface="Consolas"/>
                <a:ea typeface="Consolas"/>
                <a:cs typeface="Consolas"/>
                <a:sym typeface="Consolas"/>
              </a:rPr>
              <a:t>;</a:t>
            </a:r>
            <a:endParaRPr sz="2100">
              <a:highlight>
                <a:srgbClr val="D6E4F5"/>
              </a:highlight>
              <a:latin typeface="Consolas"/>
              <a:ea typeface="Consolas"/>
              <a:cs typeface="Consolas"/>
              <a:sym typeface="Consolas"/>
            </a:endParaRPr>
          </a:p>
          <a:p>
            <a:pPr indent="0" lvl="0" marL="114300" marR="114300" rtl="0" algn="l">
              <a:lnSpc>
                <a:spcPct val="115000"/>
              </a:lnSpc>
              <a:spcBef>
                <a:spcPts val="1200"/>
              </a:spcBef>
              <a:spcAft>
                <a:spcPts val="0"/>
              </a:spcAft>
              <a:buClr>
                <a:schemeClr val="dk1"/>
              </a:buClr>
              <a:buSzPct val="52380"/>
              <a:buFont typeface="Arial"/>
              <a:buNone/>
            </a:pPr>
            <a:r>
              <a:rPr lang="en-US" sz="2100">
                <a:solidFill>
                  <a:srgbClr val="FF0000"/>
                </a:solidFill>
                <a:highlight>
                  <a:srgbClr val="D6E4F5"/>
                </a:highlight>
                <a:latin typeface="Consolas"/>
                <a:ea typeface="Consolas"/>
                <a:cs typeface="Consolas"/>
                <a:sym typeface="Consolas"/>
              </a:rPr>
              <a:t>  color</a:t>
            </a:r>
            <a:r>
              <a:rPr lang="en-US" sz="2100">
                <a:highlight>
                  <a:srgbClr val="D6E4F5"/>
                </a:highlight>
                <a:latin typeface="Consolas"/>
                <a:ea typeface="Consolas"/>
                <a:cs typeface="Consolas"/>
                <a:sym typeface="Consolas"/>
              </a:rPr>
              <a:t>:</a:t>
            </a:r>
            <a:r>
              <a:rPr lang="en-US" sz="2100">
                <a:solidFill>
                  <a:srgbClr val="0000CD"/>
                </a:solidFill>
                <a:highlight>
                  <a:srgbClr val="D6E4F5"/>
                </a:highlight>
                <a:latin typeface="Consolas"/>
                <a:ea typeface="Consolas"/>
                <a:cs typeface="Consolas"/>
                <a:sym typeface="Consolas"/>
              </a:rPr>
              <a:t> red</a:t>
            </a:r>
            <a:r>
              <a:rPr lang="en-US" sz="2100">
                <a:highlight>
                  <a:srgbClr val="D6E4F5"/>
                </a:highlight>
                <a:latin typeface="Consolas"/>
                <a:ea typeface="Consolas"/>
                <a:cs typeface="Consolas"/>
                <a:sym typeface="Consolas"/>
              </a:rPr>
              <a:t>;</a:t>
            </a:r>
            <a:endParaRPr sz="2100">
              <a:highlight>
                <a:srgbClr val="D6E4F5"/>
              </a:highlight>
              <a:latin typeface="Consolas"/>
              <a:ea typeface="Consolas"/>
              <a:cs typeface="Consolas"/>
              <a:sym typeface="Consolas"/>
            </a:endParaRPr>
          </a:p>
          <a:p>
            <a:pPr indent="0" lvl="0" marL="114300" marR="114300" rtl="0" algn="l">
              <a:lnSpc>
                <a:spcPct val="115000"/>
              </a:lnSpc>
              <a:spcBef>
                <a:spcPts val="1200"/>
              </a:spcBef>
              <a:spcAft>
                <a:spcPts val="0"/>
              </a:spcAft>
              <a:buClr>
                <a:schemeClr val="dk1"/>
              </a:buClr>
              <a:buSzPct val="52380"/>
              <a:buFont typeface="Arial"/>
              <a:buNone/>
            </a:pPr>
            <a:r>
              <a:rPr lang="en-US" sz="2100">
                <a:highlight>
                  <a:srgbClr val="D6E4F5"/>
                </a:highlight>
                <a:latin typeface="Consolas"/>
                <a:ea typeface="Consolas"/>
                <a:cs typeface="Consolas"/>
                <a:sym typeface="Consolas"/>
              </a:rPr>
              <a:t>}</a:t>
            </a:r>
            <a:endParaRPr sz="2100">
              <a:highlight>
                <a:srgbClr val="D6E4F5"/>
              </a:highlight>
              <a:latin typeface="Consolas"/>
              <a:ea typeface="Consolas"/>
              <a:cs typeface="Consolas"/>
              <a:sym typeface="Consolas"/>
            </a:endParaRPr>
          </a:p>
          <a:p>
            <a:pPr indent="0" lvl="0" marL="114300" marR="114300" rtl="0" algn="l">
              <a:lnSpc>
                <a:spcPct val="115000"/>
              </a:lnSpc>
              <a:spcBef>
                <a:spcPts val="1200"/>
              </a:spcBef>
              <a:spcAft>
                <a:spcPts val="0"/>
              </a:spcAft>
              <a:buNone/>
            </a:pPr>
            <a:r>
              <a:t/>
            </a:r>
            <a:endParaRPr sz="1150">
              <a:highlight>
                <a:srgbClr val="D6E4F5"/>
              </a:highlight>
              <a:latin typeface="Verdana"/>
              <a:ea typeface="Verdana"/>
              <a:cs typeface="Verdana"/>
              <a:sym typeface="Verdana"/>
            </a:endParaRPr>
          </a:p>
          <a:p>
            <a:pPr indent="0" lvl="0" marL="0" rtl="0" algn="l">
              <a:spcBef>
                <a:spcPts val="1200"/>
              </a:spcBef>
              <a:spcAft>
                <a:spcPts val="0"/>
              </a:spcAft>
              <a:buNone/>
            </a:pPr>
            <a:r>
              <a:t/>
            </a:r>
            <a:endParaRPr>
              <a:highlight>
                <a:srgbClr val="D6E4F5"/>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27d929541f_0_48"/>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CSS Selector</a:t>
            </a:r>
            <a:endParaRPr/>
          </a:p>
        </p:txBody>
      </p:sp>
      <p:sp>
        <p:nvSpPr>
          <p:cNvPr id="222" name="Google Shape;222;g327d929541f_0_48"/>
          <p:cNvSpPr txBox="1"/>
          <p:nvPr>
            <p:ph idx="1" type="body"/>
          </p:nvPr>
        </p:nvSpPr>
        <p:spPr>
          <a:xfrm>
            <a:off x="742275" y="1198750"/>
            <a:ext cx="6711600" cy="4195500"/>
          </a:xfrm>
          <a:prstGeom prst="rect">
            <a:avLst/>
          </a:prstGeom>
        </p:spPr>
        <p:txBody>
          <a:bodyPr anchorCtr="0" anchor="t" bIns="45700" lIns="91425" spcFirstLastPara="1" rIns="91425" wrap="square" tIns="45700">
            <a:noAutofit/>
          </a:bodyPr>
          <a:lstStyle/>
          <a:p>
            <a:pPr indent="0" lvl="0" marL="0" rtl="0" algn="l">
              <a:spcBef>
                <a:spcPts val="1400"/>
              </a:spcBef>
              <a:spcAft>
                <a:spcPts val="0"/>
              </a:spcAft>
              <a:buClr>
                <a:schemeClr val="dk1"/>
              </a:buClr>
              <a:buSzPts val="1100"/>
              <a:buFont typeface="Arial"/>
              <a:buNone/>
            </a:pPr>
            <a:r>
              <a:rPr lang="en-US">
                <a:highlight>
                  <a:srgbClr val="D7E5F5"/>
                </a:highlight>
                <a:latin typeface="Verdana"/>
                <a:ea typeface="Verdana"/>
                <a:cs typeface="Verdana"/>
                <a:sym typeface="Verdana"/>
              </a:rPr>
              <a:t>HTML elements can also refer to more than one class.</a:t>
            </a:r>
            <a:endParaRPr>
              <a:highlight>
                <a:srgbClr val="D7E5F5"/>
              </a:highlight>
              <a:latin typeface="Verdana"/>
              <a:ea typeface="Verdana"/>
              <a:cs typeface="Verdana"/>
              <a:sym typeface="Verdana"/>
            </a:endParaRPr>
          </a:p>
          <a:p>
            <a:pPr indent="0" lvl="0" marL="114300" marR="114300" rtl="0" algn="l">
              <a:spcBef>
                <a:spcPts val="3000"/>
              </a:spcBef>
              <a:spcAft>
                <a:spcPts val="0"/>
              </a:spcAft>
              <a:buClr>
                <a:schemeClr val="dk1"/>
              </a:buClr>
              <a:buSzPts val="1100"/>
              <a:buFont typeface="Arial"/>
              <a:buNone/>
            </a:pPr>
            <a:r>
              <a:rPr lang="en-US">
                <a:solidFill>
                  <a:srgbClr val="0000CD"/>
                </a:solidFill>
                <a:highlight>
                  <a:srgbClr val="D7E5F5"/>
                </a:highlight>
                <a:latin typeface="Consolas"/>
                <a:ea typeface="Consolas"/>
                <a:cs typeface="Consolas"/>
                <a:sym typeface="Consolas"/>
              </a:rPr>
              <a:t>&lt;</a:t>
            </a:r>
            <a:r>
              <a:rPr lang="en-US">
                <a:solidFill>
                  <a:srgbClr val="A52A2A"/>
                </a:solidFill>
                <a:highlight>
                  <a:srgbClr val="D7E5F5"/>
                </a:highlight>
                <a:latin typeface="Consolas"/>
                <a:ea typeface="Consolas"/>
                <a:cs typeface="Consolas"/>
                <a:sym typeface="Consolas"/>
              </a:rPr>
              <a:t>p</a:t>
            </a:r>
            <a:r>
              <a:rPr lang="en-US">
                <a:solidFill>
                  <a:srgbClr val="FF0000"/>
                </a:solidFill>
                <a:highlight>
                  <a:srgbClr val="D7E5F5"/>
                </a:highlight>
                <a:latin typeface="Consolas"/>
                <a:ea typeface="Consolas"/>
                <a:cs typeface="Consolas"/>
                <a:sym typeface="Consolas"/>
              </a:rPr>
              <a:t> class</a:t>
            </a:r>
            <a:r>
              <a:rPr lang="en-US">
                <a:solidFill>
                  <a:srgbClr val="0000CD"/>
                </a:solidFill>
                <a:highlight>
                  <a:srgbClr val="D7E5F5"/>
                </a:highlight>
                <a:latin typeface="Consolas"/>
                <a:ea typeface="Consolas"/>
                <a:cs typeface="Consolas"/>
                <a:sym typeface="Consolas"/>
              </a:rPr>
              <a:t>="center large"&gt;</a:t>
            </a:r>
            <a:r>
              <a:rPr lang="en-US">
                <a:highlight>
                  <a:srgbClr val="D7E5F5"/>
                </a:highlight>
                <a:latin typeface="Consolas"/>
                <a:ea typeface="Consolas"/>
                <a:cs typeface="Consolas"/>
                <a:sym typeface="Consolas"/>
              </a:rPr>
              <a:t>This paragraph refers to two classes.</a:t>
            </a:r>
            <a:r>
              <a:rPr lang="en-US">
                <a:solidFill>
                  <a:srgbClr val="0000CD"/>
                </a:solidFill>
                <a:highlight>
                  <a:srgbClr val="D7E5F5"/>
                </a:highlight>
                <a:latin typeface="Consolas"/>
                <a:ea typeface="Consolas"/>
                <a:cs typeface="Consolas"/>
                <a:sym typeface="Consolas"/>
              </a:rPr>
              <a:t>&lt;</a:t>
            </a:r>
            <a:r>
              <a:rPr lang="en-US">
                <a:solidFill>
                  <a:srgbClr val="A52A2A"/>
                </a:solidFill>
                <a:highlight>
                  <a:srgbClr val="D7E5F5"/>
                </a:highlight>
                <a:latin typeface="Consolas"/>
                <a:ea typeface="Consolas"/>
                <a:cs typeface="Consolas"/>
                <a:sym typeface="Consolas"/>
              </a:rPr>
              <a:t>/p</a:t>
            </a:r>
            <a:r>
              <a:rPr lang="en-US">
                <a:solidFill>
                  <a:srgbClr val="0000CD"/>
                </a:solidFill>
                <a:highlight>
                  <a:srgbClr val="D7E5F5"/>
                </a:highlight>
                <a:latin typeface="Consolas"/>
                <a:ea typeface="Consolas"/>
                <a:cs typeface="Consolas"/>
                <a:sym typeface="Consolas"/>
              </a:rPr>
              <a:t>&gt;</a:t>
            </a:r>
            <a:endParaRPr>
              <a:highlight>
                <a:srgbClr val="D7E5F5"/>
              </a:highlight>
              <a:latin typeface="Consolas"/>
              <a:ea typeface="Consolas"/>
              <a:cs typeface="Consolas"/>
              <a:sym typeface="Consolas"/>
            </a:endParaRPr>
          </a:p>
          <a:p>
            <a:pPr indent="0" lvl="0" marL="0" rtl="0" algn="l">
              <a:lnSpc>
                <a:spcPct val="100000"/>
              </a:lnSpc>
              <a:spcBef>
                <a:spcPts val="3000"/>
              </a:spcBef>
              <a:spcAft>
                <a:spcPts val="0"/>
              </a:spcAft>
              <a:buNone/>
            </a:pPr>
            <a:r>
              <a:t/>
            </a:r>
            <a:endParaRPr>
              <a:highlight>
                <a:srgbClr val="D7E5F5"/>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27d929541f_0_66"/>
          <p:cNvSpPr txBox="1"/>
          <p:nvPr>
            <p:ph type="title"/>
          </p:nvPr>
        </p:nvSpPr>
        <p:spPr>
          <a:xfrm>
            <a:off x="827710" y="4771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CSS Universal Selector</a:t>
            </a:r>
            <a:endParaRPr/>
          </a:p>
          <a:p>
            <a:pPr indent="0" lvl="0" marL="0" rtl="0" algn="l">
              <a:lnSpc>
                <a:spcPct val="115000"/>
              </a:lnSpc>
              <a:spcBef>
                <a:spcPts val="800"/>
              </a:spcBef>
              <a:spcAft>
                <a:spcPts val="0"/>
              </a:spcAft>
              <a:buClr>
                <a:schemeClr val="dk1"/>
              </a:buClr>
              <a:buSzPts val="1100"/>
              <a:buFont typeface="Arial"/>
              <a:buNone/>
            </a:pPr>
            <a:r>
              <a:t/>
            </a:r>
            <a:endParaRPr sz="2400">
              <a:solidFill>
                <a:schemeClr val="dk1"/>
              </a:solidFill>
              <a:highlight>
                <a:srgbClr val="D6E4F5"/>
              </a:highlight>
            </a:endParaRPr>
          </a:p>
          <a:p>
            <a:pPr indent="0" lvl="0" marL="0" rtl="0" algn="l">
              <a:spcBef>
                <a:spcPts val="800"/>
              </a:spcBef>
              <a:spcAft>
                <a:spcPts val="0"/>
              </a:spcAft>
              <a:buNone/>
            </a:pPr>
            <a:r>
              <a:t/>
            </a:r>
            <a:endParaRPr>
              <a:highlight>
                <a:srgbClr val="D6E4F5"/>
              </a:highlight>
            </a:endParaRPr>
          </a:p>
        </p:txBody>
      </p:sp>
      <p:sp>
        <p:nvSpPr>
          <p:cNvPr id="229" name="Google Shape;229;g327d929541f_0_66"/>
          <p:cNvSpPr txBox="1"/>
          <p:nvPr>
            <p:ph idx="1" type="body"/>
          </p:nvPr>
        </p:nvSpPr>
        <p:spPr>
          <a:xfrm>
            <a:off x="827700" y="2052925"/>
            <a:ext cx="6711600" cy="4195500"/>
          </a:xfrm>
          <a:prstGeom prst="rect">
            <a:avLst/>
          </a:prstGeom>
        </p:spPr>
        <p:txBody>
          <a:bodyPr anchorCtr="0" anchor="t" bIns="45700" lIns="91425" spcFirstLastPara="1" rIns="91425" wrap="square" tIns="45700">
            <a:normAutofit lnSpcReduction="20000"/>
          </a:bodyPr>
          <a:lstStyle/>
          <a:p>
            <a:pPr indent="0" lvl="0" marL="0" rtl="0" algn="l">
              <a:spcBef>
                <a:spcPts val="1000"/>
              </a:spcBef>
              <a:spcAft>
                <a:spcPts val="0"/>
              </a:spcAft>
              <a:buClr>
                <a:schemeClr val="dk1"/>
              </a:buClr>
              <a:buSzPts val="1100"/>
              <a:buFont typeface="Arial"/>
              <a:buNone/>
            </a:pPr>
            <a:r>
              <a:rPr lang="en-US" sz="1800">
                <a:solidFill>
                  <a:srgbClr val="A52A2A"/>
                </a:solidFill>
                <a:highlight>
                  <a:srgbClr val="D6E4F5"/>
                </a:highlight>
                <a:latin typeface="Consolas"/>
                <a:ea typeface="Consolas"/>
                <a:cs typeface="Consolas"/>
                <a:sym typeface="Consolas"/>
              </a:rPr>
              <a:t>* </a:t>
            </a:r>
            <a:r>
              <a:rPr lang="en-US" sz="1800">
                <a:highlight>
                  <a:srgbClr val="D6E4F5"/>
                </a:highlight>
                <a:latin typeface="Consolas"/>
                <a:ea typeface="Consolas"/>
                <a:cs typeface="Consolas"/>
                <a:sym typeface="Consolas"/>
              </a:rPr>
              <a:t>{</a:t>
            </a:r>
            <a:endParaRPr sz="1800">
              <a:highlight>
                <a:srgbClr val="D6E4F5"/>
              </a:highlight>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US" sz="1800">
                <a:solidFill>
                  <a:srgbClr val="FF0000"/>
                </a:solidFill>
                <a:highlight>
                  <a:srgbClr val="D6E4F5"/>
                </a:highlight>
                <a:latin typeface="Consolas"/>
                <a:ea typeface="Consolas"/>
                <a:cs typeface="Consolas"/>
                <a:sym typeface="Consolas"/>
              </a:rPr>
              <a:t>  text-align</a:t>
            </a:r>
            <a:r>
              <a:rPr lang="en-US" sz="1800">
                <a:highlight>
                  <a:srgbClr val="D6E4F5"/>
                </a:highlight>
                <a:latin typeface="Consolas"/>
                <a:ea typeface="Consolas"/>
                <a:cs typeface="Consolas"/>
                <a:sym typeface="Consolas"/>
              </a:rPr>
              <a:t>:</a:t>
            </a:r>
            <a:r>
              <a:rPr lang="en-US" sz="1800">
                <a:solidFill>
                  <a:srgbClr val="0000CD"/>
                </a:solidFill>
                <a:highlight>
                  <a:srgbClr val="D6E4F5"/>
                </a:highlight>
                <a:latin typeface="Consolas"/>
                <a:ea typeface="Consolas"/>
                <a:cs typeface="Consolas"/>
                <a:sym typeface="Consolas"/>
              </a:rPr>
              <a:t> center</a:t>
            </a:r>
            <a:r>
              <a:rPr lang="en-US" sz="1800">
                <a:highlight>
                  <a:srgbClr val="D6E4F5"/>
                </a:highlight>
                <a:latin typeface="Consolas"/>
                <a:ea typeface="Consolas"/>
                <a:cs typeface="Consolas"/>
                <a:sym typeface="Consolas"/>
              </a:rPr>
              <a:t>;</a:t>
            </a:r>
            <a:endParaRPr sz="1800">
              <a:highlight>
                <a:srgbClr val="D6E4F5"/>
              </a:highlight>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US" sz="1800">
                <a:solidFill>
                  <a:srgbClr val="FF0000"/>
                </a:solidFill>
                <a:highlight>
                  <a:srgbClr val="D6E4F5"/>
                </a:highlight>
                <a:latin typeface="Consolas"/>
                <a:ea typeface="Consolas"/>
                <a:cs typeface="Consolas"/>
                <a:sym typeface="Consolas"/>
              </a:rPr>
              <a:t>  color</a:t>
            </a:r>
            <a:r>
              <a:rPr lang="en-US" sz="1800">
                <a:highlight>
                  <a:srgbClr val="D6E4F5"/>
                </a:highlight>
                <a:latin typeface="Consolas"/>
                <a:ea typeface="Consolas"/>
                <a:cs typeface="Consolas"/>
                <a:sym typeface="Consolas"/>
              </a:rPr>
              <a:t>:</a:t>
            </a:r>
            <a:r>
              <a:rPr lang="en-US" sz="1800">
                <a:solidFill>
                  <a:srgbClr val="0000CD"/>
                </a:solidFill>
                <a:highlight>
                  <a:srgbClr val="D6E4F5"/>
                </a:highlight>
                <a:latin typeface="Consolas"/>
                <a:ea typeface="Consolas"/>
                <a:cs typeface="Consolas"/>
                <a:sym typeface="Consolas"/>
              </a:rPr>
              <a:t> blue</a:t>
            </a:r>
            <a:r>
              <a:rPr lang="en-US" sz="1800">
                <a:highlight>
                  <a:srgbClr val="D6E4F5"/>
                </a:highlight>
                <a:latin typeface="Consolas"/>
                <a:ea typeface="Consolas"/>
                <a:cs typeface="Consolas"/>
                <a:sym typeface="Consolas"/>
              </a:rPr>
              <a:t>;</a:t>
            </a:r>
            <a:endParaRPr sz="1800">
              <a:highlight>
                <a:srgbClr val="D6E4F5"/>
              </a:highlight>
              <a:latin typeface="Consolas"/>
              <a:ea typeface="Consolas"/>
              <a:cs typeface="Consolas"/>
              <a:sym typeface="Consolas"/>
            </a:endParaRPr>
          </a:p>
          <a:p>
            <a:pPr indent="0" lvl="0" marL="0" rtl="0" algn="l">
              <a:spcBef>
                <a:spcPts val="1000"/>
              </a:spcBef>
              <a:spcAft>
                <a:spcPts val="0"/>
              </a:spcAft>
              <a:buNone/>
            </a:pPr>
            <a:r>
              <a:rPr lang="en-US" sz="1800">
                <a:highlight>
                  <a:srgbClr val="D6E4F5"/>
                </a:highlight>
                <a:latin typeface="Consolas"/>
                <a:ea typeface="Consolas"/>
                <a:cs typeface="Consolas"/>
                <a:sym typeface="Consolas"/>
              </a:rPr>
              <a:t>}</a:t>
            </a:r>
            <a:endParaRPr sz="1800">
              <a:highlight>
                <a:srgbClr val="D6E4F5"/>
              </a:highlight>
              <a:latin typeface="Consolas"/>
              <a:ea typeface="Consolas"/>
              <a:cs typeface="Consolas"/>
              <a:sym typeface="Consolas"/>
            </a:endParaRPr>
          </a:p>
          <a:p>
            <a:pPr indent="0" lvl="0" marL="0" rtl="0" algn="l">
              <a:lnSpc>
                <a:spcPct val="115000"/>
              </a:lnSpc>
              <a:spcBef>
                <a:spcPts val="800"/>
              </a:spcBef>
              <a:spcAft>
                <a:spcPts val="0"/>
              </a:spcAft>
              <a:buNone/>
            </a:pPr>
            <a:r>
              <a:rPr lang="en-US" sz="4400">
                <a:solidFill>
                  <a:srgbClr val="17416D"/>
                </a:solidFill>
                <a:highlight>
                  <a:srgbClr val="D6E4F5"/>
                </a:highlight>
              </a:rPr>
              <a:t>CSS Grouping Selector</a:t>
            </a:r>
            <a:endParaRPr sz="4400">
              <a:solidFill>
                <a:srgbClr val="17416D"/>
              </a:solidFill>
              <a:highlight>
                <a:srgbClr val="D6E4F5"/>
              </a:highlight>
            </a:endParaRPr>
          </a:p>
          <a:p>
            <a:pPr indent="0" lvl="0" marL="0" rtl="0" algn="l">
              <a:lnSpc>
                <a:spcPct val="115000"/>
              </a:lnSpc>
              <a:spcBef>
                <a:spcPts val="800"/>
              </a:spcBef>
              <a:spcAft>
                <a:spcPts val="0"/>
              </a:spcAft>
              <a:buNone/>
            </a:pPr>
            <a:r>
              <a:rPr lang="en-US" sz="1800">
                <a:solidFill>
                  <a:srgbClr val="A52A2A"/>
                </a:solidFill>
                <a:highlight>
                  <a:srgbClr val="D6E4F5"/>
                </a:highlight>
                <a:latin typeface="Consolas"/>
                <a:ea typeface="Consolas"/>
                <a:cs typeface="Consolas"/>
                <a:sym typeface="Consolas"/>
              </a:rPr>
              <a:t>h1, h2, p </a:t>
            </a:r>
            <a:r>
              <a:rPr lang="en-US" sz="1800">
                <a:highlight>
                  <a:srgbClr val="D6E4F5"/>
                </a:highlight>
                <a:latin typeface="Consolas"/>
                <a:ea typeface="Consolas"/>
                <a:cs typeface="Consolas"/>
                <a:sym typeface="Consolas"/>
              </a:rPr>
              <a:t>{</a:t>
            </a:r>
            <a:endParaRPr sz="1800">
              <a:highlight>
                <a:srgbClr val="D6E4F5"/>
              </a:highlight>
              <a:latin typeface="Consolas"/>
              <a:ea typeface="Consolas"/>
              <a:cs typeface="Consolas"/>
              <a:sym typeface="Consolas"/>
            </a:endParaRPr>
          </a:p>
          <a:p>
            <a:pPr indent="0" lvl="0" marL="0" rtl="0" algn="l">
              <a:lnSpc>
                <a:spcPct val="115000"/>
              </a:lnSpc>
              <a:spcBef>
                <a:spcPts val="800"/>
              </a:spcBef>
              <a:spcAft>
                <a:spcPts val="0"/>
              </a:spcAft>
              <a:buNone/>
            </a:pPr>
            <a:r>
              <a:rPr lang="en-US" sz="1800">
                <a:solidFill>
                  <a:srgbClr val="FF0000"/>
                </a:solidFill>
                <a:highlight>
                  <a:srgbClr val="D6E4F5"/>
                </a:highlight>
                <a:latin typeface="Consolas"/>
                <a:ea typeface="Consolas"/>
                <a:cs typeface="Consolas"/>
                <a:sym typeface="Consolas"/>
              </a:rPr>
              <a:t>  text-align</a:t>
            </a:r>
            <a:r>
              <a:rPr lang="en-US" sz="1800">
                <a:highlight>
                  <a:srgbClr val="D6E4F5"/>
                </a:highlight>
                <a:latin typeface="Consolas"/>
                <a:ea typeface="Consolas"/>
                <a:cs typeface="Consolas"/>
                <a:sym typeface="Consolas"/>
              </a:rPr>
              <a:t>:</a:t>
            </a:r>
            <a:r>
              <a:rPr lang="en-US" sz="1800">
                <a:solidFill>
                  <a:srgbClr val="0000CD"/>
                </a:solidFill>
                <a:highlight>
                  <a:srgbClr val="D6E4F5"/>
                </a:highlight>
                <a:latin typeface="Consolas"/>
                <a:ea typeface="Consolas"/>
                <a:cs typeface="Consolas"/>
                <a:sym typeface="Consolas"/>
              </a:rPr>
              <a:t> center</a:t>
            </a:r>
            <a:r>
              <a:rPr lang="en-US" sz="1800">
                <a:highlight>
                  <a:srgbClr val="D6E4F5"/>
                </a:highlight>
                <a:latin typeface="Consolas"/>
                <a:ea typeface="Consolas"/>
                <a:cs typeface="Consolas"/>
                <a:sym typeface="Consolas"/>
              </a:rPr>
              <a:t>;</a:t>
            </a:r>
            <a:endParaRPr sz="1800">
              <a:highlight>
                <a:srgbClr val="D6E4F5"/>
              </a:highlight>
              <a:latin typeface="Consolas"/>
              <a:ea typeface="Consolas"/>
              <a:cs typeface="Consolas"/>
              <a:sym typeface="Consolas"/>
            </a:endParaRPr>
          </a:p>
          <a:p>
            <a:pPr indent="0" lvl="0" marL="0" rtl="0" algn="l">
              <a:lnSpc>
                <a:spcPct val="115000"/>
              </a:lnSpc>
              <a:spcBef>
                <a:spcPts val="800"/>
              </a:spcBef>
              <a:spcAft>
                <a:spcPts val="0"/>
              </a:spcAft>
              <a:buNone/>
            </a:pPr>
            <a:r>
              <a:rPr lang="en-US" sz="1800">
                <a:solidFill>
                  <a:srgbClr val="FF0000"/>
                </a:solidFill>
                <a:highlight>
                  <a:srgbClr val="D6E4F5"/>
                </a:highlight>
                <a:latin typeface="Consolas"/>
                <a:ea typeface="Consolas"/>
                <a:cs typeface="Consolas"/>
                <a:sym typeface="Consolas"/>
              </a:rPr>
              <a:t>  color</a:t>
            </a:r>
            <a:r>
              <a:rPr lang="en-US" sz="1800">
                <a:highlight>
                  <a:srgbClr val="D6E4F5"/>
                </a:highlight>
                <a:latin typeface="Consolas"/>
                <a:ea typeface="Consolas"/>
                <a:cs typeface="Consolas"/>
                <a:sym typeface="Consolas"/>
              </a:rPr>
              <a:t>:</a:t>
            </a:r>
            <a:r>
              <a:rPr lang="en-US" sz="1800">
                <a:solidFill>
                  <a:srgbClr val="0000CD"/>
                </a:solidFill>
                <a:highlight>
                  <a:srgbClr val="D6E4F5"/>
                </a:highlight>
                <a:latin typeface="Consolas"/>
                <a:ea typeface="Consolas"/>
                <a:cs typeface="Consolas"/>
                <a:sym typeface="Consolas"/>
              </a:rPr>
              <a:t> red</a:t>
            </a:r>
            <a:r>
              <a:rPr lang="en-US" sz="1800">
                <a:highlight>
                  <a:srgbClr val="D6E4F5"/>
                </a:highlight>
                <a:latin typeface="Consolas"/>
                <a:ea typeface="Consolas"/>
                <a:cs typeface="Consolas"/>
                <a:sym typeface="Consolas"/>
              </a:rPr>
              <a:t>;</a:t>
            </a:r>
            <a:endParaRPr sz="1800">
              <a:highlight>
                <a:srgbClr val="D6E4F5"/>
              </a:highlight>
              <a:latin typeface="Consolas"/>
              <a:ea typeface="Consolas"/>
              <a:cs typeface="Consolas"/>
              <a:sym typeface="Consolas"/>
            </a:endParaRPr>
          </a:p>
          <a:p>
            <a:pPr indent="0" lvl="0" marL="0" rtl="0" algn="l">
              <a:lnSpc>
                <a:spcPct val="115000"/>
              </a:lnSpc>
              <a:spcBef>
                <a:spcPts val="800"/>
              </a:spcBef>
              <a:spcAft>
                <a:spcPts val="0"/>
              </a:spcAft>
              <a:buClr>
                <a:schemeClr val="dk1"/>
              </a:buClr>
              <a:buSzPts val="1100"/>
              <a:buFont typeface="Arial"/>
              <a:buNone/>
            </a:pPr>
            <a:r>
              <a:rPr lang="en-US" sz="1800">
                <a:highlight>
                  <a:srgbClr val="D6E4F5"/>
                </a:highlight>
                <a:latin typeface="Consolas"/>
                <a:ea typeface="Consolas"/>
                <a:cs typeface="Consolas"/>
                <a:sym typeface="Consolas"/>
              </a:rPr>
              <a:t>}</a:t>
            </a:r>
            <a:endParaRPr sz="1800">
              <a:solidFill>
                <a:srgbClr val="17416D"/>
              </a:solidFill>
              <a:highlight>
                <a:srgbClr val="D6E4F5"/>
              </a:highlight>
            </a:endParaRPr>
          </a:p>
          <a:p>
            <a:pPr indent="0" lvl="0" marL="0" rtl="0" algn="l">
              <a:lnSpc>
                <a:spcPct val="115000"/>
              </a:lnSpc>
              <a:spcBef>
                <a:spcPts val="800"/>
              </a:spcBef>
              <a:spcAft>
                <a:spcPts val="0"/>
              </a:spcAft>
              <a:buClr>
                <a:schemeClr val="dk1"/>
              </a:buClr>
              <a:buSzPts val="1100"/>
              <a:buFont typeface="Arial"/>
              <a:buNone/>
            </a:pPr>
            <a:r>
              <a:t/>
            </a:r>
            <a:endParaRPr sz="1100"/>
          </a:p>
          <a:p>
            <a:pPr indent="0" lvl="0" marL="0" rtl="0" algn="l">
              <a:spcBef>
                <a:spcPts val="1000"/>
              </a:spcBef>
              <a:spcAft>
                <a:spcPts val="0"/>
              </a:spcAft>
              <a:buNone/>
            </a:pPr>
            <a:r>
              <a:t/>
            </a:r>
            <a:endParaRPr sz="1800">
              <a:highlight>
                <a:srgbClr val="D6E4F5"/>
              </a:highlight>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27d929541f_0_76"/>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Properties and Values - Text</a:t>
            </a:r>
            <a:endParaRPr/>
          </a:p>
        </p:txBody>
      </p:sp>
      <p:sp>
        <p:nvSpPr>
          <p:cNvPr id="236" name="Google Shape;236;g327d929541f_0_76"/>
          <p:cNvSpPr txBox="1"/>
          <p:nvPr>
            <p:ph idx="1" type="body"/>
          </p:nvPr>
        </p:nvSpPr>
        <p:spPr>
          <a:xfrm>
            <a:off x="827700" y="2052925"/>
            <a:ext cx="7368000" cy="3382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1600">
                <a:solidFill>
                  <a:srgbClr val="0000CD"/>
                </a:solidFill>
                <a:latin typeface="Consolas"/>
                <a:ea typeface="Consolas"/>
                <a:cs typeface="Consolas"/>
                <a:sym typeface="Consolas"/>
              </a:rPr>
              <a:t>&lt;</a:t>
            </a:r>
            <a:r>
              <a:rPr lang="en-US" sz="1600">
                <a:solidFill>
                  <a:srgbClr val="A52A2A"/>
                </a:solidFill>
                <a:latin typeface="Consolas"/>
                <a:ea typeface="Consolas"/>
                <a:cs typeface="Consolas"/>
                <a:sym typeface="Consolas"/>
              </a:rPr>
              <a:t>h1</a:t>
            </a:r>
            <a:r>
              <a:rPr lang="en-US" sz="1600">
                <a:solidFill>
                  <a:srgbClr val="FF0000"/>
                </a:solidFill>
                <a:latin typeface="Consolas"/>
                <a:ea typeface="Consolas"/>
                <a:cs typeface="Consolas"/>
                <a:sym typeface="Consolas"/>
              </a:rPr>
              <a:t> style</a:t>
            </a:r>
            <a:r>
              <a:rPr lang="en-US" sz="1600">
                <a:solidFill>
                  <a:srgbClr val="0000CD"/>
                </a:solidFill>
                <a:latin typeface="Consolas"/>
                <a:ea typeface="Consolas"/>
                <a:cs typeface="Consolas"/>
                <a:sym typeface="Consolas"/>
              </a:rPr>
              <a:t>="background-color:DodgerBlue;"&gt;</a:t>
            </a:r>
            <a:r>
              <a:rPr lang="en-US" sz="1600">
                <a:highlight>
                  <a:srgbClr val="FFFFFF"/>
                </a:highlight>
                <a:latin typeface="Consolas"/>
                <a:ea typeface="Consolas"/>
                <a:cs typeface="Consolas"/>
                <a:sym typeface="Consolas"/>
              </a:rPr>
              <a:t>Hello World</a:t>
            </a:r>
            <a:r>
              <a:rPr lang="en-US" sz="1600">
                <a:solidFill>
                  <a:srgbClr val="0000CD"/>
                </a:solidFill>
                <a:latin typeface="Consolas"/>
                <a:ea typeface="Consolas"/>
                <a:cs typeface="Consolas"/>
                <a:sym typeface="Consolas"/>
              </a:rPr>
              <a:t>&lt;</a:t>
            </a:r>
            <a:r>
              <a:rPr lang="en-US" sz="1600">
                <a:solidFill>
                  <a:srgbClr val="A52A2A"/>
                </a:solidFill>
                <a:latin typeface="Consolas"/>
                <a:ea typeface="Consolas"/>
                <a:cs typeface="Consolas"/>
                <a:sym typeface="Consolas"/>
              </a:rPr>
              <a:t>/h1</a:t>
            </a:r>
            <a:r>
              <a:rPr lang="en-US" sz="1600">
                <a:solidFill>
                  <a:srgbClr val="0000CD"/>
                </a:solidFill>
                <a:latin typeface="Consolas"/>
                <a:ea typeface="Consolas"/>
                <a:cs typeface="Consolas"/>
                <a:sym typeface="Consolas"/>
              </a:rPr>
              <a:t>&gt;</a:t>
            </a:r>
            <a:endParaRPr sz="1600">
              <a:solidFill>
                <a:srgbClr val="0000CD"/>
              </a:solidFill>
              <a:latin typeface="Consolas"/>
              <a:ea typeface="Consolas"/>
              <a:cs typeface="Consolas"/>
              <a:sym typeface="Consolas"/>
            </a:endParaRPr>
          </a:p>
          <a:p>
            <a:pPr indent="0" lvl="0" marL="0" rtl="0" algn="l">
              <a:spcBef>
                <a:spcPts val="1000"/>
              </a:spcBef>
              <a:spcAft>
                <a:spcPts val="0"/>
              </a:spcAft>
              <a:buNone/>
            </a:pPr>
            <a:r>
              <a:t/>
            </a:r>
            <a:endParaRPr sz="1600">
              <a:solidFill>
                <a:srgbClr val="0000CD"/>
              </a:solidFill>
              <a:latin typeface="Consolas"/>
              <a:ea typeface="Consolas"/>
              <a:cs typeface="Consolas"/>
              <a:sym typeface="Consolas"/>
            </a:endParaRPr>
          </a:p>
          <a:p>
            <a:pPr indent="0" lvl="0" marL="0" rtl="0" algn="l">
              <a:spcBef>
                <a:spcPts val="1000"/>
              </a:spcBef>
              <a:spcAft>
                <a:spcPts val="0"/>
              </a:spcAft>
              <a:buNone/>
            </a:pPr>
            <a:r>
              <a:t/>
            </a:r>
            <a:endParaRPr sz="1600">
              <a:solidFill>
                <a:srgbClr val="0000CD"/>
              </a:solidFill>
              <a:latin typeface="Consolas"/>
              <a:ea typeface="Consolas"/>
              <a:cs typeface="Consolas"/>
              <a:sym typeface="Consolas"/>
            </a:endParaRPr>
          </a:p>
          <a:p>
            <a:pPr indent="0" lvl="0" marL="0" rtl="0" algn="l">
              <a:spcBef>
                <a:spcPts val="1000"/>
              </a:spcBef>
              <a:spcAft>
                <a:spcPts val="0"/>
              </a:spcAft>
              <a:buNone/>
            </a:pPr>
            <a:r>
              <a:rPr lang="en-US" sz="1600">
                <a:solidFill>
                  <a:srgbClr val="0000CD"/>
                </a:solidFill>
                <a:latin typeface="Consolas"/>
                <a:ea typeface="Consolas"/>
                <a:cs typeface="Consolas"/>
                <a:sym typeface="Consolas"/>
              </a:rPr>
              <a:t>&lt;</a:t>
            </a:r>
            <a:r>
              <a:rPr lang="en-US" sz="1600">
                <a:solidFill>
                  <a:srgbClr val="A52A2A"/>
                </a:solidFill>
                <a:latin typeface="Consolas"/>
                <a:ea typeface="Consolas"/>
                <a:cs typeface="Consolas"/>
                <a:sym typeface="Consolas"/>
              </a:rPr>
              <a:t>p</a:t>
            </a:r>
            <a:r>
              <a:rPr lang="en-US" sz="1600">
                <a:solidFill>
                  <a:srgbClr val="FF0000"/>
                </a:solidFill>
                <a:latin typeface="Consolas"/>
                <a:ea typeface="Consolas"/>
                <a:cs typeface="Consolas"/>
                <a:sym typeface="Consolas"/>
              </a:rPr>
              <a:t> style</a:t>
            </a:r>
            <a:r>
              <a:rPr lang="en-US" sz="1600">
                <a:solidFill>
                  <a:srgbClr val="0000CD"/>
                </a:solidFill>
                <a:latin typeface="Consolas"/>
                <a:ea typeface="Consolas"/>
                <a:cs typeface="Consolas"/>
                <a:sym typeface="Consolas"/>
              </a:rPr>
              <a:t>="color:#FFFFFF;"&gt;</a:t>
            </a:r>
            <a:r>
              <a:rPr lang="en-US" sz="1600">
                <a:highlight>
                  <a:srgbClr val="FFFFFF"/>
                </a:highlight>
                <a:latin typeface="Consolas"/>
                <a:ea typeface="Consolas"/>
                <a:cs typeface="Consolas"/>
                <a:sym typeface="Consolas"/>
              </a:rPr>
              <a:t>Lorem ipsum...</a:t>
            </a:r>
            <a:r>
              <a:rPr lang="en-US" sz="1600">
                <a:solidFill>
                  <a:srgbClr val="0000CD"/>
                </a:solidFill>
                <a:latin typeface="Consolas"/>
                <a:ea typeface="Consolas"/>
                <a:cs typeface="Consolas"/>
                <a:sym typeface="Consolas"/>
              </a:rPr>
              <a:t>&lt;</a:t>
            </a:r>
            <a:r>
              <a:rPr lang="en-US" sz="1600">
                <a:solidFill>
                  <a:srgbClr val="A52A2A"/>
                </a:solidFill>
                <a:latin typeface="Consolas"/>
                <a:ea typeface="Consolas"/>
                <a:cs typeface="Consolas"/>
                <a:sym typeface="Consolas"/>
              </a:rPr>
              <a:t>/p</a:t>
            </a:r>
            <a:r>
              <a:rPr lang="en-US" sz="1600">
                <a:solidFill>
                  <a:srgbClr val="0000CD"/>
                </a:solidFill>
                <a:latin typeface="Consolas"/>
                <a:ea typeface="Consolas"/>
                <a:cs typeface="Consolas"/>
                <a:sym typeface="Consolas"/>
              </a:rPr>
              <a:t>&gt;</a:t>
            </a:r>
            <a:endParaRPr sz="1600">
              <a:solidFill>
                <a:srgbClr val="0000CD"/>
              </a:solidFill>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t/>
            </a:r>
            <a:endParaRPr sz="1600">
              <a:solidFill>
                <a:srgbClr val="0000CD"/>
              </a:solidFill>
              <a:latin typeface="Consolas"/>
              <a:ea typeface="Consolas"/>
              <a:cs typeface="Consolas"/>
              <a:sym typeface="Consolas"/>
            </a:endParaRPr>
          </a:p>
          <a:p>
            <a:pPr indent="0" lvl="0" marL="0" rtl="0" algn="l">
              <a:spcBef>
                <a:spcPts val="1000"/>
              </a:spcBef>
              <a:spcAft>
                <a:spcPts val="0"/>
              </a:spcAft>
              <a:buNone/>
            </a:pPr>
            <a:r>
              <a:t/>
            </a:r>
            <a:endParaRPr sz="1600">
              <a:solidFill>
                <a:srgbClr val="0000CD"/>
              </a:solidFill>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US" sz="1600">
                <a:solidFill>
                  <a:srgbClr val="0000CD"/>
                </a:solidFill>
                <a:latin typeface="Consolas"/>
                <a:ea typeface="Consolas"/>
                <a:cs typeface="Consolas"/>
                <a:sym typeface="Consolas"/>
              </a:rPr>
              <a:t>&lt;</a:t>
            </a:r>
            <a:r>
              <a:rPr lang="en-US" sz="1600">
                <a:solidFill>
                  <a:srgbClr val="A52A2A"/>
                </a:solidFill>
                <a:latin typeface="Consolas"/>
                <a:ea typeface="Consolas"/>
                <a:cs typeface="Consolas"/>
                <a:sym typeface="Consolas"/>
              </a:rPr>
              <a:t>h1</a:t>
            </a:r>
            <a:r>
              <a:rPr lang="en-US" sz="1600">
                <a:solidFill>
                  <a:srgbClr val="FF0000"/>
                </a:solidFill>
                <a:latin typeface="Consolas"/>
                <a:ea typeface="Consolas"/>
                <a:cs typeface="Consolas"/>
                <a:sym typeface="Consolas"/>
              </a:rPr>
              <a:t> style</a:t>
            </a:r>
            <a:r>
              <a:rPr lang="en-US" sz="1600">
                <a:solidFill>
                  <a:srgbClr val="0000CD"/>
                </a:solidFill>
                <a:latin typeface="Consolas"/>
                <a:ea typeface="Consolas"/>
                <a:cs typeface="Consolas"/>
                <a:sym typeface="Consolas"/>
              </a:rPr>
              <a:t>="border:2px solid Tomato;"&gt;</a:t>
            </a:r>
            <a:r>
              <a:rPr lang="en-US" sz="1600">
                <a:highlight>
                  <a:srgbClr val="FFFFFF"/>
                </a:highlight>
                <a:latin typeface="Consolas"/>
                <a:ea typeface="Consolas"/>
                <a:cs typeface="Consolas"/>
                <a:sym typeface="Consolas"/>
              </a:rPr>
              <a:t>Hello World</a:t>
            </a:r>
            <a:r>
              <a:rPr lang="en-US" sz="1600">
                <a:solidFill>
                  <a:srgbClr val="0000CD"/>
                </a:solidFill>
                <a:latin typeface="Consolas"/>
                <a:ea typeface="Consolas"/>
                <a:cs typeface="Consolas"/>
                <a:sym typeface="Consolas"/>
              </a:rPr>
              <a:t>&lt;</a:t>
            </a:r>
            <a:r>
              <a:rPr lang="en-US" sz="1600">
                <a:solidFill>
                  <a:srgbClr val="A52A2A"/>
                </a:solidFill>
                <a:latin typeface="Consolas"/>
                <a:ea typeface="Consolas"/>
                <a:cs typeface="Consolas"/>
                <a:sym typeface="Consolas"/>
              </a:rPr>
              <a:t>/h1</a:t>
            </a:r>
            <a:r>
              <a:rPr lang="en-US" sz="1600">
                <a:solidFill>
                  <a:srgbClr val="0000CD"/>
                </a:solidFill>
                <a:latin typeface="Consolas"/>
                <a:ea typeface="Consolas"/>
                <a:cs typeface="Consolas"/>
                <a:sym typeface="Consolas"/>
              </a:rPr>
              <a:t>&gt;</a:t>
            </a:r>
            <a:endParaRPr sz="1600">
              <a:solidFill>
                <a:srgbClr val="0000CD"/>
              </a:solidFill>
              <a:latin typeface="Consolas"/>
              <a:ea typeface="Consolas"/>
              <a:cs typeface="Consolas"/>
              <a:sym typeface="Consolas"/>
            </a:endParaRPr>
          </a:p>
          <a:p>
            <a:pPr indent="0" lvl="0" marL="0" rtl="0" algn="l">
              <a:spcBef>
                <a:spcPts val="1000"/>
              </a:spcBef>
              <a:spcAft>
                <a:spcPts val="0"/>
              </a:spcAft>
              <a:buNone/>
            </a:pPr>
            <a:r>
              <a:t/>
            </a:r>
            <a:endParaRPr sz="1600">
              <a:solidFill>
                <a:srgbClr val="0000CD"/>
              </a:solidFill>
              <a:latin typeface="Consolas"/>
              <a:ea typeface="Consolas"/>
              <a:cs typeface="Consolas"/>
              <a:sym typeface="Consolas"/>
            </a:endParaRPr>
          </a:p>
        </p:txBody>
      </p:sp>
      <p:pic>
        <p:nvPicPr>
          <p:cNvPr id="237" name="Google Shape;237;g327d929541f_0_76"/>
          <p:cNvPicPr preferRelativeResize="0"/>
          <p:nvPr/>
        </p:nvPicPr>
        <p:blipFill>
          <a:blip r:embed="rId3">
            <a:alphaModFix/>
          </a:blip>
          <a:stretch>
            <a:fillRect/>
          </a:stretch>
        </p:blipFill>
        <p:spPr>
          <a:xfrm>
            <a:off x="896775" y="4716600"/>
            <a:ext cx="5390126" cy="305300"/>
          </a:xfrm>
          <a:prstGeom prst="rect">
            <a:avLst/>
          </a:prstGeom>
          <a:noFill/>
          <a:ln>
            <a:noFill/>
          </a:ln>
        </p:spPr>
      </p:pic>
      <p:pic>
        <p:nvPicPr>
          <p:cNvPr id="238" name="Google Shape;238;g327d929541f_0_76"/>
          <p:cNvPicPr preferRelativeResize="0"/>
          <p:nvPr/>
        </p:nvPicPr>
        <p:blipFill>
          <a:blip r:embed="rId4">
            <a:alphaModFix/>
          </a:blip>
          <a:stretch>
            <a:fillRect/>
          </a:stretch>
        </p:blipFill>
        <p:spPr>
          <a:xfrm>
            <a:off x="896775" y="3581975"/>
            <a:ext cx="6278502" cy="486075"/>
          </a:xfrm>
          <a:prstGeom prst="rect">
            <a:avLst/>
          </a:prstGeom>
          <a:noFill/>
          <a:ln>
            <a:noFill/>
          </a:ln>
        </p:spPr>
      </p:pic>
      <p:pic>
        <p:nvPicPr>
          <p:cNvPr id="239" name="Google Shape;239;g327d929541f_0_76"/>
          <p:cNvPicPr preferRelativeResize="0"/>
          <p:nvPr/>
        </p:nvPicPr>
        <p:blipFill>
          <a:blip r:embed="rId5">
            <a:alphaModFix/>
          </a:blip>
          <a:stretch>
            <a:fillRect/>
          </a:stretch>
        </p:blipFill>
        <p:spPr>
          <a:xfrm>
            <a:off x="896775" y="2528275"/>
            <a:ext cx="5858525" cy="48607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27d929541f_0_90"/>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Properties and Values</a:t>
            </a:r>
            <a:endParaRPr/>
          </a:p>
          <a:p>
            <a:pPr indent="0" lvl="0" marL="0" rtl="0" algn="l">
              <a:spcBef>
                <a:spcPts val="0"/>
              </a:spcBef>
              <a:spcAft>
                <a:spcPts val="0"/>
              </a:spcAft>
              <a:buNone/>
            </a:pPr>
            <a:r>
              <a:t/>
            </a:r>
            <a:endParaRPr/>
          </a:p>
        </p:txBody>
      </p:sp>
      <p:sp>
        <p:nvSpPr>
          <p:cNvPr id="246" name="Google Shape;246;g327d929541f_0_90"/>
          <p:cNvSpPr txBox="1"/>
          <p:nvPr>
            <p:ph idx="1" type="body"/>
          </p:nvPr>
        </p:nvSpPr>
        <p:spPr>
          <a:xfrm>
            <a:off x="827700" y="1349725"/>
            <a:ext cx="6711600" cy="48987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US">
                <a:solidFill>
                  <a:srgbClr val="A52A2A"/>
                </a:solidFill>
                <a:highlight>
                  <a:srgbClr val="D6E4F5"/>
                </a:highlight>
                <a:latin typeface="Consolas"/>
                <a:ea typeface="Consolas"/>
                <a:cs typeface="Consolas"/>
                <a:sym typeface="Consolas"/>
              </a:rPr>
              <a:t>body </a:t>
            </a:r>
            <a:r>
              <a:rPr lang="en-US">
                <a:highlight>
                  <a:srgbClr val="D6E4F5"/>
                </a:highlight>
                <a:latin typeface="Consolas"/>
                <a:ea typeface="Consolas"/>
                <a:cs typeface="Consolas"/>
                <a:sym typeface="Consolas"/>
              </a:rPr>
              <a:t>{</a:t>
            </a:r>
            <a:endParaRPr>
              <a:highlight>
                <a:srgbClr val="D6E4F5"/>
              </a:highlight>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US">
                <a:solidFill>
                  <a:srgbClr val="FF0000"/>
                </a:solidFill>
                <a:highlight>
                  <a:srgbClr val="D6E4F5"/>
                </a:highlight>
                <a:latin typeface="Consolas"/>
                <a:ea typeface="Consolas"/>
                <a:cs typeface="Consolas"/>
                <a:sym typeface="Consolas"/>
              </a:rPr>
              <a:t>  background-image</a:t>
            </a:r>
            <a:r>
              <a:rPr lang="en-US">
                <a:highlight>
                  <a:srgbClr val="D6E4F5"/>
                </a:highlight>
                <a:latin typeface="Consolas"/>
                <a:ea typeface="Consolas"/>
                <a:cs typeface="Consolas"/>
                <a:sym typeface="Consolas"/>
              </a:rPr>
              <a:t>:</a:t>
            </a:r>
            <a:r>
              <a:rPr lang="en-US">
                <a:solidFill>
                  <a:srgbClr val="0000CD"/>
                </a:solidFill>
                <a:highlight>
                  <a:srgbClr val="D6E4F5"/>
                </a:highlight>
                <a:latin typeface="Consolas"/>
                <a:ea typeface="Consolas"/>
                <a:cs typeface="Consolas"/>
                <a:sym typeface="Consolas"/>
              </a:rPr>
              <a:t> url("paper.gif")</a:t>
            </a:r>
            <a:r>
              <a:rPr lang="en-US">
                <a:highlight>
                  <a:srgbClr val="D6E4F5"/>
                </a:highlight>
                <a:latin typeface="Consolas"/>
                <a:ea typeface="Consolas"/>
                <a:cs typeface="Consolas"/>
                <a:sym typeface="Consolas"/>
              </a:rPr>
              <a:t>;</a:t>
            </a:r>
            <a:endParaRPr>
              <a:highlight>
                <a:srgbClr val="D6E4F5"/>
              </a:highlight>
              <a:latin typeface="Consolas"/>
              <a:ea typeface="Consolas"/>
              <a:cs typeface="Consolas"/>
              <a:sym typeface="Consolas"/>
            </a:endParaRPr>
          </a:p>
          <a:p>
            <a:pPr indent="0" lvl="0" marL="0" rtl="0" algn="l">
              <a:spcBef>
                <a:spcPts val="1000"/>
              </a:spcBef>
              <a:spcAft>
                <a:spcPts val="0"/>
              </a:spcAft>
              <a:buNone/>
            </a:pPr>
            <a:r>
              <a:rPr lang="en-US">
                <a:highlight>
                  <a:srgbClr val="D6E4F5"/>
                </a:highlight>
                <a:latin typeface="Consolas"/>
                <a:ea typeface="Consolas"/>
                <a:cs typeface="Consolas"/>
                <a:sym typeface="Consolas"/>
              </a:rPr>
              <a:t>}</a:t>
            </a:r>
            <a:endParaRPr>
              <a:highlight>
                <a:srgbClr val="D6E4F5"/>
              </a:highlight>
            </a:endParaRPr>
          </a:p>
        </p:txBody>
      </p:sp>
      <p:pic>
        <p:nvPicPr>
          <p:cNvPr id="247" name="Google Shape;247;g327d929541f_0_90"/>
          <p:cNvPicPr preferRelativeResize="0"/>
          <p:nvPr/>
        </p:nvPicPr>
        <p:blipFill>
          <a:blip r:embed="rId3">
            <a:alphaModFix/>
          </a:blip>
          <a:stretch>
            <a:fillRect/>
          </a:stretch>
        </p:blipFill>
        <p:spPr>
          <a:xfrm>
            <a:off x="1264263" y="2722875"/>
            <a:ext cx="5838475" cy="34705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27d929541f_0_126"/>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Height x Width</a:t>
            </a:r>
            <a:endParaRPr/>
          </a:p>
        </p:txBody>
      </p:sp>
      <p:sp>
        <p:nvSpPr>
          <p:cNvPr id="254" name="Google Shape;254;g327d929541f_0_126"/>
          <p:cNvSpPr txBox="1"/>
          <p:nvPr>
            <p:ph idx="1" type="body"/>
          </p:nvPr>
        </p:nvSpPr>
        <p:spPr>
          <a:xfrm>
            <a:off x="827700" y="2052925"/>
            <a:ext cx="6711600" cy="4195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55" name="Google Shape;255;g327d929541f_0_126"/>
          <p:cNvPicPr preferRelativeResize="0"/>
          <p:nvPr/>
        </p:nvPicPr>
        <p:blipFill rotWithShape="1">
          <a:blip r:embed="rId3">
            <a:alphaModFix/>
          </a:blip>
          <a:srcRect b="-2186" l="0" r="7201" t="0"/>
          <a:stretch/>
        </p:blipFill>
        <p:spPr>
          <a:xfrm>
            <a:off x="273600" y="1528575"/>
            <a:ext cx="8596803" cy="4539049"/>
          </a:xfrm>
          <a:prstGeom prst="rect">
            <a:avLst/>
          </a:prstGeom>
          <a:noFill/>
          <a:ln>
            <a:noFill/>
          </a:ln>
        </p:spPr>
      </p:pic>
      <p:sp>
        <p:nvSpPr>
          <p:cNvPr id="256" name="Google Shape;256;g327d929541f_0_126"/>
          <p:cNvSpPr txBox="1"/>
          <p:nvPr/>
        </p:nvSpPr>
        <p:spPr>
          <a:xfrm>
            <a:off x="656625" y="6310800"/>
            <a:ext cx="735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lt1"/>
                </a:solidFill>
                <a:highlight>
                  <a:srgbClr val="314359"/>
                </a:highlight>
              </a:rPr>
              <a:t>https://www.w3schools.com/css/css_dimension.asp</a:t>
            </a:r>
            <a:endParaRPr>
              <a:solidFill>
                <a:schemeClr val="lt1"/>
              </a:solidFill>
              <a:highlight>
                <a:srgbClr val="314359"/>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27d929541f_0_136"/>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Font</a:t>
            </a:r>
            <a:endParaRPr/>
          </a:p>
        </p:txBody>
      </p:sp>
      <p:sp>
        <p:nvSpPr>
          <p:cNvPr id="263" name="Google Shape;263;g327d929541f_0_136"/>
          <p:cNvSpPr txBox="1"/>
          <p:nvPr>
            <p:ph idx="1" type="body"/>
          </p:nvPr>
        </p:nvSpPr>
        <p:spPr>
          <a:xfrm>
            <a:off x="827700" y="2052925"/>
            <a:ext cx="6711600" cy="4195500"/>
          </a:xfrm>
          <a:prstGeom prst="rect">
            <a:avLst/>
          </a:prstGeom>
        </p:spPr>
        <p:txBody>
          <a:bodyPr anchorCtr="0" anchor="t" bIns="45700" lIns="91425" spcFirstLastPara="1" rIns="91425" wrap="square" tIns="45700">
            <a:normAutofit/>
          </a:bodyPr>
          <a:lstStyle/>
          <a:p>
            <a:pPr indent="-393700" lvl="0" marL="457200" rtl="0" algn="l">
              <a:spcBef>
                <a:spcPts val="1000"/>
              </a:spcBef>
              <a:spcAft>
                <a:spcPts val="0"/>
              </a:spcAft>
              <a:buSzPts val="2600"/>
              <a:buAutoNum type="arabicPeriod"/>
            </a:pPr>
            <a:r>
              <a:rPr lang="en-US" sz="2600"/>
              <a:t>font-size: 40px; / 2.5em; / 100%;</a:t>
            </a:r>
            <a:endParaRPr sz="2600"/>
          </a:p>
          <a:p>
            <a:pPr indent="-393700" lvl="0" marL="457200" rtl="0" algn="l">
              <a:spcBef>
                <a:spcPts val="0"/>
              </a:spcBef>
              <a:spcAft>
                <a:spcPts val="0"/>
              </a:spcAft>
              <a:buSzPts val="2600"/>
              <a:buAutoNum type="arabicPeriod"/>
            </a:pPr>
            <a:r>
              <a:rPr lang="en-US" sz="2600"/>
              <a:t>font-family: Arial, “Times New Roman”’</a:t>
            </a:r>
            <a:endParaRPr sz="2600"/>
          </a:p>
          <a:p>
            <a:pPr indent="-393700" lvl="0" marL="457200" rtl="0" algn="l">
              <a:spcBef>
                <a:spcPts val="0"/>
              </a:spcBef>
              <a:spcAft>
                <a:spcPts val="0"/>
              </a:spcAft>
              <a:buSzPts val="2600"/>
              <a:buAutoNum type="arabicPeriod"/>
            </a:pPr>
            <a:r>
              <a:rPr lang="en-US" sz="2600"/>
              <a:t>font-style: normal/italics/bold;</a:t>
            </a:r>
            <a:endParaRPr sz="2600"/>
          </a:p>
          <a:p>
            <a:pPr indent="-393700" lvl="0" marL="457200" rtl="0" algn="l">
              <a:spcBef>
                <a:spcPts val="0"/>
              </a:spcBef>
              <a:spcAft>
                <a:spcPts val="0"/>
              </a:spcAft>
              <a:buSzPts val="2600"/>
              <a:buAutoNum type="arabicPeriod"/>
            </a:pPr>
            <a:r>
              <a:rPr lang="en-US" sz="2600"/>
              <a:t>font-weight: normal/bold/900;</a:t>
            </a:r>
            <a:endParaRPr sz="26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27d929541f_0_98"/>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CSS Borders</a:t>
            </a:r>
            <a:endParaRPr/>
          </a:p>
        </p:txBody>
      </p:sp>
      <p:sp>
        <p:nvSpPr>
          <p:cNvPr id="270" name="Google Shape;270;g327d929541f_0_98"/>
          <p:cNvSpPr txBox="1"/>
          <p:nvPr>
            <p:ph idx="1" type="body"/>
          </p:nvPr>
        </p:nvSpPr>
        <p:spPr>
          <a:xfrm>
            <a:off x="839900" y="1149925"/>
            <a:ext cx="4163400" cy="41094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sz="1700">
                <a:solidFill>
                  <a:srgbClr val="A52A2A"/>
                </a:solidFill>
                <a:highlight>
                  <a:srgbClr val="D6E4F5"/>
                </a:highlight>
                <a:latin typeface="Consolas"/>
                <a:ea typeface="Consolas"/>
                <a:cs typeface="Consolas"/>
                <a:sym typeface="Consolas"/>
              </a:rPr>
              <a:t>p.dotted </a:t>
            </a:r>
            <a:r>
              <a:rPr lang="en-US" sz="1700">
                <a:highlight>
                  <a:srgbClr val="D6E4F5"/>
                </a:highlight>
                <a:latin typeface="Consolas"/>
                <a:ea typeface="Consolas"/>
                <a:cs typeface="Consolas"/>
                <a:sym typeface="Consolas"/>
              </a:rPr>
              <a:t>{</a:t>
            </a:r>
            <a:r>
              <a:rPr lang="en-US" sz="1700">
                <a:solidFill>
                  <a:srgbClr val="FF0000"/>
                </a:solidFill>
                <a:highlight>
                  <a:srgbClr val="D6E4F5"/>
                </a:highlight>
                <a:latin typeface="Consolas"/>
                <a:ea typeface="Consolas"/>
                <a:cs typeface="Consolas"/>
                <a:sym typeface="Consolas"/>
              </a:rPr>
              <a:t>border-style</a:t>
            </a:r>
            <a:r>
              <a:rPr lang="en-US" sz="1700">
                <a:highlight>
                  <a:srgbClr val="D6E4F5"/>
                </a:highlight>
                <a:latin typeface="Consolas"/>
                <a:ea typeface="Consolas"/>
                <a:cs typeface="Consolas"/>
                <a:sym typeface="Consolas"/>
              </a:rPr>
              <a:t>:</a:t>
            </a:r>
            <a:r>
              <a:rPr lang="en-US" sz="1700">
                <a:solidFill>
                  <a:srgbClr val="0000CD"/>
                </a:solidFill>
                <a:highlight>
                  <a:srgbClr val="D6E4F5"/>
                </a:highlight>
                <a:latin typeface="Consolas"/>
                <a:ea typeface="Consolas"/>
                <a:cs typeface="Consolas"/>
                <a:sym typeface="Consolas"/>
              </a:rPr>
              <a:t> dotted</a:t>
            </a:r>
            <a:r>
              <a:rPr lang="en-US" sz="1700">
                <a:highlight>
                  <a:srgbClr val="D6E4F5"/>
                </a:highlight>
                <a:latin typeface="Consolas"/>
                <a:ea typeface="Consolas"/>
                <a:cs typeface="Consolas"/>
                <a:sym typeface="Consolas"/>
              </a:rPr>
              <a:t>;}</a:t>
            </a:r>
            <a:endParaRPr sz="1700">
              <a:highlight>
                <a:srgbClr val="D6E4F5"/>
              </a:highlight>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US" sz="1700">
                <a:solidFill>
                  <a:srgbClr val="A52A2A"/>
                </a:solidFill>
                <a:highlight>
                  <a:srgbClr val="D6E4F5"/>
                </a:highlight>
                <a:latin typeface="Consolas"/>
                <a:ea typeface="Consolas"/>
                <a:cs typeface="Consolas"/>
                <a:sym typeface="Consolas"/>
              </a:rPr>
              <a:t>p.dashed </a:t>
            </a:r>
            <a:r>
              <a:rPr lang="en-US" sz="1700">
                <a:highlight>
                  <a:srgbClr val="D6E4F5"/>
                </a:highlight>
                <a:latin typeface="Consolas"/>
                <a:ea typeface="Consolas"/>
                <a:cs typeface="Consolas"/>
                <a:sym typeface="Consolas"/>
              </a:rPr>
              <a:t>{</a:t>
            </a:r>
            <a:r>
              <a:rPr lang="en-US" sz="1700">
                <a:solidFill>
                  <a:srgbClr val="FF0000"/>
                </a:solidFill>
                <a:highlight>
                  <a:srgbClr val="D6E4F5"/>
                </a:highlight>
                <a:latin typeface="Consolas"/>
                <a:ea typeface="Consolas"/>
                <a:cs typeface="Consolas"/>
                <a:sym typeface="Consolas"/>
              </a:rPr>
              <a:t>border-style</a:t>
            </a:r>
            <a:r>
              <a:rPr lang="en-US" sz="1700">
                <a:highlight>
                  <a:srgbClr val="D6E4F5"/>
                </a:highlight>
                <a:latin typeface="Consolas"/>
                <a:ea typeface="Consolas"/>
                <a:cs typeface="Consolas"/>
                <a:sym typeface="Consolas"/>
              </a:rPr>
              <a:t>:</a:t>
            </a:r>
            <a:r>
              <a:rPr lang="en-US" sz="1700">
                <a:solidFill>
                  <a:srgbClr val="0000CD"/>
                </a:solidFill>
                <a:highlight>
                  <a:srgbClr val="D6E4F5"/>
                </a:highlight>
                <a:latin typeface="Consolas"/>
                <a:ea typeface="Consolas"/>
                <a:cs typeface="Consolas"/>
                <a:sym typeface="Consolas"/>
              </a:rPr>
              <a:t> dashed</a:t>
            </a:r>
            <a:r>
              <a:rPr lang="en-US" sz="1700">
                <a:highlight>
                  <a:srgbClr val="D6E4F5"/>
                </a:highlight>
                <a:latin typeface="Consolas"/>
                <a:ea typeface="Consolas"/>
                <a:cs typeface="Consolas"/>
                <a:sym typeface="Consolas"/>
              </a:rPr>
              <a:t>;}</a:t>
            </a:r>
            <a:endParaRPr sz="1700">
              <a:highlight>
                <a:srgbClr val="D6E4F5"/>
              </a:highlight>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US" sz="1700">
                <a:solidFill>
                  <a:srgbClr val="A52A2A"/>
                </a:solidFill>
                <a:highlight>
                  <a:srgbClr val="D6E4F5"/>
                </a:highlight>
                <a:latin typeface="Consolas"/>
                <a:ea typeface="Consolas"/>
                <a:cs typeface="Consolas"/>
                <a:sym typeface="Consolas"/>
              </a:rPr>
              <a:t>p.solid </a:t>
            </a:r>
            <a:r>
              <a:rPr lang="en-US" sz="1700">
                <a:highlight>
                  <a:srgbClr val="D6E4F5"/>
                </a:highlight>
                <a:latin typeface="Consolas"/>
                <a:ea typeface="Consolas"/>
                <a:cs typeface="Consolas"/>
                <a:sym typeface="Consolas"/>
              </a:rPr>
              <a:t>{</a:t>
            </a:r>
            <a:r>
              <a:rPr lang="en-US" sz="1700">
                <a:solidFill>
                  <a:srgbClr val="FF0000"/>
                </a:solidFill>
                <a:highlight>
                  <a:srgbClr val="D6E4F5"/>
                </a:highlight>
                <a:latin typeface="Consolas"/>
                <a:ea typeface="Consolas"/>
                <a:cs typeface="Consolas"/>
                <a:sym typeface="Consolas"/>
              </a:rPr>
              <a:t>border-style</a:t>
            </a:r>
            <a:r>
              <a:rPr lang="en-US" sz="1700">
                <a:highlight>
                  <a:srgbClr val="D6E4F5"/>
                </a:highlight>
                <a:latin typeface="Consolas"/>
                <a:ea typeface="Consolas"/>
                <a:cs typeface="Consolas"/>
                <a:sym typeface="Consolas"/>
              </a:rPr>
              <a:t>:</a:t>
            </a:r>
            <a:r>
              <a:rPr lang="en-US" sz="1700">
                <a:solidFill>
                  <a:srgbClr val="0000CD"/>
                </a:solidFill>
                <a:highlight>
                  <a:srgbClr val="D6E4F5"/>
                </a:highlight>
                <a:latin typeface="Consolas"/>
                <a:ea typeface="Consolas"/>
                <a:cs typeface="Consolas"/>
                <a:sym typeface="Consolas"/>
              </a:rPr>
              <a:t> solid</a:t>
            </a:r>
            <a:r>
              <a:rPr lang="en-US" sz="1700">
                <a:highlight>
                  <a:srgbClr val="D6E4F5"/>
                </a:highlight>
                <a:latin typeface="Consolas"/>
                <a:ea typeface="Consolas"/>
                <a:cs typeface="Consolas"/>
                <a:sym typeface="Consolas"/>
              </a:rPr>
              <a:t>;}</a:t>
            </a:r>
            <a:endParaRPr sz="1700">
              <a:highlight>
                <a:srgbClr val="D6E4F5"/>
              </a:highlight>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US" sz="1700">
                <a:solidFill>
                  <a:srgbClr val="A52A2A"/>
                </a:solidFill>
                <a:highlight>
                  <a:srgbClr val="D6E4F5"/>
                </a:highlight>
                <a:latin typeface="Consolas"/>
                <a:ea typeface="Consolas"/>
                <a:cs typeface="Consolas"/>
                <a:sym typeface="Consolas"/>
              </a:rPr>
              <a:t>p.double </a:t>
            </a:r>
            <a:r>
              <a:rPr lang="en-US" sz="1700">
                <a:highlight>
                  <a:srgbClr val="D6E4F5"/>
                </a:highlight>
                <a:latin typeface="Consolas"/>
                <a:ea typeface="Consolas"/>
                <a:cs typeface="Consolas"/>
                <a:sym typeface="Consolas"/>
              </a:rPr>
              <a:t>{</a:t>
            </a:r>
            <a:r>
              <a:rPr lang="en-US" sz="1700">
                <a:solidFill>
                  <a:srgbClr val="FF0000"/>
                </a:solidFill>
                <a:highlight>
                  <a:srgbClr val="D6E4F5"/>
                </a:highlight>
                <a:latin typeface="Consolas"/>
                <a:ea typeface="Consolas"/>
                <a:cs typeface="Consolas"/>
                <a:sym typeface="Consolas"/>
              </a:rPr>
              <a:t>border-style</a:t>
            </a:r>
            <a:r>
              <a:rPr lang="en-US" sz="1700">
                <a:highlight>
                  <a:srgbClr val="D6E4F5"/>
                </a:highlight>
                <a:latin typeface="Consolas"/>
                <a:ea typeface="Consolas"/>
                <a:cs typeface="Consolas"/>
                <a:sym typeface="Consolas"/>
              </a:rPr>
              <a:t>:</a:t>
            </a:r>
            <a:r>
              <a:rPr lang="en-US" sz="1700">
                <a:solidFill>
                  <a:srgbClr val="0000CD"/>
                </a:solidFill>
                <a:highlight>
                  <a:srgbClr val="D6E4F5"/>
                </a:highlight>
                <a:latin typeface="Consolas"/>
                <a:ea typeface="Consolas"/>
                <a:cs typeface="Consolas"/>
                <a:sym typeface="Consolas"/>
              </a:rPr>
              <a:t> double</a:t>
            </a:r>
            <a:r>
              <a:rPr lang="en-US" sz="1700">
                <a:highlight>
                  <a:srgbClr val="D6E4F5"/>
                </a:highlight>
                <a:latin typeface="Consolas"/>
                <a:ea typeface="Consolas"/>
                <a:cs typeface="Consolas"/>
                <a:sym typeface="Consolas"/>
              </a:rPr>
              <a:t>;}</a:t>
            </a:r>
            <a:endParaRPr sz="1700">
              <a:highlight>
                <a:srgbClr val="D6E4F5"/>
              </a:highlight>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US" sz="1700">
                <a:solidFill>
                  <a:srgbClr val="A52A2A"/>
                </a:solidFill>
                <a:highlight>
                  <a:srgbClr val="D6E4F5"/>
                </a:highlight>
                <a:latin typeface="Consolas"/>
                <a:ea typeface="Consolas"/>
                <a:cs typeface="Consolas"/>
                <a:sym typeface="Consolas"/>
              </a:rPr>
              <a:t>p.groove </a:t>
            </a:r>
            <a:r>
              <a:rPr lang="en-US" sz="1700">
                <a:highlight>
                  <a:srgbClr val="D6E4F5"/>
                </a:highlight>
                <a:latin typeface="Consolas"/>
                <a:ea typeface="Consolas"/>
                <a:cs typeface="Consolas"/>
                <a:sym typeface="Consolas"/>
              </a:rPr>
              <a:t>{</a:t>
            </a:r>
            <a:r>
              <a:rPr lang="en-US" sz="1700">
                <a:solidFill>
                  <a:srgbClr val="FF0000"/>
                </a:solidFill>
                <a:highlight>
                  <a:srgbClr val="D6E4F5"/>
                </a:highlight>
                <a:latin typeface="Consolas"/>
                <a:ea typeface="Consolas"/>
                <a:cs typeface="Consolas"/>
                <a:sym typeface="Consolas"/>
              </a:rPr>
              <a:t>border-style</a:t>
            </a:r>
            <a:r>
              <a:rPr lang="en-US" sz="1700">
                <a:highlight>
                  <a:srgbClr val="D6E4F5"/>
                </a:highlight>
                <a:latin typeface="Consolas"/>
                <a:ea typeface="Consolas"/>
                <a:cs typeface="Consolas"/>
                <a:sym typeface="Consolas"/>
              </a:rPr>
              <a:t>:</a:t>
            </a:r>
            <a:r>
              <a:rPr lang="en-US" sz="1700">
                <a:solidFill>
                  <a:srgbClr val="0000CD"/>
                </a:solidFill>
                <a:highlight>
                  <a:srgbClr val="D6E4F5"/>
                </a:highlight>
                <a:latin typeface="Consolas"/>
                <a:ea typeface="Consolas"/>
                <a:cs typeface="Consolas"/>
                <a:sym typeface="Consolas"/>
              </a:rPr>
              <a:t> groove</a:t>
            </a:r>
            <a:r>
              <a:rPr lang="en-US" sz="1700">
                <a:highlight>
                  <a:srgbClr val="D6E4F5"/>
                </a:highlight>
                <a:latin typeface="Consolas"/>
                <a:ea typeface="Consolas"/>
                <a:cs typeface="Consolas"/>
                <a:sym typeface="Consolas"/>
              </a:rPr>
              <a:t>;}</a:t>
            </a:r>
            <a:endParaRPr sz="1700">
              <a:highlight>
                <a:srgbClr val="D6E4F5"/>
              </a:highlight>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US" sz="1700">
                <a:solidFill>
                  <a:srgbClr val="A52A2A"/>
                </a:solidFill>
                <a:highlight>
                  <a:srgbClr val="D6E4F5"/>
                </a:highlight>
                <a:latin typeface="Consolas"/>
                <a:ea typeface="Consolas"/>
                <a:cs typeface="Consolas"/>
                <a:sym typeface="Consolas"/>
              </a:rPr>
              <a:t>p.ridge </a:t>
            </a:r>
            <a:r>
              <a:rPr lang="en-US" sz="1700">
                <a:highlight>
                  <a:srgbClr val="D6E4F5"/>
                </a:highlight>
                <a:latin typeface="Consolas"/>
                <a:ea typeface="Consolas"/>
                <a:cs typeface="Consolas"/>
                <a:sym typeface="Consolas"/>
              </a:rPr>
              <a:t>{</a:t>
            </a:r>
            <a:r>
              <a:rPr lang="en-US" sz="1700">
                <a:solidFill>
                  <a:srgbClr val="FF0000"/>
                </a:solidFill>
                <a:highlight>
                  <a:srgbClr val="D6E4F5"/>
                </a:highlight>
                <a:latin typeface="Consolas"/>
                <a:ea typeface="Consolas"/>
                <a:cs typeface="Consolas"/>
                <a:sym typeface="Consolas"/>
              </a:rPr>
              <a:t>border-style</a:t>
            </a:r>
            <a:r>
              <a:rPr lang="en-US" sz="1700">
                <a:highlight>
                  <a:srgbClr val="D6E4F5"/>
                </a:highlight>
                <a:latin typeface="Consolas"/>
                <a:ea typeface="Consolas"/>
                <a:cs typeface="Consolas"/>
                <a:sym typeface="Consolas"/>
              </a:rPr>
              <a:t>:</a:t>
            </a:r>
            <a:r>
              <a:rPr lang="en-US" sz="1700">
                <a:solidFill>
                  <a:srgbClr val="0000CD"/>
                </a:solidFill>
                <a:highlight>
                  <a:srgbClr val="D6E4F5"/>
                </a:highlight>
                <a:latin typeface="Consolas"/>
                <a:ea typeface="Consolas"/>
                <a:cs typeface="Consolas"/>
                <a:sym typeface="Consolas"/>
              </a:rPr>
              <a:t> ridge</a:t>
            </a:r>
            <a:r>
              <a:rPr lang="en-US" sz="1700">
                <a:highlight>
                  <a:srgbClr val="D6E4F5"/>
                </a:highlight>
                <a:latin typeface="Consolas"/>
                <a:ea typeface="Consolas"/>
                <a:cs typeface="Consolas"/>
                <a:sym typeface="Consolas"/>
              </a:rPr>
              <a:t>;}</a:t>
            </a:r>
            <a:endParaRPr sz="1700">
              <a:highlight>
                <a:srgbClr val="D6E4F5"/>
              </a:highlight>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US" sz="1700">
                <a:solidFill>
                  <a:srgbClr val="A52A2A"/>
                </a:solidFill>
                <a:highlight>
                  <a:srgbClr val="D6E4F5"/>
                </a:highlight>
                <a:latin typeface="Consolas"/>
                <a:ea typeface="Consolas"/>
                <a:cs typeface="Consolas"/>
                <a:sym typeface="Consolas"/>
              </a:rPr>
              <a:t>p.inset </a:t>
            </a:r>
            <a:r>
              <a:rPr lang="en-US" sz="1700">
                <a:highlight>
                  <a:srgbClr val="D6E4F5"/>
                </a:highlight>
                <a:latin typeface="Consolas"/>
                <a:ea typeface="Consolas"/>
                <a:cs typeface="Consolas"/>
                <a:sym typeface="Consolas"/>
              </a:rPr>
              <a:t>{</a:t>
            </a:r>
            <a:r>
              <a:rPr lang="en-US" sz="1700">
                <a:solidFill>
                  <a:srgbClr val="FF0000"/>
                </a:solidFill>
                <a:highlight>
                  <a:srgbClr val="D6E4F5"/>
                </a:highlight>
                <a:latin typeface="Consolas"/>
                <a:ea typeface="Consolas"/>
                <a:cs typeface="Consolas"/>
                <a:sym typeface="Consolas"/>
              </a:rPr>
              <a:t>border-style</a:t>
            </a:r>
            <a:r>
              <a:rPr lang="en-US" sz="1700">
                <a:highlight>
                  <a:srgbClr val="D6E4F5"/>
                </a:highlight>
                <a:latin typeface="Consolas"/>
                <a:ea typeface="Consolas"/>
                <a:cs typeface="Consolas"/>
                <a:sym typeface="Consolas"/>
              </a:rPr>
              <a:t>:</a:t>
            </a:r>
            <a:r>
              <a:rPr lang="en-US" sz="1700">
                <a:solidFill>
                  <a:srgbClr val="0000CD"/>
                </a:solidFill>
                <a:highlight>
                  <a:srgbClr val="D6E4F5"/>
                </a:highlight>
                <a:latin typeface="Consolas"/>
                <a:ea typeface="Consolas"/>
                <a:cs typeface="Consolas"/>
                <a:sym typeface="Consolas"/>
              </a:rPr>
              <a:t> inset</a:t>
            </a:r>
            <a:r>
              <a:rPr lang="en-US" sz="1700">
                <a:highlight>
                  <a:srgbClr val="D6E4F5"/>
                </a:highlight>
                <a:latin typeface="Consolas"/>
                <a:ea typeface="Consolas"/>
                <a:cs typeface="Consolas"/>
                <a:sym typeface="Consolas"/>
              </a:rPr>
              <a:t>;}</a:t>
            </a:r>
            <a:endParaRPr sz="1700">
              <a:highlight>
                <a:srgbClr val="D6E4F5"/>
              </a:highlight>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US" sz="1700">
                <a:solidFill>
                  <a:srgbClr val="A52A2A"/>
                </a:solidFill>
                <a:highlight>
                  <a:srgbClr val="D6E4F5"/>
                </a:highlight>
                <a:latin typeface="Consolas"/>
                <a:ea typeface="Consolas"/>
                <a:cs typeface="Consolas"/>
                <a:sym typeface="Consolas"/>
              </a:rPr>
              <a:t>p.outset </a:t>
            </a:r>
            <a:r>
              <a:rPr lang="en-US" sz="1700">
                <a:highlight>
                  <a:srgbClr val="D6E4F5"/>
                </a:highlight>
                <a:latin typeface="Consolas"/>
                <a:ea typeface="Consolas"/>
                <a:cs typeface="Consolas"/>
                <a:sym typeface="Consolas"/>
              </a:rPr>
              <a:t>{</a:t>
            </a:r>
            <a:r>
              <a:rPr lang="en-US" sz="1700">
                <a:solidFill>
                  <a:srgbClr val="FF0000"/>
                </a:solidFill>
                <a:highlight>
                  <a:srgbClr val="D6E4F5"/>
                </a:highlight>
                <a:latin typeface="Consolas"/>
                <a:ea typeface="Consolas"/>
                <a:cs typeface="Consolas"/>
                <a:sym typeface="Consolas"/>
              </a:rPr>
              <a:t>border-style</a:t>
            </a:r>
            <a:r>
              <a:rPr lang="en-US" sz="1700">
                <a:highlight>
                  <a:srgbClr val="D6E4F5"/>
                </a:highlight>
                <a:latin typeface="Consolas"/>
                <a:ea typeface="Consolas"/>
                <a:cs typeface="Consolas"/>
                <a:sym typeface="Consolas"/>
              </a:rPr>
              <a:t>:</a:t>
            </a:r>
            <a:r>
              <a:rPr lang="en-US" sz="1700">
                <a:solidFill>
                  <a:srgbClr val="0000CD"/>
                </a:solidFill>
                <a:highlight>
                  <a:srgbClr val="D6E4F5"/>
                </a:highlight>
                <a:latin typeface="Consolas"/>
                <a:ea typeface="Consolas"/>
                <a:cs typeface="Consolas"/>
                <a:sym typeface="Consolas"/>
              </a:rPr>
              <a:t> outset</a:t>
            </a:r>
            <a:r>
              <a:rPr lang="en-US" sz="1700">
                <a:highlight>
                  <a:srgbClr val="D6E4F5"/>
                </a:highlight>
                <a:latin typeface="Consolas"/>
                <a:ea typeface="Consolas"/>
                <a:cs typeface="Consolas"/>
                <a:sym typeface="Consolas"/>
              </a:rPr>
              <a:t>;}</a:t>
            </a:r>
            <a:endParaRPr sz="1700">
              <a:highlight>
                <a:srgbClr val="D6E4F5"/>
              </a:highlight>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US" sz="1700">
                <a:solidFill>
                  <a:srgbClr val="A52A2A"/>
                </a:solidFill>
                <a:highlight>
                  <a:srgbClr val="D6E4F5"/>
                </a:highlight>
                <a:latin typeface="Consolas"/>
                <a:ea typeface="Consolas"/>
                <a:cs typeface="Consolas"/>
                <a:sym typeface="Consolas"/>
              </a:rPr>
              <a:t>p.none </a:t>
            </a:r>
            <a:r>
              <a:rPr lang="en-US" sz="1700">
                <a:highlight>
                  <a:srgbClr val="D6E4F5"/>
                </a:highlight>
                <a:latin typeface="Consolas"/>
                <a:ea typeface="Consolas"/>
                <a:cs typeface="Consolas"/>
                <a:sym typeface="Consolas"/>
              </a:rPr>
              <a:t>{</a:t>
            </a:r>
            <a:r>
              <a:rPr lang="en-US" sz="1700">
                <a:solidFill>
                  <a:srgbClr val="FF0000"/>
                </a:solidFill>
                <a:highlight>
                  <a:srgbClr val="D6E4F5"/>
                </a:highlight>
                <a:latin typeface="Consolas"/>
                <a:ea typeface="Consolas"/>
                <a:cs typeface="Consolas"/>
                <a:sym typeface="Consolas"/>
              </a:rPr>
              <a:t>border-style</a:t>
            </a:r>
            <a:r>
              <a:rPr lang="en-US" sz="1700">
                <a:highlight>
                  <a:srgbClr val="D6E4F5"/>
                </a:highlight>
                <a:latin typeface="Consolas"/>
                <a:ea typeface="Consolas"/>
                <a:cs typeface="Consolas"/>
                <a:sym typeface="Consolas"/>
              </a:rPr>
              <a:t>:</a:t>
            </a:r>
            <a:r>
              <a:rPr lang="en-US" sz="1700">
                <a:solidFill>
                  <a:srgbClr val="0000CD"/>
                </a:solidFill>
                <a:highlight>
                  <a:srgbClr val="D6E4F5"/>
                </a:highlight>
                <a:latin typeface="Consolas"/>
                <a:ea typeface="Consolas"/>
                <a:cs typeface="Consolas"/>
                <a:sym typeface="Consolas"/>
              </a:rPr>
              <a:t> none</a:t>
            </a:r>
            <a:r>
              <a:rPr lang="en-US" sz="1700">
                <a:highlight>
                  <a:srgbClr val="D6E4F5"/>
                </a:highlight>
                <a:latin typeface="Consolas"/>
                <a:ea typeface="Consolas"/>
                <a:cs typeface="Consolas"/>
                <a:sym typeface="Consolas"/>
              </a:rPr>
              <a:t>;}</a:t>
            </a:r>
            <a:endParaRPr sz="1700">
              <a:highlight>
                <a:srgbClr val="D6E4F5"/>
              </a:highlight>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US" sz="1700">
                <a:solidFill>
                  <a:srgbClr val="A52A2A"/>
                </a:solidFill>
                <a:highlight>
                  <a:srgbClr val="D6E4F5"/>
                </a:highlight>
                <a:latin typeface="Consolas"/>
                <a:ea typeface="Consolas"/>
                <a:cs typeface="Consolas"/>
                <a:sym typeface="Consolas"/>
              </a:rPr>
              <a:t>p.hidden </a:t>
            </a:r>
            <a:r>
              <a:rPr lang="en-US" sz="1700">
                <a:highlight>
                  <a:srgbClr val="D6E4F5"/>
                </a:highlight>
                <a:latin typeface="Consolas"/>
                <a:ea typeface="Consolas"/>
                <a:cs typeface="Consolas"/>
                <a:sym typeface="Consolas"/>
              </a:rPr>
              <a:t>{</a:t>
            </a:r>
            <a:r>
              <a:rPr lang="en-US" sz="1700">
                <a:solidFill>
                  <a:srgbClr val="FF0000"/>
                </a:solidFill>
                <a:highlight>
                  <a:srgbClr val="D6E4F5"/>
                </a:highlight>
                <a:latin typeface="Consolas"/>
                <a:ea typeface="Consolas"/>
                <a:cs typeface="Consolas"/>
                <a:sym typeface="Consolas"/>
              </a:rPr>
              <a:t>border-style</a:t>
            </a:r>
            <a:r>
              <a:rPr lang="en-US" sz="1700">
                <a:highlight>
                  <a:srgbClr val="D6E4F5"/>
                </a:highlight>
                <a:latin typeface="Consolas"/>
                <a:ea typeface="Consolas"/>
                <a:cs typeface="Consolas"/>
                <a:sym typeface="Consolas"/>
              </a:rPr>
              <a:t>:</a:t>
            </a:r>
            <a:r>
              <a:rPr lang="en-US" sz="1700">
                <a:solidFill>
                  <a:srgbClr val="0000CD"/>
                </a:solidFill>
                <a:highlight>
                  <a:srgbClr val="D6E4F5"/>
                </a:highlight>
                <a:latin typeface="Consolas"/>
                <a:ea typeface="Consolas"/>
                <a:cs typeface="Consolas"/>
                <a:sym typeface="Consolas"/>
              </a:rPr>
              <a:t> hidden</a:t>
            </a:r>
            <a:r>
              <a:rPr lang="en-US" sz="1700">
                <a:highlight>
                  <a:srgbClr val="D6E4F5"/>
                </a:highlight>
                <a:latin typeface="Consolas"/>
                <a:ea typeface="Consolas"/>
                <a:cs typeface="Consolas"/>
                <a:sym typeface="Consolas"/>
              </a:rPr>
              <a:t>;}</a:t>
            </a:r>
            <a:endParaRPr sz="1700">
              <a:highlight>
                <a:srgbClr val="D6E4F5"/>
              </a:highlight>
              <a:latin typeface="Consolas"/>
              <a:ea typeface="Consolas"/>
              <a:cs typeface="Consolas"/>
              <a:sym typeface="Consolas"/>
            </a:endParaRPr>
          </a:p>
          <a:p>
            <a:pPr indent="0" lvl="0" marL="0" rtl="0" algn="l">
              <a:spcBef>
                <a:spcPts val="1000"/>
              </a:spcBef>
              <a:spcAft>
                <a:spcPts val="0"/>
              </a:spcAft>
              <a:buNone/>
            </a:pPr>
            <a:r>
              <a:rPr lang="en-US" sz="1700">
                <a:solidFill>
                  <a:srgbClr val="A52A2A"/>
                </a:solidFill>
                <a:highlight>
                  <a:srgbClr val="D6E4F5"/>
                </a:highlight>
                <a:latin typeface="Consolas"/>
                <a:ea typeface="Consolas"/>
                <a:cs typeface="Consolas"/>
                <a:sym typeface="Consolas"/>
              </a:rPr>
              <a:t>p.mix </a:t>
            </a:r>
            <a:r>
              <a:rPr lang="en-US" sz="1700">
                <a:highlight>
                  <a:srgbClr val="D6E4F5"/>
                </a:highlight>
                <a:latin typeface="Consolas"/>
                <a:ea typeface="Consolas"/>
                <a:cs typeface="Consolas"/>
                <a:sym typeface="Consolas"/>
              </a:rPr>
              <a:t>{</a:t>
            </a:r>
            <a:r>
              <a:rPr lang="en-US" sz="1700">
                <a:solidFill>
                  <a:srgbClr val="FF0000"/>
                </a:solidFill>
                <a:highlight>
                  <a:srgbClr val="D6E4F5"/>
                </a:highlight>
                <a:latin typeface="Consolas"/>
                <a:ea typeface="Consolas"/>
                <a:cs typeface="Consolas"/>
                <a:sym typeface="Consolas"/>
              </a:rPr>
              <a:t>border-style</a:t>
            </a:r>
            <a:r>
              <a:rPr lang="en-US" sz="1700">
                <a:highlight>
                  <a:srgbClr val="D6E4F5"/>
                </a:highlight>
                <a:latin typeface="Consolas"/>
                <a:ea typeface="Consolas"/>
                <a:cs typeface="Consolas"/>
                <a:sym typeface="Consolas"/>
              </a:rPr>
              <a:t>:</a:t>
            </a:r>
            <a:r>
              <a:rPr lang="en-US" sz="1700">
                <a:solidFill>
                  <a:srgbClr val="0000CD"/>
                </a:solidFill>
                <a:highlight>
                  <a:srgbClr val="D6E4F5"/>
                </a:highlight>
                <a:latin typeface="Consolas"/>
                <a:ea typeface="Consolas"/>
                <a:cs typeface="Consolas"/>
                <a:sym typeface="Consolas"/>
              </a:rPr>
              <a:t> dotted dashed solid double</a:t>
            </a:r>
            <a:r>
              <a:rPr lang="en-US" sz="1700">
                <a:highlight>
                  <a:srgbClr val="D6E4F5"/>
                </a:highlight>
                <a:latin typeface="Consolas"/>
                <a:ea typeface="Consolas"/>
                <a:cs typeface="Consolas"/>
                <a:sym typeface="Consolas"/>
              </a:rPr>
              <a:t>;}</a:t>
            </a:r>
            <a:endParaRPr sz="1700">
              <a:highlight>
                <a:srgbClr val="D6E4F5"/>
              </a:highlight>
            </a:endParaRPr>
          </a:p>
        </p:txBody>
      </p:sp>
      <p:pic>
        <p:nvPicPr>
          <p:cNvPr id="271" name="Google Shape;271;g327d929541f_0_98"/>
          <p:cNvPicPr preferRelativeResize="0"/>
          <p:nvPr/>
        </p:nvPicPr>
        <p:blipFill>
          <a:blip r:embed="rId3">
            <a:alphaModFix/>
          </a:blip>
          <a:stretch>
            <a:fillRect/>
          </a:stretch>
        </p:blipFill>
        <p:spPr>
          <a:xfrm>
            <a:off x="5167875" y="854581"/>
            <a:ext cx="3768098" cy="470008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27d929541f_0_109"/>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CSS Borders</a:t>
            </a:r>
            <a:endParaRPr/>
          </a:p>
        </p:txBody>
      </p:sp>
      <p:sp>
        <p:nvSpPr>
          <p:cNvPr id="278" name="Google Shape;278;g327d929541f_0_109"/>
          <p:cNvSpPr txBox="1"/>
          <p:nvPr>
            <p:ph idx="1" type="body"/>
          </p:nvPr>
        </p:nvSpPr>
        <p:spPr>
          <a:xfrm>
            <a:off x="827700" y="2052925"/>
            <a:ext cx="6711600" cy="4195500"/>
          </a:xfrm>
          <a:prstGeom prst="rect">
            <a:avLst/>
          </a:prstGeom>
        </p:spPr>
        <p:txBody>
          <a:bodyPr anchorCtr="0" anchor="t" bIns="45700" lIns="91425" spcFirstLastPara="1" rIns="91425" wrap="square" tIns="45700">
            <a:noAutofit/>
          </a:bodyPr>
          <a:lstStyle/>
          <a:p>
            <a:pPr indent="-355600" lvl="0" marL="457200" rtl="0" algn="l">
              <a:spcBef>
                <a:spcPts val="1000"/>
              </a:spcBef>
              <a:spcAft>
                <a:spcPts val="0"/>
              </a:spcAft>
              <a:buSzPts val="2000"/>
              <a:buFont typeface="Consolas"/>
              <a:buChar char="►"/>
            </a:pPr>
            <a:r>
              <a:rPr lang="en-US">
                <a:solidFill>
                  <a:srgbClr val="FF0000"/>
                </a:solidFill>
                <a:highlight>
                  <a:srgbClr val="D6E4F5"/>
                </a:highlight>
                <a:latin typeface="Consolas"/>
                <a:ea typeface="Consolas"/>
                <a:cs typeface="Consolas"/>
                <a:sym typeface="Consolas"/>
              </a:rPr>
              <a:t>border-width</a:t>
            </a:r>
            <a:r>
              <a:rPr lang="en-US">
                <a:highlight>
                  <a:srgbClr val="D6E4F5"/>
                </a:highlight>
                <a:latin typeface="Consolas"/>
                <a:ea typeface="Consolas"/>
                <a:cs typeface="Consolas"/>
                <a:sym typeface="Consolas"/>
              </a:rPr>
              <a:t>:</a:t>
            </a:r>
            <a:r>
              <a:rPr lang="en-US">
                <a:solidFill>
                  <a:srgbClr val="0000CD"/>
                </a:solidFill>
                <a:highlight>
                  <a:srgbClr val="D6E4F5"/>
                </a:highlight>
                <a:latin typeface="Consolas"/>
                <a:ea typeface="Consolas"/>
                <a:cs typeface="Consolas"/>
                <a:sym typeface="Consolas"/>
              </a:rPr>
              <a:t> 5px</a:t>
            </a:r>
            <a:r>
              <a:rPr lang="en-US">
                <a:highlight>
                  <a:srgbClr val="D6E4F5"/>
                </a:highlight>
                <a:latin typeface="Consolas"/>
                <a:ea typeface="Consolas"/>
                <a:cs typeface="Consolas"/>
                <a:sym typeface="Consolas"/>
              </a:rPr>
              <a:t>;</a:t>
            </a:r>
            <a:endParaRPr>
              <a:highlight>
                <a:srgbClr val="D6E4F5"/>
              </a:highlight>
              <a:latin typeface="Consolas"/>
              <a:ea typeface="Consolas"/>
              <a:cs typeface="Consolas"/>
              <a:sym typeface="Consolas"/>
            </a:endParaRPr>
          </a:p>
          <a:p>
            <a:pPr indent="-355600" lvl="0" marL="457200" rtl="0" algn="l">
              <a:spcBef>
                <a:spcPts val="0"/>
              </a:spcBef>
              <a:spcAft>
                <a:spcPts val="0"/>
              </a:spcAft>
              <a:buSzPts val="2000"/>
              <a:buFont typeface="Consolas"/>
              <a:buChar char="►"/>
            </a:pPr>
            <a:r>
              <a:rPr lang="en-US">
                <a:solidFill>
                  <a:srgbClr val="FF0000"/>
                </a:solidFill>
                <a:highlight>
                  <a:srgbClr val="D6E4F5"/>
                </a:highlight>
                <a:latin typeface="Consolas"/>
                <a:ea typeface="Consolas"/>
                <a:cs typeface="Consolas"/>
                <a:sym typeface="Consolas"/>
              </a:rPr>
              <a:t>border-color</a:t>
            </a:r>
            <a:r>
              <a:rPr lang="en-US">
                <a:highlight>
                  <a:srgbClr val="D6E4F5"/>
                </a:highlight>
                <a:latin typeface="Consolas"/>
                <a:ea typeface="Consolas"/>
                <a:cs typeface="Consolas"/>
                <a:sym typeface="Consolas"/>
              </a:rPr>
              <a:t>:</a:t>
            </a:r>
            <a:r>
              <a:rPr lang="en-US">
                <a:solidFill>
                  <a:srgbClr val="0000CD"/>
                </a:solidFill>
                <a:highlight>
                  <a:srgbClr val="D6E4F5"/>
                </a:highlight>
                <a:latin typeface="Consolas"/>
                <a:ea typeface="Consolas"/>
                <a:cs typeface="Consolas"/>
                <a:sym typeface="Consolas"/>
              </a:rPr>
              <a:t> red</a:t>
            </a:r>
            <a:r>
              <a:rPr lang="en-US">
                <a:highlight>
                  <a:srgbClr val="D6E4F5"/>
                </a:highlight>
                <a:latin typeface="Consolas"/>
                <a:ea typeface="Consolas"/>
                <a:cs typeface="Consolas"/>
                <a:sym typeface="Consolas"/>
              </a:rPr>
              <a:t>;</a:t>
            </a:r>
            <a:endParaRPr>
              <a:highlight>
                <a:srgbClr val="D6E4F5"/>
              </a:highlight>
              <a:latin typeface="Consolas"/>
              <a:ea typeface="Consolas"/>
              <a:cs typeface="Consolas"/>
              <a:sym typeface="Consolas"/>
            </a:endParaRPr>
          </a:p>
          <a:p>
            <a:pPr indent="0" lvl="0" marL="0" rtl="0" algn="l">
              <a:spcBef>
                <a:spcPts val="1000"/>
              </a:spcBef>
              <a:spcAft>
                <a:spcPts val="0"/>
              </a:spcAft>
              <a:buNone/>
            </a:pPr>
            <a:r>
              <a:t/>
            </a:r>
            <a:endParaRPr>
              <a:highlight>
                <a:srgbClr val="D6E4F5"/>
              </a:highlight>
              <a:latin typeface="Consolas"/>
              <a:ea typeface="Consolas"/>
              <a:cs typeface="Consolas"/>
              <a:sym typeface="Consolas"/>
            </a:endParaRPr>
          </a:p>
          <a:p>
            <a:pPr indent="0" lvl="0" marL="0" rtl="0" algn="l">
              <a:spcBef>
                <a:spcPts val="1000"/>
              </a:spcBef>
              <a:spcAft>
                <a:spcPts val="0"/>
              </a:spcAft>
              <a:buNone/>
            </a:pPr>
            <a:r>
              <a:t/>
            </a:r>
            <a:endParaRPr>
              <a:highlight>
                <a:srgbClr val="D6E4F5"/>
              </a:highlight>
              <a:latin typeface="Consolas"/>
              <a:ea typeface="Consolas"/>
              <a:cs typeface="Consolas"/>
              <a:sym typeface="Consolas"/>
            </a:endParaRPr>
          </a:p>
          <a:p>
            <a:pPr indent="-355600" lvl="0" marL="457200" marR="25400" rtl="0" algn="l">
              <a:lnSpc>
                <a:spcPct val="115000"/>
              </a:lnSpc>
              <a:spcBef>
                <a:spcPts val="0"/>
              </a:spcBef>
              <a:spcAft>
                <a:spcPts val="0"/>
              </a:spcAft>
              <a:buSzPts val="2000"/>
              <a:buFont typeface="Consolas"/>
              <a:buChar char="►"/>
            </a:pPr>
            <a:r>
              <a:rPr lang="en-US">
                <a:highlight>
                  <a:srgbClr val="D6E4F5"/>
                </a:highlight>
                <a:latin typeface="Courier New"/>
                <a:ea typeface="Courier New"/>
                <a:cs typeface="Courier New"/>
                <a:sym typeface="Courier New"/>
              </a:rPr>
              <a:t>border-bottom</a:t>
            </a:r>
            <a:r>
              <a:rPr lang="en-US">
                <a:solidFill>
                  <a:srgbClr val="1F1F1F"/>
                </a:solidFill>
                <a:highlight>
                  <a:srgbClr val="D6E4F5"/>
                </a:highlight>
                <a:latin typeface="Courier New"/>
                <a:ea typeface="Courier New"/>
                <a:cs typeface="Courier New"/>
                <a:sym typeface="Courier New"/>
              </a:rPr>
              <a:t>: 1px solid #ccc;</a:t>
            </a:r>
            <a:endParaRPr>
              <a:solidFill>
                <a:srgbClr val="1F1F1F"/>
              </a:solidFill>
              <a:highlight>
                <a:srgbClr val="D6E4F5"/>
              </a:highlight>
              <a:latin typeface="Courier New"/>
              <a:ea typeface="Courier New"/>
              <a:cs typeface="Courier New"/>
              <a:sym typeface="Courier New"/>
            </a:endParaRPr>
          </a:p>
          <a:p>
            <a:pPr indent="-355600" lvl="0" marL="457200" marR="25400" rtl="0" algn="l">
              <a:lnSpc>
                <a:spcPct val="115000"/>
              </a:lnSpc>
              <a:spcBef>
                <a:spcPts val="0"/>
              </a:spcBef>
              <a:spcAft>
                <a:spcPts val="0"/>
              </a:spcAft>
              <a:buSzPts val="2000"/>
              <a:buFont typeface="Consolas"/>
              <a:buChar char="►"/>
            </a:pPr>
            <a:r>
              <a:rPr lang="en-US">
                <a:highlight>
                  <a:srgbClr val="D6E4F5"/>
                </a:highlight>
                <a:latin typeface="Courier New"/>
                <a:ea typeface="Courier New"/>
                <a:cs typeface="Courier New"/>
                <a:sym typeface="Courier New"/>
              </a:rPr>
              <a:t>border-top</a:t>
            </a:r>
            <a:r>
              <a:rPr lang="en-US">
                <a:solidFill>
                  <a:srgbClr val="1F1F1F"/>
                </a:solidFill>
                <a:highlight>
                  <a:srgbClr val="D6E4F5"/>
                </a:highlight>
                <a:latin typeface="Courier New"/>
                <a:ea typeface="Courier New"/>
                <a:cs typeface="Courier New"/>
                <a:sym typeface="Courier New"/>
              </a:rPr>
              <a:t>: 1px solid #ccc !important;</a:t>
            </a:r>
            <a:endParaRPr>
              <a:solidFill>
                <a:srgbClr val="1F1F1F"/>
              </a:solidFill>
              <a:highlight>
                <a:srgbClr val="D6E4F5"/>
              </a:highlight>
              <a:latin typeface="Courier New"/>
              <a:ea typeface="Courier New"/>
              <a:cs typeface="Courier New"/>
              <a:sym typeface="Courier New"/>
            </a:endParaRPr>
          </a:p>
          <a:p>
            <a:pPr indent="-355600" lvl="0" marL="457200" marR="25400" rtl="0" algn="l">
              <a:lnSpc>
                <a:spcPct val="115000"/>
              </a:lnSpc>
              <a:spcBef>
                <a:spcPts val="0"/>
              </a:spcBef>
              <a:spcAft>
                <a:spcPts val="0"/>
              </a:spcAft>
              <a:buSzPts val="2000"/>
              <a:buFont typeface="Consolas"/>
              <a:buChar char="►"/>
            </a:pPr>
            <a:r>
              <a:rPr lang="en-US">
                <a:highlight>
                  <a:srgbClr val="D6E4F5"/>
                </a:highlight>
                <a:latin typeface="Courier New"/>
                <a:ea typeface="Courier New"/>
                <a:cs typeface="Courier New"/>
                <a:sym typeface="Courier New"/>
              </a:rPr>
              <a:t>border-right</a:t>
            </a:r>
            <a:r>
              <a:rPr lang="en-US">
                <a:solidFill>
                  <a:srgbClr val="1F1F1F"/>
                </a:solidFill>
                <a:highlight>
                  <a:srgbClr val="D6E4F5"/>
                </a:highlight>
                <a:latin typeface="Courier New"/>
                <a:ea typeface="Courier New"/>
                <a:cs typeface="Courier New"/>
                <a:sym typeface="Courier New"/>
              </a:rPr>
              <a:t>: 1px solid #ccc;</a:t>
            </a:r>
            <a:endParaRPr>
              <a:solidFill>
                <a:srgbClr val="1F1F1F"/>
              </a:solidFill>
              <a:highlight>
                <a:srgbClr val="D6E4F5"/>
              </a:highlight>
              <a:latin typeface="Courier New"/>
              <a:ea typeface="Courier New"/>
              <a:cs typeface="Courier New"/>
              <a:sym typeface="Courier New"/>
            </a:endParaRPr>
          </a:p>
          <a:p>
            <a:pPr indent="-355600" lvl="0" marL="457200" marR="25400" rtl="0" algn="l">
              <a:lnSpc>
                <a:spcPct val="115000"/>
              </a:lnSpc>
              <a:spcBef>
                <a:spcPts val="0"/>
              </a:spcBef>
              <a:spcAft>
                <a:spcPts val="0"/>
              </a:spcAft>
              <a:buSzPts val="2000"/>
              <a:buFont typeface="Consolas"/>
              <a:buChar char="►"/>
            </a:pPr>
            <a:r>
              <a:rPr lang="en-US">
                <a:highlight>
                  <a:srgbClr val="D6E4F5"/>
                </a:highlight>
                <a:latin typeface="Courier New"/>
                <a:ea typeface="Courier New"/>
                <a:cs typeface="Courier New"/>
                <a:sym typeface="Courier New"/>
              </a:rPr>
              <a:t>border-left</a:t>
            </a:r>
            <a:r>
              <a:rPr lang="en-US">
                <a:solidFill>
                  <a:srgbClr val="1F1F1F"/>
                </a:solidFill>
                <a:highlight>
                  <a:srgbClr val="D6E4F5"/>
                </a:highlight>
                <a:latin typeface="Courier New"/>
                <a:ea typeface="Courier New"/>
                <a:cs typeface="Courier New"/>
                <a:sym typeface="Courier New"/>
              </a:rPr>
              <a:t>: 1px solid #ccc !important;</a:t>
            </a:r>
            <a:endParaRPr>
              <a:solidFill>
                <a:srgbClr val="1F1F1F"/>
              </a:solidFill>
              <a:highlight>
                <a:srgbClr val="D6E4F5"/>
              </a:highlight>
              <a:latin typeface="Courier New"/>
              <a:ea typeface="Courier New"/>
              <a:cs typeface="Courier New"/>
              <a:sym typeface="Courier New"/>
            </a:endParaRPr>
          </a:p>
          <a:p>
            <a:pPr indent="0" lvl="0" marL="0" marR="25400" rtl="0" algn="l">
              <a:lnSpc>
                <a:spcPct val="115000"/>
              </a:lnSpc>
              <a:spcBef>
                <a:spcPts val="0"/>
              </a:spcBef>
              <a:spcAft>
                <a:spcPts val="0"/>
              </a:spcAft>
              <a:buNone/>
            </a:pPr>
            <a:r>
              <a:t/>
            </a:r>
            <a:endParaRPr>
              <a:highlight>
                <a:srgbClr val="D6E4F5"/>
              </a:highlight>
              <a:latin typeface="Consolas"/>
              <a:ea typeface="Consolas"/>
              <a:cs typeface="Consolas"/>
              <a:sym typeface="Consolas"/>
            </a:endParaRPr>
          </a:p>
        </p:txBody>
      </p:sp>
      <p:pic>
        <p:nvPicPr>
          <p:cNvPr id="279" name="Google Shape;279;g327d929541f_0_109"/>
          <p:cNvPicPr preferRelativeResize="0"/>
          <p:nvPr/>
        </p:nvPicPr>
        <p:blipFill>
          <a:blip r:embed="rId3">
            <a:alphaModFix/>
          </a:blip>
          <a:stretch>
            <a:fillRect/>
          </a:stretch>
        </p:blipFill>
        <p:spPr>
          <a:xfrm>
            <a:off x="5082900" y="1995575"/>
            <a:ext cx="3233524" cy="983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27d929541f_0_120"/>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Align</a:t>
            </a:r>
            <a:endParaRPr/>
          </a:p>
        </p:txBody>
      </p:sp>
      <p:sp>
        <p:nvSpPr>
          <p:cNvPr id="286" name="Google Shape;286;g327d929541f_0_120"/>
          <p:cNvSpPr txBox="1"/>
          <p:nvPr>
            <p:ph idx="1" type="body"/>
          </p:nvPr>
        </p:nvSpPr>
        <p:spPr>
          <a:xfrm>
            <a:off x="827700" y="2052925"/>
            <a:ext cx="6711600" cy="4195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2200"/>
              <a:t>float: left (default in english)/right</a:t>
            </a:r>
            <a:endParaRPr sz="2200"/>
          </a:p>
          <a:p>
            <a:pPr indent="0" lvl="0" marL="0" rtl="0" algn="l">
              <a:spcBef>
                <a:spcPts val="1000"/>
              </a:spcBef>
              <a:spcAft>
                <a:spcPts val="0"/>
              </a:spcAft>
              <a:buNone/>
            </a:pPr>
            <a:r>
              <a:rPr lang="en-US" sz="2200"/>
              <a:t>text-align: center/left/right</a:t>
            </a:r>
            <a:endParaRPr sz="2200"/>
          </a:p>
          <a:p>
            <a:pPr indent="0" lvl="0" marL="0" rtl="0" algn="l">
              <a:spcBef>
                <a:spcPts val="1000"/>
              </a:spcBef>
              <a:spcAft>
                <a:spcPts val="0"/>
              </a:spcAft>
              <a:buNone/>
            </a:pPr>
            <a:r>
              <a:t/>
            </a:r>
            <a:endParaRPr sz="2200"/>
          </a:p>
          <a:p>
            <a:pPr indent="0" lvl="0" marL="0" rtl="0" algn="l">
              <a:lnSpc>
                <a:spcPct val="115000"/>
              </a:lnSpc>
              <a:spcBef>
                <a:spcPts val="0"/>
              </a:spcBef>
              <a:spcAft>
                <a:spcPts val="0"/>
              </a:spcAft>
              <a:buClr>
                <a:schemeClr val="dk1"/>
              </a:buClr>
              <a:buSzPts val="1100"/>
              <a:buFont typeface="Arial"/>
              <a:buNone/>
            </a:pPr>
            <a:r>
              <a:rPr lang="en-US" sz="2200"/>
              <a:t>Different: "text-align" applies to the </a:t>
            </a:r>
            <a:r>
              <a:rPr i="1" lang="en-US" sz="2200"/>
              <a:t>content</a:t>
            </a:r>
            <a:r>
              <a:rPr lang="en-US" sz="2200"/>
              <a:t> of a box, while "float" applies to the box itself.</a:t>
            </a:r>
            <a:endParaRPr sz="2200"/>
          </a:p>
          <a:p>
            <a:pPr indent="0" lvl="0" marL="0" rtl="0" algn="l">
              <a:lnSpc>
                <a:spcPct val="115000"/>
              </a:lnSpc>
              <a:spcBef>
                <a:spcPts val="0"/>
              </a:spcBef>
              <a:spcAft>
                <a:spcPts val="0"/>
              </a:spcAft>
              <a:buClr>
                <a:schemeClr val="dk1"/>
              </a:buClr>
              <a:buSzPts val="1100"/>
              <a:buFont typeface="Arial"/>
              <a:buNone/>
            </a:pPr>
            <a:r>
              <a:t/>
            </a:r>
            <a:endParaRPr sz="2200"/>
          </a:p>
          <a:p>
            <a:pPr indent="0" lvl="0" marL="0" rtl="0" algn="l">
              <a:spcBef>
                <a:spcPts val="1000"/>
              </a:spcBef>
              <a:spcAft>
                <a:spcPts val="0"/>
              </a:spcAft>
              <a:buNone/>
            </a:pPr>
            <a:r>
              <a:t/>
            </a:r>
            <a:endParaRPr sz="2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327d929541f_0_161"/>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Margins and Paddings</a:t>
            </a:r>
            <a:endParaRPr/>
          </a:p>
        </p:txBody>
      </p:sp>
      <p:sp>
        <p:nvSpPr>
          <p:cNvPr id="293" name="Google Shape;293;g327d929541f_0_161"/>
          <p:cNvSpPr txBox="1"/>
          <p:nvPr>
            <p:ph idx="1" type="body"/>
          </p:nvPr>
        </p:nvSpPr>
        <p:spPr>
          <a:xfrm>
            <a:off x="815525" y="1312250"/>
            <a:ext cx="8389200" cy="5423100"/>
          </a:xfrm>
          <a:prstGeom prst="rect">
            <a:avLst/>
          </a:prstGeom>
        </p:spPr>
        <p:txBody>
          <a:bodyPr anchorCtr="0" anchor="t" bIns="45700" lIns="91425" spcFirstLastPara="1" rIns="91425" wrap="square" tIns="45700">
            <a:noAutofit/>
          </a:bodyPr>
          <a:lstStyle/>
          <a:p>
            <a:pPr indent="0" lvl="0" marL="0" rtl="0" algn="l">
              <a:lnSpc>
                <a:spcPct val="100000"/>
              </a:lnSpc>
              <a:spcBef>
                <a:spcPts val="1400"/>
              </a:spcBef>
              <a:spcAft>
                <a:spcPts val="0"/>
              </a:spcAft>
              <a:buNone/>
            </a:pPr>
            <a:r>
              <a:rPr lang="en-US" sz="1800">
                <a:highlight>
                  <a:srgbClr val="D6E4F5"/>
                </a:highlight>
                <a:latin typeface="Verdana"/>
                <a:ea typeface="Verdana"/>
                <a:cs typeface="Verdana"/>
                <a:sym typeface="Verdana"/>
              </a:rPr>
              <a:t>Margins are used to create space around elements, outside of any defined borders.</a:t>
            </a:r>
            <a:endParaRPr sz="1400">
              <a:solidFill>
                <a:srgbClr val="FF0000"/>
              </a:solidFill>
              <a:highlight>
                <a:srgbClr val="D6E4F5"/>
              </a:highlight>
              <a:latin typeface="Consolas"/>
              <a:ea typeface="Consolas"/>
              <a:cs typeface="Consolas"/>
              <a:sym typeface="Consolas"/>
            </a:endParaRPr>
          </a:p>
          <a:p>
            <a:pPr indent="0" lvl="0" marL="0" rtl="0" algn="l">
              <a:lnSpc>
                <a:spcPct val="100000"/>
              </a:lnSpc>
              <a:spcBef>
                <a:spcPts val="1400"/>
              </a:spcBef>
              <a:spcAft>
                <a:spcPts val="0"/>
              </a:spcAft>
              <a:buNone/>
            </a:pPr>
            <a:r>
              <a:rPr lang="en-US" sz="1400">
                <a:solidFill>
                  <a:srgbClr val="FF0000"/>
                </a:solidFill>
                <a:highlight>
                  <a:srgbClr val="D6E4F5"/>
                </a:highlight>
                <a:latin typeface="Consolas"/>
                <a:ea typeface="Consolas"/>
                <a:cs typeface="Consolas"/>
                <a:sym typeface="Consolas"/>
              </a:rPr>
              <a:t>margin</a:t>
            </a:r>
            <a:r>
              <a:rPr lang="en-US" sz="1400">
                <a:highlight>
                  <a:srgbClr val="D6E4F5"/>
                </a:highlight>
                <a:latin typeface="Consolas"/>
                <a:ea typeface="Consolas"/>
                <a:cs typeface="Consolas"/>
                <a:sym typeface="Consolas"/>
              </a:rPr>
              <a:t>:</a:t>
            </a:r>
            <a:r>
              <a:rPr lang="en-US" sz="1400">
                <a:solidFill>
                  <a:srgbClr val="0000CD"/>
                </a:solidFill>
                <a:highlight>
                  <a:srgbClr val="D6E4F5"/>
                </a:highlight>
                <a:latin typeface="Consolas"/>
                <a:ea typeface="Consolas"/>
                <a:cs typeface="Consolas"/>
                <a:sym typeface="Consolas"/>
              </a:rPr>
              <a:t> 25px</a:t>
            </a:r>
            <a:r>
              <a:rPr lang="en-US" sz="1400">
                <a:highlight>
                  <a:srgbClr val="D6E4F5"/>
                </a:highlight>
                <a:latin typeface="Consolas"/>
                <a:ea typeface="Consolas"/>
                <a:cs typeface="Consolas"/>
                <a:sym typeface="Consolas"/>
              </a:rPr>
              <a:t>;</a:t>
            </a:r>
            <a:endParaRPr sz="1400">
              <a:highlight>
                <a:srgbClr val="D6E4F5"/>
              </a:highlight>
              <a:latin typeface="Consolas"/>
              <a:ea typeface="Consolas"/>
              <a:cs typeface="Consolas"/>
              <a:sym typeface="Consolas"/>
            </a:endParaRPr>
          </a:p>
          <a:p>
            <a:pPr indent="0" lvl="0" marL="0" rtl="0" algn="l">
              <a:lnSpc>
                <a:spcPct val="100000"/>
              </a:lnSpc>
              <a:spcBef>
                <a:spcPts val="1400"/>
              </a:spcBef>
              <a:spcAft>
                <a:spcPts val="0"/>
              </a:spcAft>
              <a:buNone/>
            </a:pPr>
            <a:r>
              <a:rPr lang="en-US" sz="1400">
                <a:highlight>
                  <a:srgbClr val="D6E4F5"/>
                </a:highlight>
                <a:latin typeface="Consolas"/>
                <a:ea typeface="Consolas"/>
                <a:cs typeface="Consolas"/>
                <a:sym typeface="Consolas"/>
              </a:rPr>
              <a:t>margin-top: 10px;</a:t>
            </a:r>
            <a:endParaRPr sz="1400">
              <a:highlight>
                <a:srgbClr val="D6E4F5"/>
              </a:highlight>
              <a:latin typeface="Consolas"/>
              <a:ea typeface="Consolas"/>
              <a:cs typeface="Consolas"/>
              <a:sym typeface="Consolas"/>
            </a:endParaRPr>
          </a:p>
          <a:p>
            <a:pPr indent="0" lvl="0" marL="0" rtl="0" algn="l">
              <a:lnSpc>
                <a:spcPct val="100000"/>
              </a:lnSpc>
              <a:spcBef>
                <a:spcPts val="1400"/>
              </a:spcBef>
              <a:spcAft>
                <a:spcPts val="0"/>
              </a:spcAft>
              <a:buNone/>
            </a:pPr>
            <a:r>
              <a:rPr lang="en-US" sz="1400">
                <a:highlight>
                  <a:srgbClr val="D6E4F5"/>
                </a:highlight>
                <a:latin typeface="Consolas"/>
                <a:ea typeface="Consolas"/>
                <a:cs typeface="Consolas"/>
                <a:sym typeface="Consolas"/>
              </a:rPr>
              <a:t>margin: 25px 50px 75px 100px;</a:t>
            </a:r>
            <a:endParaRPr sz="1400">
              <a:highlight>
                <a:srgbClr val="D6E4F5"/>
              </a:highlight>
              <a:latin typeface="Consolas"/>
              <a:ea typeface="Consolas"/>
              <a:cs typeface="Consolas"/>
              <a:sym typeface="Consolas"/>
            </a:endParaRPr>
          </a:p>
          <a:p>
            <a:pPr indent="-317500" lvl="1" marL="914400" rtl="0" algn="l">
              <a:lnSpc>
                <a:spcPct val="100000"/>
              </a:lnSpc>
              <a:spcBef>
                <a:spcPts val="1100"/>
              </a:spcBef>
              <a:spcAft>
                <a:spcPts val="0"/>
              </a:spcAft>
              <a:buClr>
                <a:schemeClr val="dk1"/>
              </a:buClr>
              <a:buSzPts val="1400"/>
              <a:buFont typeface="Consolas"/>
              <a:buChar char="○"/>
            </a:pPr>
            <a:r>
              <a:rPr lang="en-US" sz="1400">
                <a:highlight>
                  <a:srgbClr val="D6E4F5"/>
                </a:highlight>
                <a:latin typeface="Consolas"/>
                <a:ea typeface="Consolas"/>
                <a:cs typeface="Consolas"/>
                <a:sym typeface="Consolas"/>
              </a:rPr>
              <a:t>top margin is 25px - right margin is 50px - bottom margin is 75px - left margin is 100px</a:t>
            </a:r>
            <a:endParaRPr sz="1400">
              <a:highlight>
                <a:srgbClr val="D6E4F5"/>
              </a:highlight>
              <a:latin typeface="Consolas"/>
              <a:ea typeface="Consolas"/>
              <a:cs typeface="Consolas"/>
              <a:sym typeface="Consolas"/>
            </a:endParaRPr>
          </a:p>
          <a:p>
            <a:pPr indent="0" lvl="0" marL="0" rtl="0" algn="l">
              <a:lnSpc>
                <a:spcPct val="100000"/>
              </a:lnSpc>
              <a:spcBef>
                <a:spcPts val="1400"/>
              </a:spcBef>
              <a:spcAft>
                <a:spcPts val="0"/>
              </a:spcAft>
              <a:buClr>
                <a:schemeClr val="dk1"/>
              </a:buClr>
              <a:buSzPts val="1100"/>
              <a:buFont typeface="Arial"/>
              <a:buNone/>
            </a:pPr>
            <a:r>
              <a:rPr lang="en-US" sz="1800">
                <a:highlight>
                  <a:srgbClr val="D6E4F5"/>
                </a:highlight>
                <a:latin typeface="Verdana"/>
                <a:ea typeface="Verdana"/>
                <a:cs typeface="Verdana"/>
                <a:sym typeface="Verdana"/>
              </a:rPr>
              <a:t>Padding is used to create space around an element's content, inside of any defined borders.</a:t>
            </a:r>
            <a:endParaRPr sz="1800">
              <a:highlight>
                <a:srgbClr val="D6E4F5"/>
              </a:highlight>
              <a:latin typeface="Verdana"/>
              <a:ea typeface="Verdana"/>
              <a:cs typeface="Verdana"/>
              <a:sym typeface="Verdana"/>
            </a:endParaRPr>
          </a:p>
          <a:p>
            <a:pPr indent="0" lvl="0" marL="0" rtl="0" algn="l">
              <a:lnSpc>
                <a:spcPct val="100000"/>
              </a:lnSpc>
              <a:spcBef>
                <a:spcPts val="1400"/>
              </a:spcBef>
              <a:spcAft>
                <a:spcPts val="0"/>
              </a:spcAft>
              <a:buNone/>
            </a:pPr>
            <a:r>
              <a:rPr lang="en-US" sz="1400">
                <a:solidFill>
                  <a:srgbClr val="FF0000"/>
                </a:solidFill>
                <a:highlight>
                  <a:srgbClr val="D6E4F5"/>
                </a:highlight>
                <a:latin typeface="Consolas"/>
                <a:ea typeface="Consolas"/>
                <a:cs typeface="Consolas"/>
                <a:sym typeface="Consolas"/>
              </a:rPr>
              <a:t>padding</a:t>
            </a:r>
            <a:r>
              <a:rPr lang="en-US" sz="1400">
                <a:highlight>
                  <a:srgbClr val="D6E4F5"/>
                </a:highlight>
                <a:latin typeface="Consolas"/>
                <a:ea typeface="Consolas"/>
                <a:cs typeface="Consolas"/>
                <a:sym typeface="Consolas"/>
              </a:rPr>
              <a:t>:</a:t>
            </a:r>
            <a:r>
              <a:rPr lang="en-US" sz="1400">
                <a:solidFill>
                  <a:srgbClr val="0000CD"/>
                </a:solidFill>
                <a:highlight>
                  <a:srgbClr val="D6E4F5"/>
                </a:highlight>
                <a:latin typeface="Consolas"/>
                <a:ea typeface="Consolas"/>
                <a:cs typeface="Consolas"/>
                <a:sym typeface="Consolas"/>
              </a:rPr>
              <a:t> 25px</a:t>
            </a:r>
            <a:r>
              <a:rPr lang="en-US" sz="1400">
                <a:highlight>
                  <a:srgbClr val="D6E4F5"/>
                </a:highlight>
                <a:latin typeface="Consolas"/>
                <a:ea typeface="Consolas"/>
                <a:cs typeface="Consolas"/>
                <a:sym typeface="Consolas"/>
              </a:rPr>
              <a:t>;</a:t>
            </a:r>
            <a:endParaRPr sz="1400">
              <a:highlight>
                <a:srgbClr val="D6E4F5"/>
              </a:highlight>
              <a:latin typeface="Consolas"/>
              <a:ea typeface="Consolas"/>
              <a:cs typeface="Consolas"/>
              <a:sym typeface="Consolas"/>
            </a:endParaRPr>
          </a:p>
          <a:p>
            <a:pPr indent="0" lvl="0" marL="0" rtl="0" algn="l">
              <a:lnSpc>
                <a:spcPct val="100000"/>
              </a:lnSpc>
              <a:spcBef>
                <a:spcPts val="1400"/>
              </a:spcBef>
              <a:spcAft>
                <a:spcPts val="0"/>
              </a:spcAft>
              <a:buNone/>
            </a:pPr>
            <a:r>
              <a:rPr lang="en-US" sz="1400">
                <a:highlight>
                  <a:srgbClr val="D6E4F5"/>
                </a:highlight>
                <a:latin typeface="Consolas"/>
                <a:ea typeface="Consolas"/>
                <a:cs typeface="Consolas"/>
                <a:sym typeface="Consolas"/>
              </a:rPr>
              <a:t>padding-top: 10px;</a:t>
            </a:r>
            <a:endParaRPr sz="1400">
              <a:highlight>
                <a:srgbClr val="D6E4F5"/>
              </a:highlight>
              <a:latin typeface="Consolas"/>
              <a:ea typeface="Consolas"/>
              <a:cs typeface="Consolas"/>
              <a:sym typeface="Consolas"/>
            </a:endParaRPr>
          </a:p>
          <a:p>
            <a:pPr indent="0" lvl="0" marL="0" rtl="0" algn="l">
              <a:lnSpc>
                <a:spcPct val="100000"/>
              </a:lnSpc>
              <a:spcBef>
                <a:spcPts val="1400"/>
              </a:spcBef>
              <a:spcAft>
                <a:spcPts val="0"/>
              </a:spcAft>
              <a:buNone/>
            </a:pPr>
            <a:r>
              <a:rPr lang="en-US" sz="1400">
                <a:highlight>
                  <a:srgbClr val="D6E4F5"/>
                </a:highlight>
                <a:latin typeface="Consolas"/>
                <a:ea typeface="Consolas"/>
                <a:cs typeface="Consolas"/>
                <a:sym typeface="Consolas"/>
              </a:rPr>
              <a:t>padding: 25px 50px 75px 100px;</a:t>
            </a:r>
            <a:endParaRPr sz="1400">
              <a:highlight>
                <a:srgbClr val="D6E4F5"/>
              </a:highlight>
              <a:latin typeface="Consolas"/>
              <a:ea typeface="Consolas"/>
              <a:cs typeface="Consolas"/>
              <a:sym typeface="Consolas"/>
            </a:endParaRPr>
          </a:p>
          <a:p>
            <a:pPr indent="-317500" lvl="1" marL="914400" rtl="0" algn="l">
              <a:lnSpc>
                <a:spcPct val="100000"/>
              </a:lnSpc>
              <a:spcBef>
                <a:spcPts val="1100"/>
              </a:spcBef>
              <a:spcAft>
                <a:spcPts val="0"/>
              </a:spcAft>
              <a:buClr>
                <a:schemeClr val="dk1"/>
              </a:buClr>
              <a:buSzPts val="1400"/>
              <a:buFont typeface="Verdana"/>
              <a:buChar char="○"/>
            </a:pPr>
            <a:r>
              <a:rPr lang="en-US" sz="1400">
                <a:highlight>
                  <a:srgbClr val="D6E4F5"/>
                </a:highlight>
                <a:latin typeface="Consolas"/>
                <a:ea typeface="Consolas"/>
                <a:cs typeface="Consolas"/>
                <a:sym typeface="Consolas"/>
              </a:rPr>
              <a:t>top padding is 25px - right padding is 50px - bottom padding is 75px - left </a:t>
            </a:r>
            <a:r>
              <a:rPr lang="en-US" sz="1400">
                <a:highlight>
                  <a:srgbClr val="D6E4F5"/>
                </a:highlight>
                <a:latin typeface="Verdana"/>
                <a:ea typeface="Verdana"/>
                <a:cs typeface="Verdana"/>
                <a:sym typeface="Verdana"/>
              </a:rPr>
              <a:t>padding is 100px</a:t>
            </a:r>
            <a:endParaRPr sz="1400">
              <a:highlight>
                <a:srgbClr val="D6E4F5"/>
              </a:highlight>
              <a:latin typeface="Verdana"/>
              <a:ea typeface="Verdana"/>
              <a:cs typeface="Verdana"/>
              <a:sym typeface="Verdana"/>
            </a:endParaRPr>
          </a:p>
          <a:p>
            <a:pPr indent="0" lvl="0" marL="0" rtl="0" algn="l">
              <a:lnSpc>
                <a:spcPct val="100000"/>
              </a:lnSpc>
              <a:spcBef>
                <a:spcPts val="1400"/>
              </a:spcBef>
              <a:spcAft>
                <a:spcPts val="0"/>
              </a:spcAft>
              <a:buNone/>
            </a:pPr>
            <a:r>
              <a:t/>
            </a:r>
            <a:endParaRPr sz="1400">
              <a:highlight>
                <a:srgbClr val="D6E4F5"/>
              </a:highlight>
              <a:latin typeface="Consolas"/>
              <a:ea typeface="Consolas"/>
              <a:cs typeface="Consolas"/>
              <a:sym typeface="Consolas"/>
            </a:endParaRPr>
          </a:p>
          <a:p>
            <a:pPr indent="0" lvl="0" marL="0" rtl="0" algn="l">
              <a:lnSpc>
                <a:spcPct val="100000"/>
              </a:lnSpc>
              <a:spcBef>
                <a:spcPts val="1400"/>
              </a:spcBef>
              <a:spcAft>
                <a:spcPts val="0"/>
              </a:spcAft>
              <a:buClr>
                <a:schemeClr val="dk1"/>
              </a:buClr>
              <a:buSzPts val="1100"/>
              <a:buFont typeface="Arial"/>
              <a:buNone/>
            </a:pPr>
            <a:r>
              <a:t/>
            </a:r>
            <a:endParaRPr sz="1400">
              <a:highlight>
                <a:srgbClr val="D6E4F5"/>
              </a:highlight>
              <a:latin typeface="Consolas"/>
              <a:ea typeface="Consolas"/>
              <a:cs typeface="Consolas"/>
              <a:sym typeface="Consolas"/>
            </a:endParaRPr>
          </a:p>
          <a:p>
            <a:pPr indent="0" lvl="0" marL="0" rtl="0" algn="l">
              <a:lnSpc>
                <a:spcPct val="100000"/>
              </a:lnSpc>
              <a:spcBef>
                <a:spcPts val="1400"/>
              </a:spcBef>
              <a:spcAft>
                <a:spcPts val="0"/>
              </a:spcAft>
              <a:buNone/>
            </a:pPr>
            <a:r>
              <a:t/>
            </a:r>
            <a:endParaRPr sz="1800">
              <a:highlight>
                <a:srgbClr val="D6E4F5"/>
              </a:highlight>
            </a:endParaRPr>
          </a:p>
        </p:txBody>
      </p:sp>
      <p:pic>
        <p:nvPicPr>
          <p:cNvPr id="294" name="Google Shape;294;g327d929541f_0_161"/>
          <p:cNvPicPr preferRelativeResize="0"/>
          <p:nvPr/>
        </p:nvPicPr>
        <p:blipFill rotWithShape="1">
          <a:blip r:embed="rId3">
            <a:alphaModFix/>
          </a:blip>
          <a:srcRect b="-4400" l="0" r="0" t="4400"/>
          <a:stretch/>
        </p:blipFill>
        <p:spPr>
          <a:xfrm>
            <a:off x="3104350" y="1853125"/>
            <a:ext cx="5702899" cy="962875"/>
          </a:xfrm>
          <a:prstGeom prst="rect">
            <a:avLst/>
          </a:prstGeom>
          <a:noFill/>
          <a:ln>
            <a:noFill/>
          </a:ln>
        </p:spPr>
      </p:pic>
      <p:pic>
        <p:nvPicPr>
          <p:cNvPr id="295" name="Google Shape;295;g327d929541f_0_161"/>
          <p:cNvPicPr preferRelativeResize="0"/>
          <p:nvPr/>
        </p:nvPicPr>
        <p:blipFill>
          <a:blip r:embed="rId4">
            <a:alphaModFix/>
          </a:blip>
          <a:stretch>
            <a:fillRect/>
          </a:stretch>
        </p:blipFill>
        <p:spPr>
          <a:xfrm>
            <a:off x="3104350" y="4406424"/>
            <a:ext cx="6039649" cy="962875"/>
          </a:xfrm>
          <a:prstGeom prst="rect">
            <a:avLst/>
          </a:prstGeom>
          <a:noFill/>
          <a:ln>
            <a:noFill/>
          </a:ln>
        </p:spPr>
      </p:pic>
      <p:sp>
        <p:nvSpPr>
          <p:cNvPr id="296" name="Google Shape;296;g327d929541f_0_161"/>
          <p:cNvSpPr txBox="1"/>
          <p:nvPr/>
        </p:nvSpPr>
        <p:spPr>
          <a:xfrm>
            <a:off x="389100" y="6335150"/>
            <a:ext cx="791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lt1"/>
                </a:solidFill>
              </a:rPr>
              <a:t>https://www.w3schools.com/css/css_padding.asp</a:t>
            </a:r>
            <a:endParaRPr>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27d929541f_0_177"/>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Anchor style</a:t>
            </a:r>
            <a:endParaRPr/>
          </a:p>
        </p:txBody>
      </p:sp>
      <p:sp>
        <p:nvSpPr>
          <p:cNvPr id="303" name="Google Shape;303;g327d929541f_0_177"/>
          <p:cNvSpPr txBox="1"/>
          <p:nvPr>
            <p:ph idx="1" type="body"/>
          </p:nvPr>
        </p:nvSpPr>
        <p:spPr>
          <a:xfrm>
            <a:off x="827700" y="2052925"/>
            <a:ext cx="6711600" cy="4195500"/>
          </a:xfrm>
          <a:prstGeom prst="rect">
            <a:avLst/>
          </a:prstGeom>
        </p:spPr>
        <p:txBody>
          <a:bodyPr anchorCtr="0" anchor="t" bIns="45700" lIns="91425" spcFirstLastPara="1" rIns="91425" wrap="square" tIns="45700">
            <a:normAutofit fontScale="77500" lnSpcReduction="20000"/>
          </a:bodyPr>
          <a:lstStyle/>
          <a:p>
            <a:pPr indent="-322103" lvl="0" marL="457200" rtl="0" algn="l">
              <a:lnSpc>
                <a:spcPct val="115000"/>
              </a:lnSpc>
              <a:spcBef>
                <a:spcPts val="1100"/>
              </a:spcBef>
              <a:spcAft>
                <a:spcPts val="0"/>
              </a:spcAft>
              <a:buClr>
                <a:schemeClr val="dk1"/>
              </a:buClr>
              <a:buSzPct val="100000"/>
              <a:buFont typeface="Verdana"/>
              <a:buChar char="●"/>
            </a:pPr>
            <a:r>
              <a:rPr lang="en-US" sz="1900">
                <a:solidFill>
                  <a:srgbClr val="DC143C"/>
                </a:solidFill>
                <a:highlight>
                  <a:srgbClr val="D6E4F5"/>
                </a:highlight>
                <a:latin typeface="Consolas"/>
                <a:ea typeface="Consolas"/>
                <a:cs typeface="Consolas"/>
                <a:sym typeface="Consolas"/>
              </a:rPr>
              <a:t>a:link</a:t>
            </a:r>
            <a:r>
              <a:rPr lang="en-US" sz="1900">
                <a:highlight>
                  <a:srgbClr val="D6E4F5"/>
                </a:highlight>
                <a:latin typeface="Verdana"/>
                <a:ea typeface="Verdana"/>
                <a:cs typeface="Verdana"/>
                <a:sym typeface="Verdana"/>
              </a:rPr>
              <a:t> - a normal, unvisited link</a:t>
            </a:r>
            <a:endParaRPr sz="1900">
              <a:highlight>
                <a:srgbClr val="D6E4F5"/>
              </a:highlight>
              <a:latin typeface="Verdana"/>
              <a:ea typeface="Verdana"/>
              <a:cs typeface="Verdana"/>
              <a:sym typeface="Verdana"/>
            </a:endParaRPr>
          </a:p>
          <a:p>
            <a:pPr indent="-322103" lvl="0" marL="457200" rtl="0" algn="l">
              <a:lnSpc>
                <a:spcPct val="115000"/>
              </a:lnSpc>
              <a:spcBef>
                <a:spcPts val="0"/>
              </a:spcBef>
              <a:spcAft>
                <a:spcPts val="0"/>
              </a:spcAft>
              <a:buClr>
                <a:schemeClr val="dk1"/>
              </a:buClr>
              <a:buSzPct val="100000"/>
              <a:buFont typeface="Verdana"/>
              <a:buChar char="●"/>
            </a:pPr>
            <a:r>
              <a:rPr lang="en-US" sz="1900">
                <a:solidFill>
                  <a:srgbClr val="DC143C"/>
                </a:solidFill>
                <a:highlight>
                  <a:srgbClr val="D6E4F5"/>
                </a:highlight>
                <a:latin typeface="Consolas"/>
                <a:ea typeface="Consolas"/>
                <a:cs typeface="Consolas"/>
                <a:sym typeface="Consolas"/>
              </a:rPr>
              <a:t>a:visited</a:t>
            </a:r>
            <a:r>
              <a:rPr lang="en-US" sz="1900">
                <a:highlight>
                  <a:srgbClr val="D6E4F5"/>
                </a:highlight>
                <a:latin typeface="Verdana"/>
                <a:ea typeface="Verdana"/>
                <a:cs typeface="Verdana"/>
                <a:sym typeface="Verdana"/>
              </a:rPr>
              <a:t> - a link the user has visited</a:t>
            </a:r>
            <a:endParaRPr sz="1900">
              <a:highlight>
                <a:srgbClr val="D6E4F5"/>
              </a:highlight>
              <a:latin typeface="Verdana"/>
              <a:ea typeface="Verdana"/>
              <a:cs typeface="Verdana"/>
              <a:sym typeface="Verdana"/>
            </a:endParaRPr>
          </a:p>
          <a:p>
            <a:pPr indent="-322103" lvl="0" marL="457200" rtl="0" algn="l">
              <a:lnSpc>
                <a:spcPct val="115000"/>
              </a:lnSpc>
              <a:spcBef>
                <a:spcPts val="0"/>
              </a:spcBef>
              <a:spcAft>
                <a:spcPts val="0"/>
              </a:spcAft>
              <a:buClr>
                <a:schemeClr val="dk1"/>
              </a:buClr>
              <a:buSzPct val="100000"/>
              <a:buFont typeface="Verdana"/>
              <a:buChar char="●"/>
            </a:pPr>
            <a:r>
              <a:rPr lang="en-US" sz="1900">
                <a:solidFill>
                  <a:srgbClr val="DC143C"/>
                </a:solidFill>
                <a:highlight>
                  <a:srgbClr val="D6E4F5"/>
                </a:highlight>
                <a:latin typeface="Consolas"/>
                <a:ea typeface="Consolas"/>
                <a:cs typeface="Consolas"/>
                <a:sym typeface="Consolas"/>
              </a:rPr>
              <a:t>a:hover</a:t>
            </a:r>
            <a:r>
              <a:rPr lang="en-US" sz="1900">
                <a:highlight>
                  <a:srgbClr val="D6E4F5"/>
                </a:highlight>
                <a:latin typeface="Verdana"/>
                <a:ea typeface="Verdana"/>
                <a:cs typeface="Verdana"/>
                <a:sym typeface="Verdana"/>
              </a:rPr>
              <a:t> - a link when the user mouses over it</a:t>
            </a:r>
            <a:endParaRPr sz="1900">
              <a:highlight>
                <a:srgbClr val="D6E4F5"/>
              </a:highlight>
              <a:latin typeface="Verdana"/>
              <a:ea typeface="Verdana"/>
              <a:cs typeface="Verdana"/>
              <a:sym typeface="Verdana"/>
            </a:endParaRPr>
          </a:p>
          <a:p>
            <a:pPr indent="-322103" lvl="0" marL="457200" rtl="0" algn="l">
              <a:lnSpc>
                <a:spcPct val="115000"/>
              </a:lnSpc>
              <a:spcBef>
                <a:spcPts val="0"/>
              </a:spcBef>
              <a:spcAft>
                <a:spcPts val="0"/>
              </a:spcAft>
              <a:buClr>
                <a:schemeClr val="dk1"/>
              </a:buClr>
              <a:buSzPct val="100000"/>
              <a:buFont typeface="Verdana"/>
              <a:buChar char="●"/>
            </a:pPr>
            <a:r>
              <a:rPr lang="en-US" sz="1900">
                <a:solidFill>
                  <a:srgbClr val="DC143C"/>
                </a:solidFill>
                <a:highlight>
                  <a:srgbClr val="D6E4F5"/>
                </a:highlight>
                <a:latin typeface="Consolas"/>
                <a:ea typeface="Consolas"/>
                <a:cs typeface="Consolas"/>
                <a:sym typeface="Consolas"/>
              </a:rPr>
              <a:t>a:active</a:t>
            </a:r>
            <a:r>
              <a:rPr lang="en-US" sz="1900">
                <a:highlight>
                  <a:srgbClr val="D6E4F5"/>
                </a:highlight>
                <a:latin typeface="Verdana"/>
                <a:ea typeface="Verdana"/>
                <a:cs typeface="Verdana"/>
                <a:sym typeface="Verdana"/>
              </a:rPr>
              <a:t> - a link the moment it is clicked</a:t>
            </a:r>
            <a:endParaRPr sz="1900">
              <a:highlight>
                <a:srgbClr val="D6E4F5"/>
              </a:highlight>
              <a:latin typeface="Verdana"/>
              <a:ea typeface="Verdana"/>
              <a:cs typeface="Verdana"/>
              <a:sym typeface="Verdana"/>
            </a:endParaRPr>
          </a:p>
          <a:p>
            <a:pPr indent="0" lvl="0" marL="0" rtl="0" algn="l">
              <a:spcBef>
                <a:spcPts val="1100"/>
              </a:spcBef>
              <a:spcAft>
                <a:spcPts val="0"/>
              </a:spcAft>
              <a:buNone/>
            </a:pPr>
            <a:r>
              <a:t/>
            </a:r>
            <a:endParaRPr/>
          </a:p>
          <a:p>
            <a:pPr indent="0" lvl="0" marL="0" rtl="0" algn="l">
              <a:spcBef>
                <a:spcPts val="1000"/>
              </a:spcBef>
              <a:spcAft>
                <a:spcPts val="0"/>
              </a:spcAft>
              <a:buClr>
                <a:schemeClr val="dk1"/>
              </a:buClr>
              <a:buSzPct val="55000"/>
              <a:buFont typeface="Arial"/>
              <a:buNone/>
            </a:pPr>
            <a:r>
              <a:rPr lang="en-US"/>
              <a:t>a:link {</a:t>
            </a:r>
            <a:endParaRPr/>
          </a:p>
          <a:p>
            <a:pPr indent="0" lvl="0" marL="0" rtl="0" algn="l">
              <a:spcBef>
                <a:spcPts val="1000"/>
              </a:spcBef>
              <a:spcAft>
                <a:spcPts val="0"/>
              </a:spcAft>
              <a:buClr>
                <a:schemeClr val="dk1"/>
              </a:buClr>
              <a:buSzPct val="55000"/>
              <a:buFont typeface="Arial"/>
              <a:buNone/>
            </a:pPr>
            <a:r>
              <a:rPr lang="en-US"/>
              <a:t>  background-color: white;</a:t>
            </a:r>
            <a:endParaRPr/>
          </a:p>
          <a:p>
            <a:pPr indent="0" lvl="0" marL="0" rtl="0" algn="l">
              <a:spcBef>
                <a:spcPts val="1000"/>
              </a:spcBef>
              <a:spcAft>
                <a:spcPts val="0"/>
              </a:spcAft>
              <a:buClr>
                <a:schemeClr val="dk1"/>
              </a:buClr>
              <a:buSzPct val="55000"/>
              <a:buFont typeface="Arial"/>
              <a:buNone/>
            </a:pPr>
            <a:r>
              <a:rPr lang="en-US"/>
              <a:t>  color: black;</a:t>
            </a:r>
            <a:endParaRPr/>
          </a:p>
          <a:p>
            <a:pPr indent="0" lvl="0" marL="0" rtl="0" algn="l">
              <a:spcBef>
                <a:spcPts val="1000"/>
              </a:spcBef>
              <a:spcAft>
                <a:spcPts val="0"/>
              </a:spcAft>
              <a:buClr>
                <a:schemeClr val="dk1"/>
              </a:buClr>
              <a:buSzPct val="55000"/>
              <a:buFont typeface="Arial"/>
              <a:buNone/>
            </a:pPr>
            <a:r>
              <a:rPr lang="en-US"/>
              <a:t>  border: 2px solid green;</a:t>
            </a:r>
            <a:endParaRPr/>
          </a:p>
          <a:p>
            <a:pPr indent="0" lvl="0" marL="0" rtl="0" algn="l">
              <a:spcBef>
                <a:spcPts val="1000"/>
              </a:spcBef>
              <a:spcAft>
                <a:spcPts val="0"/>
              </a:spcAft>
              <a:buClr>
                <a:schemeClr val="dk1"/>
              </a:buClr>
              <a:buSzPct val="55000"/>
              <a:buFont typeface="Arial"/>
              <a:buNone/>
            </a:pPr>
            <a:r>
              <a:rPr lang="en-US"/>
              <a:t>  padding: 10px 20px;</a:t>
            </a:r>
            <a:endParaRPr/>
          </a:p>
          <a:p>
            <a:pPr indent="0" lvl="0" marL="0" rtl="0" algn="l">
              <a:spcBef>
                <a:spcPts val="1000"/>
              </a:spcBef>
              <a:spcAft>
                <a:spcPts val="0"/>
              </a:spcAft>
              <a:buClr>
                <a:schemeClr val="dk1"/>
              </a:buClr>
              <a:buSzPct val="55000"/>
              <a:buFont typeface="Arial"/>
              <a:buNone/>
            </a:pPr>
            <a:r>
              <a:rPr lang="en-US"/>
              <a:t>  text-align: center;</a:t>
            </a:r>
            <a:endParaRPr/>
          </a:p>
          <a:p>
            <a:pPr indent="0" lvl="0" marL="0" rtl="0" algn="l">
              <a:spcBef>
                <a:spcPts val="1000"/>
              </a:spcBef>
              <a:spcAft>
                <a:spcPts val="0"/>
              </a:spcAft>
              <a:buClr>
                <a:schemeClr val="dk1"/>
              </a:buClr>
              <a:buSzPct val="55000"/>
              <a:buFont typeface="Arial"/>
              <a:buNone/>
            </a:pPr>
            <a:r>
              <a:rPr lang="en-US"/>
              <a:t>  text-decoration: none;</a:t>
            </a:r>
            <a:endParaRPr/>
          </a:p>
          <a:p>
            <a:pPr indent="0" lvl="0" marL="0" rtl="0" algn="l">
              <a:spcBef>
                <a:spcPts val="1000"/>
              </a:spcBef>
              <a:spcAft>
                <a:spcPts val="0"/>
              </a:spcAft>
              <a:buClr>
                <a:schemeClr val="dk1"/>
              </a:buClr>
              <a:buSzPct val="55000"/>
              <a:buFont typeface="Arial"/>
              <a:buNone/>
            </a:pPr>
            <a:r>
              <a:rPr lang="en-US"/>
              <a:t>}</a:t>
            </a:r>
            <a:endParaRPr/>
          </a:p>
          <a:p>
            <a:pPr indent="0" lvl="0" marL="0" rtl="0" algn="l">
              <a:spcBef>
                <a:spcPts val="1000"/>
              </a:spcBef>
              <a:spcAft>
                <a:spcPts val="0"/>
              </a:spcAft>
              <a:buNone/>
            </a:pPr>
            <a:r>
              <a:t/>
            </a:r>
            <a:endParaRPr/>
          </a:p>
        </p:txBody>
      </p:sp>
      <p:pic>
        <p:nvPicPr>
          <p:cNvPr id="304" name="Google Shape;304;g327d929541f_0_177"/>
          <p:cNvPicPr preferRelativeResize="0"/>
          <p:nvPr/>
        </p:nvPicPr>
        <p:blipFill>
          <a:blip r:embed="rId3">
            <a:alphaModFix/>
          </a:blip>
          <a:stretch>
            <a:fillRect/>
          </a:stretch>
        </p:blipFill>
        <p:spPr>
          <a:xfrm>
            <a:off x="5277850" y="2387350"/>
            <a:ext cx="3257550" cy="1524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32916501641_1_52"/>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Specificity</a:t>
            </a:r>
            <a:endParaRPr/>
          </a:p>
          <a:p>
            <a:pPr indent="0" lvl="0" marL="0" rtl="0" algn="l">
              <a:spcBef>
                <a:spcPts val="0"/>
              </a:spcBef>
              <a:spcAft>
                <a:spcPts val="0"/>
              </a:spcAft>
              <a:buNone/>
            </a:pPr>
            <a:r>
              <a:t/>
            </a:r>
            <a:endParaRPr/>
          </a:p>
        </p:txBody>
      </p:sp>
      <p:sp>
        <p:nvSpPr>
          <p:cNvPr id="311" name="Google Shape;311;g32916501641_1_52"/>
          <p:cNvSpPr txBox="1"/>
          <p:nvPr>
            <p:ph idx="1" type="body"/>
          </p:nvPr>
        </p:nvSpPr>
        <p:spPr>
          <a:xfrm>
            <a:off x="656600" y="1516475"/>
            <a:ext cx="6711600" cy="4195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1800"/>
              <a:t>Specificity measure which css rule to apply when multiple css rules target the same styling property of an element, i.e.,</a:t>
            </a:r>
            <a:endParaRPr sz="1800"/>
          </a:p>
          <a:p>
            <a:pPr indent="0" lvl="0" marL="0" rtl="0" algn="l">
              <a:spcBef>
                <a:spcPts val="1000"/>
              </a:spcBef>
              <a:spcAft>
                <a:spcPts val="0"/>
              </a:spcAft>
              <a:buNone/>
            </a:pPr>
            <a:r>
              <a:t/>
            </a:r>
            <a:endParaRPr sz="1800"/>
          </a:p>
        </p:txBody>
      </p:sp>
      <p:pic>
        <p:nvPicPr>
          <p:cNvPr id="312" name="Google Shape;312;g32916501641_1_52"/>
          <p:cNvPicPr preferRelativeResize="0"/>
          <p:nvPr/>
        </p:nvPicPr>
        <p:blipFill>
          <a:blip r:embed="rId3">
            <a:alphaModFix/>
          </a:blip>
          <a:stretch>
            <a:fillRect/>
          </a:stretch>
        </p:blipFill>
        <p:spPr>
          <a:xfrm>
            <a:off x="1409650" y="2499625"/>
            <a:ext cx="6912850" cy="3392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32916501641_1_63"/>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Specificity</a:t>
            </a:r>
            <a:endParaRPr/>
          </a:p>
        </p:txBody>
      </p:sp>
      <p:sp>
        <p:nvSpPr>
          <p:cNvPr id="319" name="Google Shape;319;g32916501641_1_63"/>
          <p:cNvSpPr txBox="1"/>
          <p:nvPr>
            <p:ph idx="1" type="body"/>
          </p:nvPr>
        </p:nvSpPr>
        <p:spPr>
          <a:xfrm>
            <a:off x="740700" y="1632450"/>
            <a:ext cx="6711600" cy="4195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1800">
                <a:solidFill>
                  <a:srgbClr val="1F1F1F"/>
                </a:solidFill>
              </a:rPr>
              <a:t>The more specific the selector, the higher the priority. The order of priority is as follows (first one has the highest priority)</a:t>
            </a:r>
            <a:endParaRPr sz="1800">
              <a:solidFill>
                <a:srgbClr val="1F1F1F"/>
              </a:solidFill>
            </a:endParaRPr>
          </a:p>
          <a:p>
            <a:pPr indent="-342900" lvl="0" marL="457200" rtl="0" algn="l">
              <a:spcBef>
                <a:spcPts val="1000"/>
              </a:spcBef>
              <a:spcAft>
                <a:spcPts val="0"/>
              </a:spcAft>
              <a:buClr>
                <a:srgbClr val="1F1F1F"/>
              </a:buClr>
              <a:buSzPts val="1800"/>
              <a:buAutoNum type="arabicPeriod"/>
            </a:pPr>
            <a:r>
              <a:rPr lang="en-US" sz="1800">
                <a:solidFill>
                  <a:srgbClr val="1F1F1F"/>
                </a:solidFill>
              </a:rPr>
              <a:t>ht</a:t>
            </a:r>
            <a:r>
              <a:rPr lang="en-US" sz="1800">
                <a:solidFill>
                  <a:srgbClr val="1F1F1F"/>
                </a:solidFill>
              </a:rPr>
              <a:t>ml style attribute</a:t>
            </a:r>
            <a:endParaRPr sz="1800">
              <a:solidFill>
                <a:srgbClr val="1F1F1F"/>
              </a:solidFill>
            </a:endParaRPr>
          </a:p>
          <a:p>
            <a:pPr indent="-342900" lvl="0" marL="457200" rtl="0" algn="l">
              <a:spcBef>
                <a:spcPts val="0"/>
              </a:spcBef>
              <a:spcAft>
                <a:spcPts val="0"/>
              </a:spcAft>
              <a:buClr>
                <a:srgbClr val="1F1F1F"/>
              </a:buClr>
              <a:buSzPts val="1800"/>
              <a:buAutoNum type="arabicPeriod"/>
            </a:pPr>
            <a:r>
              <a:rPr lang="en-US" sz="1800">
                <a:solidFill>
                  <a:srgbClr val="1F1F1F"/>
                </a:solidFill>
              </a:rPr>
              <a:t>id</a:t>
            </a:r>
            <a:endParaRPr sz="1800">
              <a:solidFill>
                <a:srgbClr val="1F1F1F"/>
              </a:solidFill>
            </a:endParaRPr>
          </a:p>
          <a:p>
            <a:pPr indent="-342900" lvl="0" marL="457200" rtl="0" algn="l">
              <a:spcBef>
                <a:spcPts val="0"/>
              </a:spcBef>
              <a:spcAft>
                <a:spcPts val="0"/>
              </a:spcAft>
              <a:buClr>
                <a:srgbClr val="1F1F1F"/>
              </a:buClr>
              <a:buSzPts val="1800"/>
              <a:buAutoNum type="arabicPeriod"/>
            </a:pPr>
            <a:r>
              <a:rPr lang="en-US" sz="1800">
                <a:solidFill>
                  <a:srgbClr val="1F1F1F"/>
                </a:solidFill>
              </a:rPr>
              <a:t>class</a:t>
            </a:r>
            <a:endParaRPr sz="1800">
              <a:solidFill>
                <a:srgbClr val="1F1F1F"/>
              </a:solidFill>
            </a:endParaRPr>
          </a:p>
          <a:p>
            <a:pPr indent="-342900" lvl="0" marL="457200" rtl="0" algn="l">
              <a:spcBef>
                <a:spcPts val="0"/>
              </a:spcBef>
              <a:spcAft>
                <a:spcPts val="0"/>
              </a:spcAft>
              <a:buClr>
                <a:srgbClr val="1F1F1F"/>
              </a:buClr>
              <a:buSzPts val="1800"/>
              <a:buAutoNum type="arabicPeriod"/>
            </a:pPr>
            <a:r>
              <a:rPr lang="en-US" sz="1800">
                <a:solidFill>
                  <a:srgbClr val="1F1F1F"/>
                </a:solidFill>
              </a:rPr>
              <a:t>element selector</a:t>
            </a:r>
            <a:endParaRPr sz="1800">
              <a:solidFill>
                <a:srgbClr val="1F1F1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2916501641_1_69"/>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CSS Cascade</a:t>
            </a:r>
            <a:endParaRPr/>
          </a:p>
        </p:txBody>
      </p:sp>
      <p:sp>
        <p:nvSpPr>
          <p:cNvPr id="326" name="Google Shape;326;g32916501641_1_69"/>
          <p:cNvSpPr txBox="1"/>
          <p:nvPr>
            <p:ph idx="1" type="body"/>
          </p:nvPr>
        </p:nvSpPr>
        <p:spPr>
          <a:xfrm>
            <a:off x="886500" y="1559950"/>
            <a:ext cx="6711600" cy="41955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None/>
            </a:pPr>
            <a:r>
              <a:rPr lang="en-US" sz="1800"/>
              <a:t>If two CSS rules have the same specificity, the browser determines which rule to apply using the following criteria:</a:t>
            </a:r>
            <a:endParaRPr sz="1800"/>
          </a:p>
          <a:p>
            <a:pPr indent="-342900" lvl="0" marL="457200" rtl="0" algn="l">
              <a:lnSpc>
                <a:spcPct val="115000"/>
              </a:lnSpc>
              <a:spcBef>
                <a:spcPts val="1200"/>
              </a:spcBef>
              <a:spcAft>
                <a:spcPts val="0"/>
              </a:spcAft>
              <a:buClr>
                <a:schemeClr val="dk1"/>
              </a:buClr>
              <a:buSzPts val="1800"/>
              <a:buFont typeface="Arial"/>
              <a:buAutoNum type="arabicPeriod"/>
            </a:pPr>
            <a:r>
              <a:rPr b="1" lang="en-US" sz="1800"/>
              <a:t>Internal vs. External CSS</a:t>
            </a:r>
            <a:r>
              <a:rPr lang="en-US" sz="1800"/>
              <a:t>: Rules defined in internal (embedded) CSS take precedence over rules in external CSS if they have the same specificity.</a:t>
            </a:r>
            <a:endParaRPr sz="1800"/>
          </a:p>
          <a:p>
            <a:pPr indent="-342900" lvl="0" marL="457200" rtl="0" algn="l">
              <a:lnSpc>
                <a:spcPct val="115000"/>
              </a:lnSpc>
              <a:spcBef>
                <a:spcPts val="0"/>
              </a:spcBef>
              <a:spcAft>
                <a:spcPts val="0"/>
              </a:spcAft>
              <a:buClr>
                <a:schemeClr val="dk1"/>
              </a:buClr>
              <a:buSzPts val="1800"/>
              <a:buFont typeface="Arial"/>
              <a:buAutoNum type="arabicPeriod"/>
            </a:pPr>
            <a:r>
              <a:rPr b="1" lang="en-US" sz="1800"/>
              <a:t>Order of Appearance</a:t>
            </a:r>
            <a:r>
              <a:rPr lang="en-US" sz="1800"/>
              <a:t>: When two rules are in the same location (both in internal CSS or both in external CSS), the rule that appears </a:t>
            </a:r>
            <a:r>
              <a:rPr b="1" lang="en-US" sz="1800"/>
              <a:t>later</a:t>
            </a:r>
            <a:r>
              <a:rPr lang="en-US" sz="1800"/>
              <a:t> in the code will be applied.</a:t>
            </a:r>
            <a:endParaRPr sz="18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327d929541f_0_151"/>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Precedence	</a:t>
            </a:r>
            <a:endParaRPr/>
          </a:p>
        </p:txBody>
      </p:sp>
      <p:sp>
        <p:nvSpPr>
          <p:cNvPr id="333" name="Google Shape;333;g327d929541f_0_151"/>
          <p:cNvSpPr txBox="1"/>
          <p:nvPr>
            <p:ph idx="1" type="body"/>
          </p:nvPr>
        </p:nvSpPr>
        <p:spPr>
          <a:xfrm>
            <a:off x="827700" y="2052925"/>
            <a:ext cx="6711600" cy="4195500"/>
          </a:xfrm>
          <a:prstGeom prst="rect">
            <a:avLst/>
          </a:prstGeom>
        </p:spPr>
        <p:txBody>
          <a:bodyPr anchorCtr="0" anchor="t" bIns="45700" lIns="91425" spcFirstLastPara="1" rIns="91425" wrap="square" tIns="45700">
            <a:normAutofit fontScale="92500" lnSpcReduction="20000"/>
          </a:bodyPr>
          <a:lstStyle/>
          <a:p>
            <a:pPr indent="0" lvl="0" marL="457200" rtl="0" algn="l">
              <a:lnSpc>
                <a:spcPct val="115000"/>
              </a:lnSpc>
              <a:spcBef>
                <a:spcPts val="0"/>
              </a:spcBef>
              <a:spcAft>
                <a:spcPts val="0"/>
              </a:spcAft>
              <a:buNone/>
            </a:pPr>
            <a:r>
              <a:rPr lang="en-US">
                <a:highlight>
                  <a:srgbClr val="D6E4F5"/>
                </a:highlight>
              </a:rPr>
              <a:t>If the same css rule is being applied in more than one way, then the following order of precedence is followed:</a:t>
            </a:r>
            <a:endParaRPr>
              <a:highlight>
                <a:srgbClr val="D6E4F5"/>
              </a:highlight>
            </a:endParaRPr>
          </a:p>
          <a:p>
            <a:pPr indent="-313182" lvl="0" marL="457200" rtl="0" algn="l">
              <a:lnSpc>
                <a:spcPct val="115000"/>
              </a:lnSpc>
              <a:spcBef>
                <a:spcPts val="1200"/>
              </a:spcBef>
              <a:spcAft>
                <a:spcPts val="0"/>
              </a:spcAft>
              <a:buClr>
                <a:srgbClr val="1F1F1F"/>
              </a:buClr>
              <a:buSzPct val="72000"/>
              <a:buAutoNum type="arabicPeriod"/>
            </a:pPr>
            <a:r>
              <a:rPr lang="en-US">
                <a:solidFill>
                  <a:srgbClr val="1F1F1F"/>
                </a:solidFill>
                <a:highlight>
                  <a:srgbClr val="D6E4F5"/>
                </a:highlight>
              </a:rPr>
              <a:t>inline css ( html style attribute)</a:t>
            </a:r>
            <a:endParaRPr>
              <a:solidFill>
                <a:srgbClr val="1F1F1F"/>
              </a:solidFill>
              <a:highlight>
                <a:srgbClr val="D6E4F5"/>
              </a:highlight>
            </a:endParaRPr>
          </a:p>
          <a:p>
            <a:pPr indent="-313182" lvl="0" marL="457200" rtl="0" algn="l">
              <a:lnSpc>
                <a:spcPct val="115000"/>
              </a:lnSpc>
              <a:spcBef>
                <a:spcPts val="0"/>
              </a:spcBef>
              <a:spcAft>
                <a:spcPts val="0"/>
              </a:spcAft>
              <a:buClr>
                <a:srgbClr val="1F1F1F"/>
              </a:buClr>
              <a:buSzPct val="72000"/>
              <a:buAutoNum type="arabicPeriod"/>
            </a:pPr>
            <a:r>
              <a:rPr lang="en-US">
                <a:solidFill>
                  <a:srgbClr val="1F1F1F"/>
                </a:solidFill>
                <a:highlight>
                  <a:srgbClr val="D6E4F5"/>
                </a:highlight>
              </a:rPr>
              <a:t>internal/embedded css</a:t>
            </a:r>
            <a:endParaRPr>
              <a:solidFill>
                <a:srgbClr val="1F1F1F"/>
              </a:solidFill>
              <a:highlight>
                <a:srgbClr val="D6E4F5"/>
              </a:highlight>
            </a:endParaRPr>
          </a:p>
          <a:p>
            <a:pPr indent="-313182" lvl="0" marL="457200" rtl="0" algn="l">
              <a:lnSpc>
                <a:spcPct val="115000"/>
              </a:lnSpc>
              <a:spcBef>
                <a:spcPts val="0"/>
              </a:spcBef>
              <a:spcAft>
                <a:spcPts val="0"/>
              </a:spcAft>
              <a:buClr>
                <a:srgbClr val="1F1F1F"/>
              </a:buClr>
              <a:buSzPct val="72000"/>
              <a:buAutoNum type="arabicPeriod"/>
            </a:pPr>
            <a:r>
              <a:rPr lang="en-US">
                <a:solidFill>
                  <a:srgbClr val="1F1F1F"/>
                </a:solidFill>
                <a:highlight>
                  <a:srgbClr val="D6E4F5"/>
                </a:highlight>
              </a:rPr>
              <a:t>external css</a:t>
            </a:r>
            <a:endParaRPr>
              <a:solidFill>
                <a:srgbClr val="1F1F1F"/>
              </a:solidFill>
              <a:highlight>
                <a:srgbClr val="D6E4F5"/>
              </a:highlight>
            </a:endParaRPr>
          </a:p>
          <a:p>
            <a:pPr indent="0" lvl="0" marL="457200" rtl="0" algn="l">
              <a:lnSpc>
                <a:spcPct val="115000"/>
              </a:lnSpc>
              <a:spcBef>
                <a:spcPts val="1200"/>
              </a:spcBef>
              <a:spcAft>
                <a:spcPts val="0"/>
              </a:spcAft>
              <a:buNone/>
            </a:pPr>
            <a:r>
              <a:rPr b="1" lang="en-US">
                <a:highlight>
                  <a:srgbClr val="D6E4F5"/>
                </a:highlight>
              </a:rPr>
              <a:t>Note: </a:t>
            </a:r>
            <a:r>
              <a:rPr lang="en-US">
                <a:highlight>
                  <a:srgbClr val="D6E4F5"/>
                </a:highlight>
              </a:rPr>
              <a:t>A css rule with !important always takes precedence.</a:t>
            </a:r>
            <a:endParaRPr>
              <a:highlight>
                <a:srgbClr val="D6E4F5"/>
              </a:highlight>
            </a:endParaRPr>
          </a:p>
          <a:p>
            <a:pPr indent="0" lvl="0" marL="0" rtl="0" algn="l">
              <a:lnSpc>
                <a:spcPct val="115000"/>
              </a:lnSpc>
              <a:spcBef>
                <a:spcPts val="1200"/>
              </a:spcBef>
              <a:spcAft>
                <a:spcPts val="0"/>
              </a:spcAft>
              <a:buNone/>
            </a:pPr>
            <a:r>
              <a:t/>
            </a:r>
            <a:endParaRPr sz="3000">
              <a:solidFill>
                <a:srgbClr val="0C0D0E"/>
              </a:solidFill>
              <a:highlight>
                <a:srgbClr val="D6E4F5"/>
              </a:highlight>
            </a:endParaRPr>
          </a:p>
          <a:p>
            <a:pPr indent="0" lvl="0" marL="0" rtl="0" algn="l">
              <a:lnSpc>
                <a:spcPct val="115000"/>
              </a:lnSpc>
              <a:spcBef>
                <a:spcPts val="1200"/>
              </a:spcBef>
              <a:spcAft>
                <a:spcPts val="0"/>
              </a:spcAft>
              <a:buNone/>
            </a:pPr>
            <a:r>
              <a:rPr lang="en-US" sz="3000">
                <a:solidFill>
                  <a:srgbClr val="0C0D0E"/>
                </a:solidFill>
                <a:highlight>
                  <a:srgbClr val="D6E4F5"/>
                </a:highlight>
              </a:rPr>
              <a:t>EXAMPLE CODE:</a:t>
            </a:r>
            <a:endParaRPr sz="3000">
              <a:solidFill>
                <a:srgbClr val="0C0D0E"/>
              </a:solidFill>
              <a:highlight>
                <a:srgbClr val="D6E4F5"/>
              </a:highlight>
            </a:endParaRPr>
          </a:p>
          <a:p>
            <a:pPr indent="0" lvl="0" marL="0" rtl="0" algn="l">
              <a:lnSpc>
                <a:spcPct val="115000"/>
              </a:lnSpc>
              <a:spcBef>
                <a:spcPts val="1200"/>
              </a:spcBef>
              <a:spcAft>
                <a:spcPts val="0"/>
              </a:spcAft>
              <a:buNone/>
            </a:pPr>
            <a:r>
              <a:rPr lang="en-US" sz="1666">
                <a:solidFill>
                  <a:srgbClr val="FF0000"/>
                </a:solidFill>
                <a:highlight>
                  <a:srgbClr val="FFFFFF"/>
                </a:highlight>
                <a:latin typeface="Consolas"/>
                <a:ea typeface="Consolas"/>
                <a:cs typeface="Consolas"/>
                <a:sym typeface="Consolas"/>
              </a:rPr>
              <a:t> background-color</a:t>
            </a:r>
            <a:r>
              <a:rPr lang="en-US" sz="1666">
                <a:highlight>
                  <a:srgbClr val="FFFFFF"/>
                </a:highlight>
                <a:latin typeface="Consolas"/>
                <a:ea typeface="Consolas"/>
                <a:cs typeface="Consolas"/>
                <a:sym typeface="Consolas"/>
              </a:rPr>
              <a:t>:</a:t>
            </a:r>
            <a:r>
              <a:rPr lang="en-US" sz="1666">
                <a:solidFill>
                  <a:srgbClr val="0000CD"/>
                </a:solidFill>
                <a:highlight>
                  <a:srgbClr val="FFFFFF"/>
                </a:highlight>
                <a:latin typeface="Consolas"/>
                <a:ea typeface="Consolas"/>
                <a:cs typeface="Consolas"/>
                <a:sym typeface="Consolas"/>
              </a:rPr>
              <a:t> red </a:t>
            </a:r>
            <a:r>
              <a:rPr b="1" lang="en-US" sz="1666">
                <a:solidFill>
                  <a:srgbClr val="FF0000"/>
                </a:solidFill>
                <a:highlight>
                  <a:srgbClr val="FFFFFF"/>
                </a:highlight>
                <a:latin typeface="Consolas"/>
                <a:ea typeface="Consolas"/>
                <a:cs typeface="Consolas"/>
                <a:sym typeface="Consolas"/>
              </a:rPr>
              <a:t>!important</a:t>
            </a:r>
            <a:r>
              <a:rPr lang="en-US" sz="1666">
                <a:highlight>
                  <a:srgbClr val="FFFFFF"/>
                </a:highlight>
                <a:latin typeface="Consolas"/>
                <a:ea typeface="Consolas"/>
                <a:cs typeface="Consolas"/>
                <a:sym typeface="Consolas"/>
              </a:rPr>
              <a:t>;</a:t>
            </a:r>
            <a:endParaRPr sz="3516">
              <a:solidFill>
                <a:srgbClr val="0C0D0E"/>
              </a:solidFill>
              <a:highlight>
                <a:srgbClr val="D6E4F5"/>
              </a:highlight>
            </a:endParaRPr>
          </a:p>
          <a:p>
            <a:pPr indent="0" lvl="0" marL="0" rtl="0" algn="l">
              <a:lnSpc>
                <a:spcPct val="115000"/>
              </a:lnSpc>
              <a:spcBef>
                <a:spcPts val="1200"/>
              </a:spcBef>
              <a:spcAft>
                <a:spcPts val="1200"/>
              </a:spcAft>
              <a:buNone/>
            </a:pPr>
            <a:r>
              <a:t/>
            </a:r>
            <a:endParaRPr>
              <a:solidFill>
                <a:srgbClr val="0C0D0E"/>
              </a:solidFill>
              <a:highlight>
                <a:srgbClr val="D6E4F5"/>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327d929541f_0_144"/>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Class Test</a:t>
            </a:r>
            <a:endParaRPr/>
          </a:p>
        </p:txBody>
      </p:sp>
      <p:sp>
        <p:nvSpPr>
          <p:cNvPr id="340" name="Google Shape;340;g327d929541f_0_144"/>
          <p:cNvSpPr txBox="1"/>
          <p:nvPr>
            <p:ph idx="1" type="body"/>
          </p:nvPr>
        </p:nvSpPr>
        <p:spPr>
          <a:xfrm>
            <a:off x="828500" y="1331250"/>
            <a:ext cx="8048100" cy="50160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US" sz="1400"/>
              <a:t>HTML &amp; CSS Test</a:t>
            </a:r>
            <a:endParaRPr b="1" sz="1400"/>
          </a:p>
          <a:p>
            <a:pPr indent="0" lvl="0" marL="0" rtl="0" algn="l">
              <a:lnSpc>
                <a:spcPct val="115000"/>
              </a:lnSpc>
              <a:spcBef>
                <a:spcPts val="1200"/>
              </a:spcBef>
              <a:spcAft>
                <a:spcPts val="0"/>
              </a:spcAft>
              <a:buNone/>
            </a:pPr>
            <a:r>
              <a:rPr b="1" lang="en-US" sz="1400"/>
              <a:t>Part 1: HTML</a:t>
            </a:r>
            <a:endParaRPr b="1" sz="1400"/>
          </a:p>
          <a:p>
            <a:pPr indent="0" lvl="0" marL="0" rtl="0" algn="l">
              <a:lnSpc>
                <a:spcPct val="115000"/>
              </a:lnSpc>
              <a:spcBef>
                <a:spcPts val="1200"/>
              </a:spcBef>
              <a:spcAft>
                <a:spcPts val="0"/>
              </a:spcAft>
              <a:buNone/>
            </a:pPr>
            <a:r>
              <a:rPr lang="en-US" sz="1400"/>
              <a:t>Create an HTML page that includes the following elements:</a:t>
            </a:r>
            <a:endParaRPr sz="1400"/>
          </a:p>
          <a:p>
            <a:pPr indent="-317500" lvl="1" marL="914400" rtl="0" algn="l">
              <a:lnSpc>
                <a:spcPct val="115000"/>
              </a:lnSpc>
              <a:spcBef>
                <a:spcPts val="1200"/>
              </a:spcBef>
              <a:spcAft>
                <a:spcPts val="0"/>
              </a:spcAft>
              <a:buClr>
                <a:schemeClr val="dk1"/>
              </a:buClr>
              <a:buSzPts val="1400"/>
              <a:buFont typeface="Arial"/>
              <a:buChar char="○"/>
            </a:pPr>
            <a:r>
              <a:rPr lang="en-US" sz="1400"/>
              <a:t>A big header text with a title (e.g., "My Simple Web Page").</a:t>
            </a:r>
            <a:endParaRPr sz="1400"/>
          </a:p>
          <a:p>
            <a:pPr indent="-317500" lvl="1" marL="914400" rtl="0" algn="l">
              <a:lnSpc>
                <a:spcPct val="115000"/>
              </a:lnSpc>
              <a:spcBef>
                <a:spcPts val="0"/>
              </a:spcBef>
              <a:spcAft>
                <a:spcPts val="0"/>
              </a:spcAft>
              <a:buClr>
                <a:schemeClr val="dk1"/>
              </a:buClr>
              <a:buSzPts val="1400"/>
              <a:buFont typeface="Arial"/>
              <a:buChar char="○"/>
            </a:pPr>
            <a:r>
              <a:rPr lang="en-US" sz="1400"/>
              <a:t>A main section with at least one paragraph and an image.</a:t>
            </a:r>
            <a:endParaRPr sz="1400"/>
          </a:p>
          <a:p>
            <a:pPr indent="-317500" lvl="1" marL="914400" rtl="0" algn="l">
              <a:lnSpc>
                <a:spcPct val="115000"/>
              </a:lnSpc>
              <a:spcBef>
                <a:spcPts val="0"/>
              </a:spcBef>
              <a:spcAft>
                <a:spcPts val="0"/>
              </a:spcAft>
              <a:buClr>
                <a:schemeClr val="dk1"/>
              </a:buClr>
              <a:buSzPts val="1400"/>
              <a:buFont typeface="Arial"/>
              <a:buChar char="○"/>
            </a:pPr>
            <a:r>
              <a:rPr lang="en-US" sz="1400"/>
              <a:t>Another section that includes your name and the current year.</a:t>
            </a:r>
            <a:endParaRPr sz="1400"/>
          </a:p>
          <a:p>
            <a:pPr indent="0" lvl="0" marL="0" rtl="0" algn="l">
              <a:lnSpc>
                <a:spcPct val="115000"/>
              </a:lnSpc>
              <a:spcBef>
                <a:spcPts val="1200"/>
              </a:spcBef>
              <a:spcAft>
                <a:spcPts val="0"/>
              </a:spcAft>
              <a:buNone/>
            </a:pPr>
            <a:r>
              <a:rPr b="1" lang="en-US" sz="1400"/>
              <a:t>Part 2: CSS</a:t>
            </a:r>
            <a:endParaRPr b="1" sz="1400"/>
          </a:p>
          <a:p>
            <a:pPr indent="0" lvl="0" marL="0" rtl="0" algn="l">
              <a:lnSpc>
                <a:spcPct val="115000"/>
              </a:lnSpc>
              <a:spcBef>
                <a:spcPts val="1200"/>
              </a:spcBef>
              <a:spcAft>
                <a:spcPts val="0"/>
              </a:spcAft>
              <a:buNone/>
            </a:pPr>
            <a:r>
              <a:rPr lang="en-US" sz="1400"/>
              <a:t>Write a CSS stylesheet that styles your HTML page. Include the following styles:</a:t>
            </a:r>
            <a:endParaRPr sz="1400"/>
          </a:p>
          <a:p>
            <a:pPr indent="-317500" lvl="1" marL="914400" rtl="0" algn="l">
              <a:lnSpc>
                <a:spcPct val="115000"/>
              </a:lnSpc>
              <a:spcBef>
                <a:spcPts val="1200"/>
              </a:spcBef>
              <a:spcAft>
                <a:spcPts val="0"/>
              </a:spcAft>
              <a:buClr>
                <a:schemeClr val="dk1"/>
              </a:buClr>
              <a:buSzPts val="1400"/>
              <a:buFont typeface="Arial"/>
              <a:buChar char="○"/>
            </a:pPr>
            <a:r>
              <a:rPr lang="en-US" sz="1400"/>
              <a:t>Use a font size and color for the header.</a:t>
            </a:r>
            <a:endParaRPr sz="1400"/>
          </a:p>
          <a:p>
            <a:pPr indent="-317500" lvl="1" marL="914400" rtl="0" algn="l">
              <a:lnSpc>
                <a:spcPct val="115000"/>
              </a:lnSpc>
              <a:spcBef>
                <a:spcPts val="0"/>
              </a:spcBef>
              <a:spcAft>
                <a:spcPts val="0"/>
              </a:spcAft>
              <a:buClr>
                <a:schemeClr val="dk1"/>
              </a:buClr>
              <a:buSzPts val="1400"/>
              <a:buFont typeface="Arial"/>
              <a:buChar char="○"/>
            </a:pPr>
            <a:r>
              <a:rPr lang="en-US" sz="1400"/>
              <a:t>Change the background color of the page.</a:t>
            </a:r>
            <a:endParaRPr sz="1400"/>
          </a:p>
          <a:p>
            <a:pPr indent="-317500" lvl="1" marL="914400" rtl="0" algn="l">
              <a:lnSpc>
                <a:spcPct val="115000"/>
              </a:lnSpc>
              <a:spcBef>
                <a:spcPts val="0"/>
              </a:spcBef>
              <a:spcAft>
                <a:spcPts val="0"/>
              </a:spcAft>
              <a:buClr>
                <a:schemeClr val="dk1"/>
              </a:buClr>
              <a:buSzPts val="1400"/>
              <a:buFont typeface="Arial"/>
              <a:buChar char="○"/>
            </a:pPr>
            <a:r>
              <a:rPr lang="en-US" sz="1400"/>
              <a:t>Style the main content section, giving the paragraph some padding and margin.</a:t>
            </a:r>
            <a:endParaRPr sz="1400"/>
          </a:p>
          <a:p>
            <a:pPr indent="-317500" lvl="1" marL="914400" rtl="0" algn="l">
              <a:lnSpc>
                <a:spcPct val="115000"/>
              </a:lnSpc>
              <a:spcBef>
                <a:spcPts val="0"/>
              </a:spcBef>
              <a:spcAft>
                <a:spcPts val="0"/>
              </a:spcAft>
              <a:buClr>
                <a:schemeClr val="dk1"/>
              </a:buClr>
              <a:buSzPts val="1400"/>
              <a:buFont typeface="Arial"/>
              <a:buChar char="○"/>
            </a:pPr>
            <a:r>
              <a:rPr lang="en-US" sz="1400"/>
              <a:t>Style the second section with a different background color.</a:t>
            </a:r>
            <a:endParaRPr sz="1400"/>
          </a:p>
          <a:p>
            <a:pPr indent="0" lvl="0" marL="0" rtl="0" algn="l">
              <a:lnSpc>
                <a:spcPct val="115000"/>
              </a:lnSpc>
              <a:spcBef>
                <a:spcPts val="1200"/>
              </a:spcBef>
              <a:spcAft>
                <a:spcPts val="0"/>
              </a:spcAft>
              <a:buClr>
                <a:schemeClr val="dk1"/>
              </a:buClr>
              <a:buSzPts val="1100"/>
              <a:buFont typeface="Arial"/>
              <a:buNone/>
            </a:pPr>
            <a:r>
              <a:t/>
            </a:r>
            <a:endParaRPr sz="1400">
              <a:highlight>
                <a:srgbClr val="FFFFFF"/>
              </a:highlight>
              <a:latin typeface="Verdana"/>
              <a:ea typeface="Verdana"/>
              <a:cs typeface="Verdana"/>
              <a:sym typeface="Verdana"/>
            </a:endParaRPr>
          </a:p>
          <a:p>
            <a:pPr indent="0" lvl="0" marL="0" rtl="0" algn="l">
              <a:spcBef>
                <a:spcPts val="1000"/>
              </a:spcBef>
              <a:spcAft>
                <a:spcPts val="0"/>
              </a:spcAft>
              <a:buNone/>
            </a:pPr>
            <a:r>
              <a:t/>
            </a:r>
            <a:endParaRPr sz="14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g327d929541f_0_188"/>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Study and Practice for Quiz</a:t>
            </a:r>
            <a:endParaRPr/>
          </a:p>
        </p:txBody>
      </p:sp>
      <p:sp>
        <p:nvSpPr>
          <p:cNvPr id="347" name="Google Shape;347;g327d929541f_0_188"/>
          <p:cNvSpPr txBox="1"/>
          <p:nvPr>
            <p:ph idx="1" type="body"/>
          </p:nvPr>
        </p:nvSpPr>
        <p:spPr>
          <a:xfrm>
            <a:off x="827700" y="2052925"/>
            <a:ext cx="6711600" cy="4195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u="sng">
                <a:solidFill>
                  <a:schemeClr val="hlink"/>
                </a:solidFill>
                <a:hlinkClick r:id="rId3"/>
              </a:rPr>
              <a:t>https://www.w3schools.com/css/default.asp</a:t>
            </a:r>
            <a:endParaRPr/>
          </a:p>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2012-07-03T07:32:31Z</dcterms:created>
  <dc:creator>Administrator</dc:creator>
</cp:coreProperties>
</file>