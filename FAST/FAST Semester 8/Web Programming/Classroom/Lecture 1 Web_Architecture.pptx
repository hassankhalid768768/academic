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6858000" cx="9144000"/>
  <p:notesSz cx="6858000" cy="9144000"/>
  <p:embeddedFontLst>
    <p:embeddedFont>
      <p:font typeface="Roboto Mon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Mono-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Mono-italic.fntdata"/><Relationship Id="rId14" Type="http://schemas.openxmlformats.org/officeDocument/2006/relationships/slide" Target="slides/slide9.xml"/><Relationship Id="rId36" Type="http://schemas.openxmlformats.org/officeDocument/2006/relationships/font" Target="fonts/RobotoMono-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RobotoMon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25c8efa589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25c8efa58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2" name="Google Shape;132;g325c8efa589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7" name="Google Shape;147;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161" name="Google Shape;16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br>
              <a:rPr lang="en-US"/>
            </a:br>
            <a:endParaRPr/>
          </a:p>
        </p:txBody>
      </p:sp>
      <p:sp>
        <p:nvSpPr>
          <p:cNvPr id="175" name="Google Shape;17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endParaRPr/>
          </a:p>
        </p:txBody>
      </p:sp>
      <p:sp>
        <p:nvSpPr>
          <p:cNvPr id="182" name="Google Shape;18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2730ffab7a_0_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2730ffab7a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9" name="Google Shape;189;g32730ffab7a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96" name="Google Shape;196;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2730ffab7a_0_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2730ffab7a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3" name="Google Shape;203;g32730ffab7a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2730ffab7a_0_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2730ffab7a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0" name="Google Shape;210;g32730ffab7a_0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
        <p:nvSpPr>
          <p:cNvPr id="217" name="Google Shape;21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2730ffab7a_0_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2730ffab7a_0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5" name="Google Shape;225;g32730ffab7a_0_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25b252ebc9_0_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25b252ebc9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2" name="Google Shape;262;g325b252ebc9_0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25b252ebc9_0_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25b252ebc9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0" name="Google Shape;270;g325b252ebc9_0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25b252ebc9_0_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25b252ebc9_0_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8" name="Google Shape;278;g325b252ebc9_0_6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25b252ebc9_0_7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25b252ebc9_0_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5" name="Google Shape;285;g325b252ebc9_0_7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p>
        </p:txBody>
      </p:sp>
      <p:sp>
        <p:nvSpPr>
          <p:cNvPr id="292" name="Google Shape;29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b="1"/>
          </a:p>
          <a:p>
            <a:pPr indent="0" lvl="0" marL="0" marR="0" rtl="0" algn="l">
              <a:lnSpc>
                <a:spcPct val="100000"/>
              </a:lnSpc>
              <a:spcBef>
                <a:spcPts val="360"/>
              </a:spcBef>
              <a:spcAft>
                <a:spcPts val="0"/>
              </a:spcAft>
              <a:buClr>
                <a:schemeClr val="dk1"/>
              </a:buClr>
              <a:buSzPts val="1200"/>
              <a:buFont typeface="Calibri"/>
              <a:buNone/>
            </a:pPr>
            <a:r>
              <a:t/>
            </a:r>
            <a:endParaRPr b="1"/>
          </a:p>
          <a:p>
            <a:pPr indent="0" lvl="0" marL="0" rtl="0" algn="l">
              <a:spcBef>
                <a:spcPts val="360"/>
              </a:spcBef>
              <a:spcAft>
                <a:spcPts val="0"/>
              </a:spcAft>
              <a:buNone/>
            </a:pPr>
            <a:r>
              <a:t/>
            </a:r>
            <a:endParaRPr/>
          </a:p>
        </p:txBody>
      </p:sp>
      <p:sp>
        <p:nvSpPr>
          <p:cNvPr id="322" name="Google Shape;32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8" name="Google Shape;328;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25b252ebc9_0_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25b252ebc9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7" name="Google Shape;337;g325b252ebc9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25b252ebc9_0_5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25b252ebc9_0_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4" name="Google Shape;344;g325b252ebc9_0_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0" name="Google Shape;350;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25b252ebc9_0_7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25b252ebc9_0_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7" name="Google Shape;357;g325b252ebc9_0_7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2"/>
          <p:cNvSpPr txBox="1"/>
          <p:nvPr>
            <p:ph type="ctrTitle"/>
          </p:nvPr>
        </p:nvSpPr>
        <p:spPr>
          <a:xfrm>
            <a:off x="866442" y="1447801"/>
            <a:ext cx="6620968" cy="33295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7200"/>
              <a:buFont typeface="Arial"/>
              <a:buNone/>
              <a:defRPr sz="7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 type="subTitle"/>
          </p:nvPr>
        </p:nvSpPr>
        <p:spPr>
          <a:xfrm>
            <a:off x="866442" y="4777380"/>
            <a:ext cx="6620968" cy="86142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600"/>
              <a:buNone/>
              <a:defRPr cap="none">
                <a:solidFill>
                  <a:srgbClr val="EFF8FC"/>
                </a:solidFill>
              </a:defRPr>
            </a:lvl1pPr>
            <a:lvl2pPr lvl="1" algn="ctr">
              <a:spcBef>
                <a:spcPts val="1000"/>
              </a:spcBef>
              <a:spcAft>
                <a:spcPts val="0"/>
              </a:spcAft>
              <a:buSzPts val="1440"/>
              <a:buNone/>
              <a:defRPr>
                <a:solidFill>
                  <a:srgbClr val="888888"/>
                </a:solidFill>
              </a:defRPr>
            </a:lvl2pPr>
            <a:lvl3pPr lvl="2" algn="ctr">
              <a:spcBef>
                <a:spcPts val="1000"/>
              </a:spcBef>
              <a:spcAft>
                <a:spcPts val="0"/>
              </a:spcAft>
              <a:buSzPts val="1280"/>
              <a:buNone/>
              <a:defRPr>
                <a:solidFill>
                  <a:srgbClr val="888888"/>
                </a:solidFill>
              </a:defRPr>
            </a:lvl3pPr>
            <a:lvl4pPr lvl="3" algn="ctr">
              <a:spcBef>
                <a:spcPts val="1000"/>
              </a:spcBef>
              <a:spcAft>
                <a:spcPts val="0"/>
              </a:spcAft>
              <a:buSzPts val="1120"/>
              <a:buNone/>
              <a:defRPr>
                <a:solidFill>
                  <a:srgbClr val="888888"/>
                </a:solidFill>
              </a:defRPr>
            </a:lvl4pPr>
            <a:lvl5pPr lvl="4" algn="ctr">
              <a:spcBef>
                <a:spcPts val="1000"/>
              </a:spcBef>
              <a:spcAft>
                <a:spcPts val="0"/>
              </a:spcAft>
              <a:buSzPts val="1120"/>
              <a:buNone/>
              <a:defRPr>
                <a:solidFill>
                  <a:srgbClr val="888888"/>
                </a:solidFill>
              </a:defRPr>
            </a:lvl5pPr>
            <a:lvl6pPr lvl="5" algn="ctr">
              <a:spcBef>
                <a:spcPts val="1000"/>
              </a:spcBef>
              <a:spcAft>
                <a:spcPts val="0"/>
              </a:spcAft>
              <a:buSzPts val="1120"/>
              <a:buNone/>
              <a:defRPr>
                <a:solidFill>
                  <a:srgbClr val="888888"/>
                </a:solidFill>
              </a:defRPr>
            </a:lvl6pPr>
            <a:lvl7pPr lvl="6" algn="ctr">
              <a:spcBef>
                <a:spcPts val="1000"/>
              </a:spcBef>
              <a:spcAft>
                <a:spcPts val="0"/>
              </a:spcAft>
              <a:buSzPts val="1120"/>
              <a:buNone/>
              <a:defRPr>
                <a:solidFill>
                  <a:srgbClr val="888888"/>
                </a:solidFill>
              </a:defRPr>
            </a:lvl7pPr>
            <a:lvl8pPr lvl="7" algn="ctr">
              <a:spcBef>
                <a:spcPts val="1000"/>
              </a:spcBef>
              <a:spcAft>
                <a:spcPts val="0"/>
              </a:spcAft>
              <a:buSzPts val="1120"/>
              <a:buNone/>
              <a:defRPr>
                <a:solidFill>
                  <a:srgbClr val="888888"/>
                </a:solidFill>
              </a:defRPr>
            </a:lvl8pPr>
            <a:lvl9pPr lvl="8" algn="ctr">
              <a:spcBef>
                <a:spcPts val="1000"/>
              </a:spcBef>
              <a:spcAft>
                <a:spcPts val="0"/>
              </a:spcAft>
              <a:buSzPts val="1120"/>
              <a:buNone/>
              <a:defRPr>
                <a:solidFill>
                  <a:srgbClr val="888888"/>
                </a:solidFill>
              </a:defRPr>
            </a:lvl9pPr>
          </a:lstStyle>
          <a:p/>
        </p:txBody>
      </p:sp>
      <p:sp>
        <p:nvSpPr>
          <p:cNvPr id="23" name="Google Shape;23;p2"/>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24" name="Google Shape;24;p2"/>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8" name="Google Shape;28;p3"/>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29" name="Google Shape;29;p3"/>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4"/>
          <p:cNvSpPr txBox="1"/>
          <p:nvPr>
            <p:ph type="title"/>
          </p:nvPr>
        </p:nvSpPr>
        <p:spPr>
          <a:xfrm>
            <a:off x="866443" y="2861734"/>
            <a:ext cx="6620967" cy="191564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4000"/>
              <a:buFont typeface="Arial"/>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 type="body"/>
          </p:nvPr>
        </p:nvSpPr>
        <p:spPr>
          <a:xfrm>
            <a:off x="866442" y="4777381"/>
            <a:ext cx="66209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EFF8FC"/>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33" name="Google Shape;33;p4"/>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34" name="Google Shape;34;p4"/>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5"/>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 type="body"/>
          </p:nvPr>
        </p:nvSpPr>
        <p:spPr>
          <a:xfrm>
            <a:off x="827700" y="2060576"/>
            <a:ext cx="3298113" cy="419576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8" name="Google Shape;38;p5"/>
          <p:cNvSpPr txBox="1"/>
          <p:nvPr>
            <p:ph idx="2" type="body"/>
          </p:nvPr>
        </p:nvSpPr>
        <p:spPr>
          <a:xfrm>
            <a:off x="4241975" y="2056093"/>
            <a:ext cx="3298115" cy="4200245"/>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9" name="Google Shape;39;p5"/>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40" name="Google Shape;40;p5"/>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6"/>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42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 type="body"/>
          </p:nvPr>
        </p:nvSpPr>
        <p:spPr>
          <a:xfrm>
            <a:off x="827700" y="1905000"/>
            <a:ext cx="329811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FF8FC"/>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4" name="Google Shape;44;p6"/>
          <p:cNvSpPr txBox="1"/>
          <p:nvPr>
            <p:ph idx="2" type="body"/>
          </p:nvPr>
        </p:nvSpPr>
        <p:spPr>
          <a:xfrm>
            <a:off x="827700" y="2514600"/>
            <a:ext cx="3298113"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5" name="Google Shape;45;p6"/>
          <p:cNvSpPr txBox="1"/>
          <p:nvPr>
            <p:ph idx="3" type="body"/>
          </p:nvPr>
        </p:nvSpPr>
        <p:spPr>
          <a:xfrm>
            <a:off x="4241976" y="1905000"/>
            <a:ext cx="3298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FF8FC"/>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6" name="Google Shape;46;p6"/>
          <p:cNvSpPr txBox="1"/>
          <p:nvPr>
            <p:ph idx="4" type="body"/>
          </p:nvPr>
        </p:nvSpPr>
        <p:spPr>
          <a:xfrm>
            <a:off x="4241976" y="2514600"/>
            <a:ext cx="3298113"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7" name="Google Shape;47;p6"/>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48" name="Google Shape;48;p6"/>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52" name="Google Shape;52;p7"/>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8"/>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55" name="Google Shape;55;p8"/>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9"/>
          <p:cNvSpPr txBox="1"/>
          <p:nvPr>
            <p:ph type="title"/>
          </p:nvPr>
        </p:nvSpPr>
        <p:spPr>
          <a:xfrm>
            <a:off x="866441" y="1447800"/>
            <a:ext cx="2551462" cy="1447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400"/>
              <a:buFont typeface="Arial"/>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
          <p:cNvSpPr txBox="1"/>
          <p:nvPr>
            <p:ph idx="1" type="body"/>
          </p:nvPr>
        </p:nvSpPr>
        <p:spPr>
          <a:xfrm>
            <a:off x="3589397" y="1447800"/>
            <a:ext cx="3898013" cy="4572000"/>
          </a:xfrm>
          <a:prstGeom prst="rect">
            <a:avLst/>
          </a:prstGeom>
          <a:noFill/>
          <a:ln>
            <a:noFill/>
          </a:ln>
        </p:spPr>
        <p:txBody>
          <a:bodyPr anchorCtr="0" anchor="ctr" bIns="45700" lIns="91425" spcFirstLastPara="1" rIns="91425" wrap="square" tIns="45700">
            <a:normAutofit/>
          </a:bodyPr>
          <a:lstStyle>
            <a:lvl1pPr indent="-330200" lvl="0" marL="457200" algn="l">
              <a:spcBef>
                <a:spcPts val="1000"/>
              </a:spcBef>
              <a:spcAft>
                <a:spcPts val="0"/>
              </a:spcAft>
              <a:buSzPts val="1600"/>
              <a:buChar char="►"/>
              <a:defRPr sz="2000"/>
            </a:lvl1pPr>
            <a:lvl2pPr indent="-320040" lvl="1" marL="914400" algn="l">
              <a:spcBef>
                <a:spcPts val="1000"/>
              </a:spcBef>
              <a:spcAft>
                <a:spcPts val="0"/>
              </a:spcAft>
              <a:buSzPts val="1440"/>
              <a:buChar char="►"/>
              <a:defRPr sz="1800"/>
            </a:lvl2pPr>
            <a:lvl3pPr indent="-309880" lvl="2" marL="1371600" algn="l">
              <a:spcBef>
                <a:spcPts val="1000"/>
              </a:spcBef>
              <a:spcAft>
                <a:spcPts val="0"/>
              </a:spcAft>
              <a:buSzPts val="1280"/>
              <a:buChar char="►"/>
              <a:defRPr sz="1600"/>
            </a:lvl3pPr>
            <a:lvl4pPr indent="-299719" lvl="3" marL="1828800" algn="l">
              <a:spcBef>
                <a:spcPts val="1000"/>
              </a:spcBef>
              <a:spcAft>
                <a:spcPts val="0"/>
              </a:spcAft>
              <a:buSzPts val="1120"/>
              <a:buChar char="►"/>
              <a:defRPr sz="1400"/>
            </a:lvl4pPr>
            <a:lvl5pPr indent="-299720" lvl="4" marL="2286000" algn="l">
              <a:spcBef>
                <a:spcPts val="1000"/>
              </a:spcBef>
              <a:spcAft>
                <a:spcPts val="0"/>
              </a:spcAft>
              <a:buSzPts val="1120"/>
              <a:buChar char="►"/>
              <a:defRPr sz="1400"/>
            </a:lvl5pPr>
            <a:lvl6pPr indent="-299720" lvl="5" marL="2743200" algn="l">
              <a:spcBef>
                <a:spcPts val="1000"/>
              </a:spcBef>
              <a:spcAft>
                <a:spcPts val="0"/>
              </a:spcAft>
              <a:buSzPts val="1120"/>
              <a:buChar char="►"/>
              <a:defRPr sz="1400"/>
            </a:lvl6pPr>
            <a:lvl7pPr indent="-299720" lvl="6" marL="3200400" algn="l">
              <a:spcBef>
                <a:spcPts val="1000"/>
              </a:spcBef>
              <a:spcAft>
                <a:spcPts val="0"/>
              </a:spcAft>
              <a:buSzPts val="1120"/>
              <a:buChar char="►"/>
              <a:defRPr sz="1400"/>
            </a:lvl7pPr>
            <a:lvl8pPr indent="-299720" lvl="7" marL="3657600" algn="l">
              <a:spcBef>
                <a:spcPts val="1000"/>
              </a:spcBef>
              <a:spcAft>
                <a:spcPts val="0"/>
              </a:spcAft>
              <a:buSzPts val="1120"/>
              <a:buChar char="►"/>
              <a:defRPr sz="1400"/>
            </a:lvl8pPr>
            <a:lvl9pPr indent="-299720" lvl="8" marL="4114800" algn="l">
              <a:spcBef>
                <a:spcPts val="1000"/>
              </a:spcBef>
              <a:spcAft>
                <a:spcPts val="0"/>
              </a:spcAft>
              <a:buSzPts val="1120"/>
              <a:buChar char="►"/>
              <a:defRPr sz="1400"/>
            </a:lvl9pPr>
          </a:lstStyle>
          <a:p/>
        </p:txBody>
      </p:sp>
      <p:sp>
        <p:nvSpPr>
          <p:cNvPr id="59" name="Google Shape;59;p9"/>
          <p:cNvSpPr txBox="1"/>
          <p:nvPr>
            <p:ph idx="2" type="body"/>
          </p:nvPr>
        </p:nvSpPr>
        <p:spPr>
          <a:xfrm>
            <a:off x="866441" y="3129281"/>
            <a:ext cx="2551462" cy="289559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60" name="Google Shape;60;p9"/>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61" name="Google Shape;61;p9"/>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10"/>
          <p:cNvSpPr txBox="1"/>
          <p:nvPr>
            <p:ph type="title"/>
          </p:nvPr>
        </p:nvSpPr>
        <p:spPr>
          <a:xfrm>
            <a:off x="865656" y="1854192"/>
            <a:ext cx="3820674" cy="157480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600"/>
              <a:buFont typeface="Arial"/>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p:nvPr>
            <p:ph idx="2" type="pic"/>
          </p:nvPr>
        </p:nvSpPr>
        <p:spPr>
          <a:xfrm>
            <a:off x="5213517" y="1143000"/>
            <a:ext cx="2400925" cy="4572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65" name="Google Shape;65;p10"/>
          <p:cNvSpPr txBox="1"/>
          <p:nvPr>
            <p:ph idx="1" type="body"/>
          </p:nvPr>
        </p:nvSpPr>
        <p:spPr>
          <a:xfrm>
            <a:off x="866441" y="3657600"/>
            <a:ext cx="3814728"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66" name="Google Shape;66;p10"/>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67" name="Google Shape;67;p10"/>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68" name="Shape 68"/>
        <p:cNvGrpSpPr/>
        <p:nvPr/>
      </p:nvGrpSpPr>
      <p:grpSpPr>
        <a:xfrm>
          <a:off x="0" y="0"/>
          <a:ext cx="0" cy="0"/>
          <a:chOff x="0" y="0"/>
          <a:chExt cx="0" cy="0"/>
        </a:xfrm>
      </p:grpSpPr>
      <p:sp>
        <p:nvSpPr>
          <p:cNvPr id="69" name="Google Shape;69;p11"/>
          <p:cNvSpPr txBox="1"/>
          <p:nvPr>
            <p:ph type="title"/>
          </p:nvPr>
        </p:nvSpPr>
        <p:spPr>
          <a:xfrm>
            <a:off x="866443" y="4800587"/>
            <a:ext cx="66209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400"/>
              <a:buFont typeface="Arial"/>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1"/>
          <p:cNvSpPr/>
          <p:nvPr>
            <p:ph idx="2" type="pic"/>
          </p:nvPr>
        </p:nvSpPr>
        <p:spPr>
          <a:xfrm>
            <a:off x="866442" y="685800"/>
            <a:ext cx="6620968" cy="3640666"/>
          </a:xfrm>
          <a:prstGeom prst="roundRect">
            <a:avLst>
              <a:gd fmla="val 1858" name="adj"/>
            </a:avLst>
          </a:prstGeom>
          <a:noFill/>
          <a:ln>
            <a:noFill/>
          </a:ln>
          <a:effectLst>
            <a:outerShdw blurRad="50800" rotWithShape="0" algn="tl" dir="5400000" dist="50800">
              <a:srgbClr val="000000">
                <a:alpha val="42745"/>
              </a:srgbClr>
            </a:outerShdw>
          </a:effectLst>
        </p:spPr>
      </p:sp>
      <p:sp>
        <p:nvSpPr>
          <p:cNvPr id="71" name="Google Shape;71;p11"/>
          <p:cNvSpPr txBox="1"/>
          <p:nvPr>
            <p:ph idx="1" type="body"/>
          </p:nvPr>
        </p:nvSpPr>
        <p:spPr>
          <a:xfrm>
            <a:off x="866443" y="5367325"/>
            <a:ext cx="6620966"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2" name="Google Shape;72;p11"/>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73" name="Google Shape;73;p11"/>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74" name="Shape 74"/>
        <p:cNvGrpSpPr/>
        <p:nvPr/>
      </p:nvGrpSpPr>
      <p:grpSpPr>
        <a:xfrm>
          <a:off x="0" y="0"/>
          <a:ext cx="0" cy="0"/>
          <a:chOff x="0" y="0"/>
          <a:chExt cx="0" cy="0"/>
        </a:xfrm>
      </p:grpSpPr>
      <p:sp>
        <p:nvSpPr>
          <p:cNvPr id="75" name="Google Shape;75;p12"/>
          <p:cNvSpPr txBox="1"/>
          <p:nvPr>
            <p:ph type="title"/>
          </p:nvPr>
        </p:nvSpPr>
        <p:spPr>
          <a:xfrm>
            <a:off x="866442" y="1447800"/>
            <a:ext cx="6620968" cy="1981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4800"/>
              <a:buFont typeface="Arial"/>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
          <p:cNvSpPr txBox="1"/>
          <p:nvPr>
            <p:ph idx="1" type="body"/>
          </p:nvPr>
        </p:nvSpPr>
        <p:spPr>
          <a:xfrm>
            <a:off x="866442" y="3657600"/>
            <a:ext cx="6620968" cy="23622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7" name="Google Shape;77;p12"/>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78" name="Google Shape;78;p12"/>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79" name="Shape 79"/>
        <p:cNvGrpSpPr/>
        <p:nvPr/>
      </p:nvGrpSpPr>
      <p:grpSpPr>
        <a:xfrm>
          <a:off x="0" y="0"/>
          <a:ext cx="0" cy="0"/>
          <a:chOff x="0" y="0"/>
          <a:chExt cx="0" cy="0"/>
        </a:xfrm>
      </p:grpSpPr>
      <p:sp>
        <p:nvSpPr>
          <p:cNvPr id="80" name="Google Shape;80;p13"/>
          <p:cNvSpPr txBox="1"/>
          <p:nvPr>
            <p:ph type="title"/>
          </p:nvPr>
        </p:nvSpPr>
        <p:spPr>
          <a:xfrm>
            <a:off x="1181409" y="1447800"/>
            <a:ext cx="6001049" cy="2323374"/>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4800"/>
              <a:buFont typeface="Arial"/>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3"/>
          <p:cNvSpPr txBox="1"/>
          <p:nvPr>
            <p:ph idx="1" type="body"/>
          </p:nvPr>
        </p:nvSpPr>
        <p:spPr>
          <a:xfrm>
            <a:off x="1448177" y="3771174"/>
            <a:ext cx="5461159" cy="34217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b="0" i="0" sz="1400" cap="small">
                <a:solidFill>
                  <a:srgbClr val="EFF8FC"/>
                </a:solidFill>
                <a:latin typeface="Arial"/>
                <a:ea typeface="Arial"/>
                <a:cs typeface="Arial"/>
                <a:sym typeface="Arial"/>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2" name="Google Shape;82;p13"/>
          <p:cNvSpPr txBox="1"/>
          <p:nvPr>
            <p:ph idx="2" type="body"/>
          </p:nvPr>
        </p:nvSpPr>
        <p:spPr>
          <a:xfrm>
            <a:off x="866442" y="4350657"/>
            <a:ext cx="6620968" cy="16764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3" name="Google Shape;83;p13"/>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84" name="Google Shape;84;p13"/>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85" name="Google Shape;85;p13"/>
          <p:cNvSpPr txBox="1"/>
          <p:nvPr/>
        </p:nvSpPr>
        <p:spPr>
          <a:xfrm>
            <a:off x="673897" y="971253"/>
            <a:ext cx="601591"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a:solidFill>
                  <a:srgbClr val="EFF8FC"/>
                </a:solidFill>
                <a:latin typeface="Arial"/>
                <a:ea typeface="Arial"/>
                <a:cs typeface="Arial"/>
                <a:sym typeface="Arial"/>
              </a:rPr>
              <a:t>“</a:t>
            </a:r>
            <a:endParaRPr/>
          </a:p>
        </p:txBody>
      </p:sp>
      <p:sp>
        <p:nvSpPr>
          <p:cNvPr id="86" name="Google Shape;86;p13"/>
          <p:cNvSpPr txBox="1"/>
          <p:nvPr/>
        </p:nvSpPr>
        <p:spPr>
          <a:xfrm>
            <a:off x="6999690" y="2613787"/>
            <a:ext cx="601591"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a:solidFill>
                  <a:srgbClr val="EFF8FC"/>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87" name="Shape 87"/>
        <p:cNvGrpSpPr/>
        <p:nvPr/>
      </p:nvGrpSpPr>
      <p:grpSpPr>
        <a:xfrm>
          <a:off x="0" y="0"/>
          <a:ext cx="0" cy="0"/>
          <a:chOff x="0" y="0"/>
          <a:chExt cx="0" cy="0"/>
        </a:xfrm>
      </p:grpSpPr>
      <p:sp>
        <p:nvSpPr>
          <p:cNvPr id="88" name="Google Shape;88;p14"/>
          <p:cNvSpPr txBox="1"/>
          <p:nvPr>
            <p:ph type="title"/>
          </p:nvPr>
        </p:nvSpPr>
        <p:spPr>
          <a:xfrm>
            <a:off x="866441" y="3124201"/>
            <a:ext cx="6620969" cy="165318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4000"/>
              <a:buFont typeface="Arial"/>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4"/>
          <p:cNvSpPr txBox="1"/>
          <p:nvPr>
            <p:ph idx="1" type="body"/>
          </p:nvPr>
        </p:nvSpPr>
        <p:spPr>
          <a:xfrm>
            <a:off x="866442" y="4777381"/>
            <a:ext cx="66209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EFF8FC"/>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0" name="Google Shape;90;p14"/>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91" name="Google Shape;91;p14"/>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92" name="Shape 92"/>
        <p:cNvGrpSpPr/>
        <p:nvPr/>
      </p:nvGrpSpPr>
      <p:grpSpPr>
        <a:xfrm>
          <a:off x="0" y="0"/>
          <a:ext cx="0" cy="0"/>
          <a:chOff x="0" y="0"/>
          <a:chExt cx="0" cy="0"/>
        </a:xfrm>
      </p:grpSpPr>
      <p:sp>
        <p:nvSpPr>
          <p:cNvPr id="93" name="Google Shape;93;p15"/>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4200"/>
              <a:buFont typeface="Arial"/>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5"/>
          <p:cNvSpPr txBox="1"/>
          <p:nvPr>
            <p:ph idx="1" type="body"/>
          </p:nvPr>
        </p:nvSpPr>
        <p:spPr>
          <a:xfrm>
            <a:off x="474834" y="1981200"/>
            <a:ext cx="2210725"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FF8FC"/>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95" name="Google Shape;95;p15"/>
          <p:cNvSpPr txBox="1"/>
          <p:nvPr>
            <p:ph idx="2" type="body"/>
          </p:nvPr>
        </p:nvSpPr>
        <p:spPr>
          <a:xfrm>
            <a:off x="489475" y="2667000"/>
            <a:ext cx="2196084"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6" name="Google Shape;96;p15"/>
          <p:cNvSpPr txBox="1"/>
          <p:nvPr>
            <p:ph idx="3" type="body"/>
          </p:nvPr>
        </p:nvSpPr>
        <p:spPr>
          <a:xfrm>
            <a:off x="2913504" y="1981200"/>
            <a:ext cx="2202754"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FF8FC"/>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97" name="Google Shape;97;p15"/>
          <p:cNvSpPr txBox="1"/>
          <p:nvPr>
            <p:ph idx="4" type="body"/>
          </p:nvPr>
        </p:nvSpPr>
        <p:spPr>
          <a:xfrm>
            <a:off x="2905586" y="2667000"/>
            <a:ext cx="2210671"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8" name="Google Shape;98;p15"/>
          <p:cNvSpPr txBox="1"/>
          <p:nvPr>
            <p:ph idx="5" type="body"/>
          </p:nvPr>
        </p:nvSpPr>
        <p:spPr>
          <a:xfrm>
            <a:off x="5344917" y="1981200"/>
            <a:ext cx="219965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FF8FC"/>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99" name="Google Shape;99;p15"/>
          <p:cNvSpPr txBox="1"/>
          <p:nvPr>
            <p:ph idx="6" type="body"/>
          </p:nvPr>
        </p:nvSpPr>
        <p:spPr>
          <a:xfrm>
            <a:off x="5344917" y="2667000"/>
            <a:ext cx="2199658"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00" name="Google Shape;100;p15"/>
          <p:cNvCxnSpPr/>
          <p:nvPr/>
        </p:nvCxnSpPr>
        <p:spPr>
          <a:xfrm>
            <a:off x="2795334" y="2133600"/>
            <a:ext cx="0" cy="3962400"/>
          </a:xfrm>
          <a:prstGeom prst="straightConnector1">
            <a:avLst/>
          </a:prstGeom>
          <a:noFill/>
          <a:ln cap="flat" cmpd="sng" w="12700">
            <a:solidFill>
              <a:srgbClr val="EFF8FC">
                <a:alpha val="40000"/>
              </a:srgbClr>
            </a:solidFill>
            <a:prstDash val="solid"/>
            <a:round/>
            <a:headEnd len="sm" w="sm" type="none"/>
            <a:tailEnd len="sm" w="sm" type="none"/>
          </a:ln>
        </p:spPr>
      </p:cxnSp>
      <p:cxnSp>
        <p:nvCxnSpPr>
          <p:cNvPr id="101" name="Google Shape;101;p15"/>
          <p:cNvCxnSpPr/>
          <p:nvPr/>
        </p:nvCxnSpPr>
        <p:spPr>
          <a:xfrm>
            <a:off x="5223030" y="2133600"/>
            <a:ext cx="0" cy="3966882"/>
          </a:xfrm>
          <a:prstGeom prst="straightConnector1">
            <a:avLst/>
          </a:prstGeom>
          <a:noFill/>
          <a:ln cap="flat" cmpd="sng" w="12700">
            <a:solidFill>
              <a:srgbClr val="EFF8FC">
                <a:alpha val="40000"/>
              </a:srgbClr>
            </a:solidFill>
            <a:prstDash val="solid"/>
            <a:round/>
            <a:headEnd len="sm" w="sm" type="none"/>
            <a:tailEnd len="sm" w="sm" type="none"/>
          </a:ln>
        </p:spPr>
      </p:cxnSp>
      <p:sp>
        <p:nvSpPr>
          <p:cNvPr id="102" name="Google Shape;102;p15"/>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03" name="Google Shape;103;p15"/>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04" name="Shape 104"/>
        <p:cNvGrpSpPr/>
        <p:nvPr/>
      </p:nvGrpSpPr>
      <p:grpSpPr>
        <a:xfrm>
          <a:off x="0" y="0"/>
          <a:ext cx="0" cy="0"/>
          <a:chOff x="0" y="0"/>
          <a:chExt cx="0" cy="0"/>
        </a:xfrm>
      </p:grpSpPr>
      <p:sp>
        <p:nvSpPr>
          <p:cNvPr id="105" name="Google Shape;105;p16"/>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4200"/>
              <a:buFont typeface="Arial"/>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6"/>
          <p:cNvSpPr txBox="1"/>
          <p:nvPr>
            <p:ph idx="1" type="body"/>
          </p:nvPr>
        </p:nvSpPr>
        <p:spPr>
          <a:xfrm>
            <a:off x="489475" y="4250949"/>
            <a:ext cx="220561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FF8FC"/>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7" name="Google Shape;107;p16"/>
          <p:cNvSpPr/>
          <p:nvPr>
            <p:ph idx="2" type="pic"/>
          </p:nvPr>
        </p:nvSpPr>
        <p:spPr>
          <a:xfrm>
            <a:off x="489475" y="2209800"/>
            <a:ext cx="2205612"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08" name="Google Shape;108;p16"/>
          <p:cNvSpPr txBox="1"/>
          <p:nvPr>
            <p:ph idx="3" type="body"/>
          </p:nvPr>
        </p:nvSpPr>
        <p:spPr>
          <a:xfrm>
            <a:off x="489475" y="4827212"/>
            <a:ext cx="2205612"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9" name="Google Shape;109;p16"/>
          <p:cNvSpPr txBox="1"/>
          <p:nvPr>
            <p:ph idx="4" type="body"/>
          </p:nvPr>
        </p:nvSpPr>
        <p:spPr>
          <a:xfrm>
            <a:off x="2917792" y="4250949"/>
            <a:ext cx="2198466"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FF8FC"/>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0" name="Google Shape;110;p16"/>
          <p:cNvSpPr/>
          <p:nvPr>
            <p:ph idx="5" type="pic"/>
          </p:nvPr>
        </p:nvSpPr>
        <p:spPr>
          <a:xfrm>
            <a:off x="2917791" y="2209800"/>
            <a:ext cx="2198466"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11" name="Google Shape;111;p16"/>
          <p:cNvSpPr txBox="1"/>
          <p:nvPr>
            <p:ph idx="6" type="body"/>
          </p:nvPr>
        </p:nvSpPr>
        <p:spPr>
          <a:xfrm>
            <a:off x="2916776" y="4827211"/>
            <a:ext cx="2201378"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12" name="Google Shape;112;p16"/>
          <p:cNvSpPr txBox="1"/>
          <p:nvPr>
            <p:ph idx="7" type="body"/>
          </p:nvPr>
        </p:nvSpPr>
        <p:spPr>
          <a:xfrm>
            <a:off x="5344917" y="4250949"/>
            <a:ext cx="219965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FF8FC"/>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3" name="Google Shape;113;p16"/>
          <p:cNvSpPr/>
          <p:nvPr>
            <p:ph idx="8" type="pic"/>
          </p:nvPr>
        </p:nvSpPr>
        <p:spPr>
          <a:xfrm>
            <a:off x="5344916" y="2209800"/>
            <a:ext cx="2199658"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14" name="Google Shape;114;p16"/>
          <p:cNvSpPr txBox="1"/>
          <p:nvPr>
            <p:ph idx="9" type="body"/>
          </p:nvPr>
        </p:nvSpPr>
        <p:spPr>
          <a:xfrm>
            <a:off x="5344824" y="4827209"/>
            <a:ext cx="2202571"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15" name="Google Shape;115;p16"/>
          <p:cNvCxnSpPr/>
          <p:nvPr/>
        </p:nvCxnSpPr>
        <p:spPr>
          <a:xfrm>
            <a:off x="2795334" y="2133600"/>
            <a:ext cx="0" cy="3962400"/>
          </a:xfrm>
          <a:prstGeom prst="straightConnector1">
            <a:avLst/>
          </a:prstGeom>
          <a:noFill/>
          <a:ln cap="flat" cmpd="sng" w="12700">
            <a:solidFill>
              <a:srgbClr val="EFF8FC">
                <a:alpha val="40000"/>
              </a:srgbClr>
            </a:solidFill>
            <a:prstDash val="solid"/>
            <a:round/>
            <a:headEnd len="sm" w="sm" type="none"/>
            <a:tailEnd len="sm" w="sm" type="none"/>
          </a:ln>
        </p:spPr>
      </p:cxnSp>
      <p:cxnSp>
        <p:nvCxnSpPr>
          <p:cNvPr id="116" name="Google Shape;116;p16"/>
          <p:cNvCxnSpPr/>
          <p:nvPr/>
        </p:nvCxnSpPr>
        <p:spPr>
          <a:xfrm>
            <a:off x="5223030" y="2133600"/>
            <a:ext cx="0" cy="3966882"/>
          </a:xfrm>
          <a:prstGeom prst="straightConnector1">
            <a:avLst/>
          </a:prstGeom>
          <a:noFill/>
          <a:ln cap="flat" cmpd="sng" w="12700">
            <a:solidFill>
              <a:srgbClr val="EFF8FC">
                <a:alpha val="40000"/>
              </a:srgbClr>
            </a:solidFill>
            <a:prstDash val="solid"/>
            <a:round/>
            <a:headEnd len="sm" w="sm" type="none"/>
            <a:tailEnd len="sm" w="sm" type="none"/>
          </a:ln>
        </p:spPr>
      </p:cxnSp>
      <p:sp>
        <p:nvSpPr>
          <p:cNvPr id="117" name="Google Shape;117;p16"/>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18" name="Google Shape;118;p16"/>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9" name="Shape 119"/>
        <p:cNvGrpSpPr/>
        <p:nvPr/>
      </p:nvGrpSpPr>
      <p:grpSpPr>
        <a:xfrm>
          <a:off x="0" y="0"/>
          <a:ext cx="0" cy="0"/>
          <a:chOff x="0" y="0"/>
          <a:chExt cx="0" cy="0"/>
        </a:xfrm>
      </p:grpSpPr>
      <p:sp>
        <p:nvSpPr>
          <p:cNvPr id="120" name="Google Shape;120;p17"/>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7"/>
          <p:cNvSpPr txBox="1"/>
          <p:nvPr>
            <p:ph idx="1" type="body"/>
          </p:nvPr>
        </p:nvSpPr>
        <p:spPr>
          <a:xfrm rot="5400000">
            <a:off x="2085787" y="794839"/>
            <a:ext cx="4195481" cy="6711654"/>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2" name="Google Shape;122;p17"/>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23" name="Google Shape;123;p17"/>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4" name="Shape 124"/>
        <p:cNvGrpSpPr/>
        <p:nvPr/>
      </p:nvGrpSpPr>
      <p:grpSpPr>
        <a:xfrm>
          <a:off x="0" y="0"/>
          <a:ext cx="0" cy="0"/>
          <a:chOff x="0" y="0"/>
          <a:chExt cx="0" cy="0"/>
        </a:xfrm>
      </p:grpSpPr>
      <p:sp>
        <p:nvSpPr>
          <p:cNvPr id="125" name="Google Shape;125;p18"/>
          <p:cNvSpPr txBox="1"/>
          <p:nvPr>
            <p:ph type="title"/>
          </p:nvPr>
        </p:nvSpPr>
        <p:spPr>
          <a:xfrm rot="5400000">
            <a:off x="3974116" y="2685880"/>
            <a:ext cx="5826125" cy="1314793"/>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8"/>
          <p:cNvSpPr txBox="1"/>
          <p:nvPr>
            <p:ph idx="1" type="body"/>
          </p:nvPr>
        </p:nvSpPr>
        <p:spPr>
          <a:xfrm rot="5400000">
            <a:off x="532314" y="730366"/>
            <a:ext cx="5483134" cy="556881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7" name="Google Shape;127;p18"/>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28" name="Google Shape;128;p18"/>
          <p:cNvSpPr txBox="1"/>
          <p:nvPr>
            <p:ph idx="11" type="ftr"/>
          </p:nvPr>
        </p:nvSpPr>
        <p:spPr>
          <a:xfrm rot="5400000">
            <a:off x="6233335" y="3263371"/>
            <a:ext cx="3859795" cy="2286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9" name="Shape 9"/>
        <p:cNvGrpSpPr/>
        <p:nvPr/>
      </p:nvGrpSpPr>
      <p:grpSpPr>
        <a:xfrm>
          <a:off x="0" y="0"/>
          <a:ext cx="0" cy="0"/>
          <a:chOff x="0" y="0"/>
          <a:chExt cx="0" cy="0"/>
        </a:xfrm>
      </p:grpSpPr>
      <p:sp>
        <p:nvSpPr>
          <p:cNvPr id="10" name="Google Shape;10;p1"/>
          <p:cNvSpPr/>
          <p:nvPr/>
        </p:nvSpPr>
        <p:spPr>
          <a:xfrm>
            <a:off x="6299432" y="1676400"/>
            <a:ext cx="2819400" cy="281940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p:nvPr/>
        </p:nvSpPr>
        <p:spPr>
          <a:xfrm>
            <a:off x="5689832" y="-457200"/>
            <a:ext cx="1600200" cy="160020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
          <p:cNvSpPr/>
          <p:nvPr/>
        </p:nvSpPr>
        <p:spPr>
          <a:xfrm>
            <a:off x="6299432" y="6096000"/>
            <a:ext cx="990600" cy="99060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p:nvPr/>
        </p:nvSpPr>
        <p:spPr>
          <a:xfrm>
            <a:off x="-153988" y="2667000"/>
            <a:ext cx="4191000" cy="419100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p:nvPr/>
        </p:nvSpPr>
        <p:spPr>
          <a:xfrm>
            <a:off x="-839788" y="2895600"/>
            <a:ext cx="2362200" cy="236220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
          <p:cNvSpPr/>
          <p:nvPr/>
        </p:nvSpPr>
        <p:spPr>
          <a:xfrm>
            <a:off x="7745644" y="0"/>
            <a:ext cx="685800" cy="1099458"/>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4200"/>
              <a:buFont typeface="Arial"/>
              <a:buNone/>
              <a:defRPr b="0" i="0" sz="42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7" name="Google Shape;17;p1"/>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a:bodyPr>
          <a:lstStyle>
            <a:lvl1pPr indent="-330200" lvl="0" marL="457200" marR="0" rtl="0" algn="l">
              <a:spcBef>
                <a:spcPts val="1000"/>
              </a:spcBef>
              <a:spcAft>
                <a:spcPts val="0"/>
              </a:spcAft>
              <a:buClr>
                <a:srgbClr val="EFF8FC"/>
              </a:buClr>
              <a:buSzPts val="1600"/>
              <a:buFont typeface="Noto Sans Symbols"/>
              <a:buChar char="►"/>
              <a:defRPr b="0" i="0" sz="2000" u="none" cap="none" strike="noStrike">
                <a:solidFill>
                  <a:schemeClr val="dk1"/>
                </a:solidFill>
                <a:latin typeface="Arial"/>
                <a:ea typeface="Arial"/>
                <a:cs typeface="Arial"/>
                <a:sym typeface="Arial"/>
              </a:defRPr>
            </a:lvl1pPr>
            <a:lvl2pPr indent="-320040" lvl="1" marL="914400" marR="0" rtl="0" algn="l">
              <a:spcBef>
                <a:spcPts val="1000"/>
              </a:spcBef>
              <a:spcAft>
                <a:spcPts val="0"/>
              </a:spcAft>
              <a:buClr>
                <a:srgbClr val="EFF8FC"/>
              </a:buClr>
              <a:buSzPts val="1440"/>
              <a:buFont typeface="Noto Sans Symbols"/>
              <a:buChar char="►"/>
              <a:defRPr b="0" i="0" sz="1800" u="none" cap="none" strike="noStrike">
                <a:solidFill>
                  <a:schemeClr val="dk1"/>
                </a:solidFill>
                <a:latin typeface="Arial"/>
                <a:ea typeface="Arial"/>
                <a:cs typeface="Arial"/>
                <a:sym typeface="Arial"/>
              </a:defRPr>
            </a:lvl2pPr>
            <a:lvl3pPr indent="-309880" lvl="2" marL="1371600" marR="0" rtl="0" algn="l">
              <a:spcBef>
                <a:spcPts val="1000"/>
              </a:spcBef>
              <a:spcAft>
                <a:spcPts val="0"/>
              </a:spcAft>
              <a:buClr>
                <a:srgbClr val="EFF8FC"/>
              </a:buClr>
              <a:buSzPts val="1280"/>
              <a:buFont typeface="Noto Sans Symbols"/>
              <a:buChar char="►"/>
              <a:defRPr b="0" i="0" sz="1600" u="none" cap="none" strike="noStrike">
                <a:solidFill>
                  <a:schemeClr val="dk1"/>
                </a:solidFill>
                <a:latin typeface="Arial"/>
                <a:ea typeface="Arial"/>
                <a:cs typeface="Arial"/>
                <a:sym typeface="Arial"/>
              </a:defRPr>
            </a:lvl3pPr>
            <a:lvl4pPr indent="-299719" lvl="3" marL="1828800" marR="0" rtl="0" algn="l">
              <a:spcBef>
                <a:spcPts val="1000"/>
              </a:spcBef>
              <a:spcAft>
                <a:spcPts val="0"/>
              </a:spcAft>
              <a:buClr>
                <a:srgbClr val="EFF8FC"/>
              </a:buClr>
              <a:buSzPts val="1120"/>
              <a:buFont typeface="Noto Sans Symbols"/>
              <a:buChar char="►"/>
              <a:defRPr b="0" i="0" sz="1400" u="none" cap="none" strike="noStrike">
                <a:solidFill>
                  <a:schemeClr val="dk1"/>
                </a:solidFill>
                <a:latin typeface="Arial"/>
                <a:ea typeface="Arial"/>
                <a:cs typeface="Arial"/>
                <a:sym typeface="Arial"/>
              </a:defRPr>
            </a:lvl4pPr>
            <a:lvl5pPr indent="-299720" lvl="4" marL="2286000" marR="0" rtl="0" algn="l">
              <a:spcBef>
                <a:spcPts val="1000"/>
              </a:spcBef>
              <a:spcAft>
                <a:spcPts val="0"/>
              </a:spcAft>
              <a:buClr>
                <a:srgbClr val="EFF8FC"/>
              </a:buClr>
              <a:buSzPts val="1120"/>
              <a:buFont typeface="Noto Sans Symbols"/>
              <a:buChar char="►"/>
              <a:defRPr b="0" i="0" sz="1400" u="none" cap="none" strike="noStrike">
                <a:solidFill>
                  <a:schemeClr val="dk1"/>
                </a:solidFill>
                <a:latin typeface="Arial"/>
                <a:ea typeface="Arial"/>
                <a:cs typeface="Arial"/>
                <a:sym typeface="Arial"/>
              </a:defRPr>
            </a:lvl5pPr>
            <a:lvl6pPr indent="-299720" lvl="5" marL="2743200" marR="0" rtl="0" algn="l">
              <a:spcBef>
                <a:spcPts val="1000"/>
              </a:spcBef>
              <a:spcAft>
                <a:spcPts val="0"/>
              </a:spcAft>
              <a:buClr>
                <a:srgbClr val="EFF8FC"/>
              </a:buClr>
              <a:buSzPts val="1120"/>
              <a:buFont typeface="Noto Sans Symbols"/>
              <a:buChar char="►"/>
              <a:defRPr b="0" i="0" sz="1400" u="none" cap="none" strike="noStrike">
                <a:solidFill>
                  <a:schemeClr val="dk1"/>
                </a:solidFill>
                <a:latin typeface="Arial"/>
                <a:ea typeface="Arial"/>
                <a:cs typeface="Arial"/>
                <a:sym typeface="Arial"/>
              </a:defRPr>
            </a:lvl6pPr>
            <a:lvl7pPr indent="-299720" lvl="6" marL="3200400" marR="0" rtl="0" algn="l">
              <a:spcBef>
                <a:spcPts val="1000"/>
              </a:spcBef>
              <a:spcAft>
                <a:spcPts val="0"/>
              </a:spcAft>
              <a:buClr>
                <a:srgbClr val="EFF8FC"/>
              </a:buClr>
              <a:buSzPts val="1120"/>
              <a:buFont typeface="Noto Sans Symbols"/>
              <a:buChar char="►"/>
              <a:defRPr b="0" i="0" sz="1400" u="none" cap="none" strike="noStrike">
                <a:solidFill>
                  <a:schemeClr val="dk1"/>
                </a:solidFill>
                <a:latin typeface="Arial"/>
                <a:ea typeface="Arial"/>
                <a:cs typeface="Arial"/>
                <a:sym typeface="Arial"/>
              </a:defRPr>
            </a:lvl7pPr>
            <a:lvl8pPr indent="-299720" lvl="7" marL="3657600" marR="0" rtl="0" algn="l">
              <a:spcBef>
                <a:spcPts val="1000"/>
              </a:spcBef>
              <a:spcAft>
                <a:spcPts val="0"/>
              </a:spcAft>
              <a:buClr>
                <a:srgbClr val="EFF8FC"/>
              </a:buClr>
              <a:buSzPts val="1120"/>
              <a:buFont typeface="Noto Sans Symbols"/>
              <a:buChar char="►"/>
              <a:defRPr b="0" i="0" sz="1400" u="none" cap="none" strike="noStrike">
                <a:solidFill>
                  <a:schemeClr val="dk1"/>
                </a:solidFill>
                <a:latin typeface="Arial"/>
                <a:ea typeface="Arial"/>
                <a:cs typeface="Arial"/>
                <a:sym typeface="Arial"/>
              </a:defRPr>
            </a:lvl8pPr>
            <a:lvl9pPr indent="-299720" lvl="8" marL="4114800" marR="0" rtl="0" algn="l">
              <a:spcBef>
                <a:spcPts val="1000"/>
              </a:spcBef>
              <a:spcAft>
                <a:spcPts val="0"/>
              </a:spcAft>
              <a:buClr>
                <a:srgbClr val="EFF8FC"/>
              </a:buClr>
              <a:buSzPts val="1120"/>
              <a:buFont typeface="Noto Sans Symbols"/>
              <a:buChar char="►"/>
              <a:defRPr b="0" i="0" sz="1400" u="none" cap="none" strike="noStrike">
                <a:solidFill>
                  <a:schemeClr val="dk1"/>
                </a:solidFill>
                <a:latin typeface="Arial"/>
                <a:ea typeface="Arial"/>
                <a:cs typeface="Arial"/>
                <a:sym typeface="Arial"/>
              </a:defRPr>
            </a:lvl9pPr>
          </a:lstStyle>
          <a:p/>
        </p:txBody>
      </p:sp>
      <p:pic>
        <p:nvPicPr>
          <p:cNvPr id="18" name="Google Shape;18;p1"/>
          <p:cNvPicPr preferRelativeResize="0"/>
          <p:nvPr/>
        </p:nvPicPr>
        <p:blipFill rotWithShape="1">
          <a:blip r:embed="rId1">
            <a:alphaModFix/>
          </a:blip>
          <a:srcRect b="0" l="0" r="0" t="0"/>
          <a:stretch/>
        </p:blipFill>
        <p:spPr>
          <a:xfrm>
            <a:off x="7627366" y="76200"/>
            <a:ext cx="922356" cy="922356"/>
          </a:xfrm>
          <a:prstGeom prst="rect">
            <a:avLst/>
          </a:prstGeom>
          <a:noFill/>
          <a:ln>
            <a:noFill/>
          </a:ln>
          <a:effectLst>
            <a:outerShdw blurRad="127000" rotWithShape="0" algn="tl">
              <a:srgbClr val="000000">
                <a:alpha val="88627"/>
              </a:srgbClr>
            </a:outerShdw>
          </a:effectLst>
        </p:spPr>
      </p:pic>
      <p:sp>
        <p:nvSpPr>
          <p:cNvPr id="19" name="Google Shape;19;p1"/>
          <p:cNvSpPr/>
          <p:nvPr/>
        </p:nvSpPr>
        <p:spPr>
          <a:xfrm>
            <a:off x="12584" y="6248406"/>
            <a:ext cx="9118832" cy="609594"/>
          </a:xfrm>
          <a:prstGeom prst="rect">
            <a:avLst/>
          </a:prstGeom>
          <a:solidFill>
            <a:srgbClr val="0B2036">
              <a:alpha val="81960"/>
            </a:srgbClr>
          </a:solidFill>
          <a:ln cap="flat" cmpd="dbl" w="28575">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9"/>
          <p:cNvSpPr txBox="1"/>
          <p:nvPr>
            <p:ph type="ctrTitle"/>
          </p:nvPr>
        </p:nvSpPr>
        <p:spPr>
          <a:xfrm>
            <a:off x="292150" y="1306275"/>
            <a:ext cx="8379000" cy="1700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sz="5500"/>
          </a:p>
          <a:p>
            <a:pPr indent="0" lvl="0" marL="0" rtl="0" algn="l">
              <a:spcBef>
                <a:spcPts val="0"/>
              </a:spcBef>
              <a:spcAft>
                <a:spcPts val="0"/>
              </a:spcAft>
              <a:buNone/>
            </a:pPr>
            <a:r>
              <a:t/>
            </a:r>
            <a:endParaRPr sz="5500"/>
          </a:p>
          <a:p>
            <a:pPr indent="0" lvl="0" marL="0" rtl="0" algn="l">
              <a:spcBef>
                <a:spcPts val="0"/>
              </a:spcBef>
              <a:spcAft>
                <a:spcPts val="0"/>
              </a:spcAft>
              <a:buNone/>
            </a:pPr>
            <a:r>
              <a:rPr lang="en-US" sz="5500"/>
              <a:t>Web Programming</a:t>
            </a:r>
            <a:endParaRPr sz="5500"/>
          </a:p>
          <a:p>
            <a:pPr indent="0" lvl="0" marL="0" rtl="0" algn="l">
              <a:spcBef>
                <a:spcPts val="0"/>
              </a:spcBef>
              <a:spcAft>
                <a:spcPts val="0"/>
              </a:spcAft>
              <a:buNone/>
            </a:pPr>
            <a:r>
              <a:t/>
            </a:r>
            <a:endParaRPr sz="5500"/>
          </a:p>
        </p:txBody>
      </p:sp>
      <p:sp>
        <p:nvSpPr>
          <p:cNvPr id="135" name="Google Shape;135;p19"/>
          <p:cNvSpPr txBox="1"/>
          <p:nvPr>
            <p:ph idx="1" type="subTitle"/>
          </p:nvPr>
        </p:nvSpPr>
        <p:spPr>
          <a:xfrm>
            <a:off x="866450" y="2882814"/>
            <a:ext cx="6621000" cy="2755800"/>
          </a:xfrm>
          <a:prstGeom prst="rect">
            <a:avLst/>
          </a:prstGeom>
        </p:spPr>
        <p:txBody>
          <a:bodyPr anchorCtr="0" anchor="t" bIns="45700" lIns="91425" spcFirstLastPara="1" rIns="91425" wrap="square" tIns="45700">
            <a:normAutofit/>
          </a:bodyPr>
          <a:lstStyle/>
          <a:p>
            <a:pPr indent="-330200" lvl="0" marL="457200" rtl="0" algn="l">
              <a:spcBef>
                <a:spcPts val="1000"/>
              </a:spcBef>
              <a:spcAft>
                <a:spcPts val="0"/>
              </a:spcAft>
              <a:buClr>
                <a:schemeClr val="dk1"/>
              </a:buClr>
              <a:buSzPts val="1600"/>
              <a:buChar char="-"/>
            </a:pPr>
            <a:r>
              <a:rPr lang="en-US">
                <a:solidFill>
                  <a:schemeClr val="dk1"/>
                </a:solidFill>
              </a:rPr>
              <a:t>3 Assignments/Projects</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2 M</a:t>
            </a:r>
            <a:r>
              <a:rPr lang="en-US">
                <a:solidFill>
                  <a:schemeClr val="dk1"/>
                </a:solidFill>
              </a:rPr>
              <a:t>idterms</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Multiple unannounced Q</a:t>
            </a:r>
            <a:r>
              <a:rPr lang="en-US">
                <a:solidFill>
                  <a:schemeClr val="dk1"/>
                </a:solidFill>
              </a:rPr>
              <a:t>uizzes (at the start of class)</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Assignments/Project (25%)</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Midterms (25%)</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Quiz (10%)</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Final Exam (40%)</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80% attendance is required</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0"/>
          <p:cNvSpPr txBox="1"/>
          <p:nvPr>
            <p:ph type="ctrTitle"/>
          </p:nvPr>
        </p:nvSpPr>
        <p:spPr>
          <a:xfrm>
            <a:off x="800100" y="1276350"/>
            <a:ext cx="7772400" cy="1828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4400"/>
              <a:buFont typeface="Arial"/>
              <a:buNone/>
            </a:pPr>
            <a:r>
              <a:rPr lang="en-US" sz="3000"/>
              <a:t>Lecture 1</a:t>
            </a:r>
            <a:endParaRPr sz="3000"/>
          </a:p>
          <a:p>
            <a:pPr indent="0" lvl="0" marL="0" rtl="0" algn="l">
              <a:spcBef>
                <a:spcPts val="0"/>
              </a:spcBef>
              <a:spcAft>
                <a:spcPts val="0"/>
              </a:spcAft>
              <a:buClr>
                <a:schemeClr val="dk2"/>
              </a:buClr>
              <a:buSzPts val="4400"/>
              <a:buFont typeface="Arial"/>
              <a:buNone/>
            </a:pPr>
            <a:r>
              <a:rPr lang="en-US" sz="3000"/>
              <a:t>Web Programming</a:t>
            </a:r>
            <a:endParaRPr sz="3000"/>
          </a:p>
          <a:p>
            <a:pPr indent="0" lvl="0" marL="0" rtl="0" algn="l">
              <a:spcBef>
                <a:spcPts val="0"/>
              </a:spcBef>
              <a:spcAft>
                <a:spcPts val="0"/>
              </a:spcAft>
              <a:buClr>
                <a:schemeClr val="dk2"/>
              </a:buClr>
              <a:buSzPts val="4400"/>
              <a:buFont typeface="Arial"/>
              <a:buNone/>
            </a:pPr>
            <a:r>
              <a:t/>
            </a:r>
            <a:endParaRPr sz="3000"/>
          </a:p>
          <a:p>
            <a:pPr indent="0" lvl="0" marL="0" rtl="0" algn="ctr">
              <a:spcBef>
                <a:spcPts val="0"/>
              </a:spcBef>
              <a:spcAft>
                <a:spcPts val="0"/>
              </a:spcAft>
              <a:buClr>
                <a:schemeClr val="dk2"/>
              </a:buClr>
              <a:buSzPts val="4400"/>
              <a:buFont typeface="Arial"/>
              <a:buNone/>
            </a:pPr>
            <a:r>
              <a:rPr lang="en-US" sz="4400">
                <a:latin typeface="Arial"/>
                <a:ea typeface="Arial"/>
                <a:cs typeface="Arial"/>
                <a:sym typeface="Arial"/>
              </a:rPr>
              <a:t>Web </a:t>
            </a:r>
            <a:r>
              <a:rPr lang="en-US" sz="4400"/>
              <a:t>Architecture</a:t>
            </a:r>
            <a:endParaRPr/>
          </a:p>
        </p:txBody>
      </p:sp>
      <p:pic>
        <p:nvPicPr>
          <p:cNvPr id="142" name="Google Shape;142;p20"/>
          <p:cNvPicPr preferRelativeResize="0"/>
          <p:nvPr/>
        </p:nvPicPr>
        <p:blipFill rotWithShape="1">
          <a:blip r:embed="rId3">
            <a:alphaModFix/>
          </a:blip>
          <a:srcRect b="0" l="0" r="0" t="50000"/>
          <a:stretch/>
        </p:blipFill>
        <p:spPr>
          <a:xfrm>
            <a:off x="1066800" y="3362325"/>
            <a:ext cx="7623175" cy="133350"/>
          </a:xfrm>
          <a:prstGeom prst="rect">
            <a:avLst/>
          </a:prstGeom>
          <a:noFill/>
          <a:ln>
            <a:noFill/>
          </a:ln>
        </p:spPr>
      </p:pic>
      <p:sp>
        <p:nvSpPr>
          <p:cNvPr id="143" name="Google Shape;143;p20"/>
          <p:cNvSpPr/>
          <p:nvPr/>
        </p:nvSpPr>
        <p:spPr>
          <a:xfrm>
            <a:off x="1167841" y="3495675"/>
            <a:ext cx="74211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00">
                <a:solidFill>
                  <a:schemeClr val="dk2"/>
                </a:solidFill>
              </a:rPr>
              <a:t>Understanding the Key Components and Best Practices</a:t>
            </a:r>
            <a:endParaRPr b="1" sz="2000">
              <a:solidFill>
                <a:schemeClr val="dk2"/>
              </a:solidFill>
            </a:endParaRPr>
          </a:p>
          <a:p>
            <a:pPr indent="0" lvl="0" marL="0" marR="0" rtl="0" algn="l">
              <a:spcBef>
                <a:spcPts val="0"/>
              </a:spcBef>
              <a:spcAft>
                <a:spcPts val="0"/>
              </a:spcAft>
              <a:buNone/>
            </a:pPr>
            <a:r>
              <a:t/>
            </a:r>
            <a:endParaRPr b="1" sz="2000">
              <a:solidFill>
                <a:schemeClr val="dk1"/>
              </a:solidFill>
            </a:endParaRPr>
          </a:p>
        </p:txBody>
      </p:sp>
      <p:sp>
        <p:nvSpPr>
          <p:cNvPr id="144" name="Google Shape;144;p20"/>
          <p:cNvSpPr txBox="1"/>
          <p:nvPr/>
        </p:nvSpPr>
        <p:spPr>
          <a:xfrm>
            <a:off x="2837800" y="4707125"/>
            <a:ext cx="3885000" cy="822000"/>
          </a:xfrm>
          <a:prstGeom prst="rect">
            <a:avLst/>
          </a:prstGeom>
          <a:noFill/>
          <a:ln>
            <a:noFill/>
          </a:ln>
        </p:spPr>
        <p:txBody>
          <a:bodyPr anchorCtr="0" anchor="t" bIns="91425" lIns="91425" spcFirstLastPara="1" rIns="91425" wrap="square" tIns="91425">
            <a:noAutofit/>
          </a:bodyPr>
          <a:lstStyle/>
          <a:p>
            <a:pPr indent="457200" lvl="0" marL="457200" rtl="0" algn="l">
              <a:spcBef>
                <a:spcPts val="0"/>
              </a:spcBef>
              <a:spcAft>
                <a:spcPts val="0"/>
              </a:spcAft>
              <a:buNone/>
            </a:pPr>
            <a:r>
              <a:rPr lang="en-US" sz="2000">
                <a:solidFill>
                  <a:schemeClr val="dk1"/>
                </a:solidFill>
              </a:rPr>
              <a:t>Mahhek Tahir</a:t>
            </a:r>
            <a:endParaRPr sz="20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1"/>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Arial"/>
              <a:buNone/>
            </a:pPr>
            <a:r>
              <a:rPr lang="en-US"/>
              <a:t>Objective</a:t>
            </a:r>
            <a:endParaRPr/>
          </a:p>
        </p:txBody>
      </p:sp>
      <p:sp>
        <p:nvSpPr>
          <p:cNvPr id="150" name="Google Shape;150;p21"/>
          <p:cNvSpPr txBox="1"/>
          <p:nvPr>
            <p:ph idx="1" type="body"/>
          </p:nvPr>
        </p:nvSpPr>
        <p:spPr>
          <a:xfrm>
            <a:off x="827700" y="1676400"/>
            <a:ext cx="6853200" cy="4704600"/>
          </a:xfrm>
          <a:prstGeom prst="rect">
            <a:avLst/>
          </a:prstGeom>
          <a:noFill/>
          <a:ln>
            <a:noFill/>
          </a:ln>
        </p:spPr>
        <p:txBody>
          <a:bodyPr anchorCtr="0" anchor="t" bIns="45700" lIns="91425" spcFirstLastPara="1" rIns="91425" wrap="square" tIns="45700">
            <a:normAutofit fontScale="70000" lnSpcReduction="20000"/>
          </a:bodyPr>
          <a:lstStyle/>
          <a:p>
            <a:pPr indent="-306330" lvl="0" marL="342906" rtl="0" algn="l">
              <a:spcBef>
                <a:spcPts val="0"/>
              </a:spcBef>
              <a:spcAft>
                <a:spcPts val="0"/>
              </a:spcAft>
              <a:buSzPct val="80000"/>
              <a:buChar char="►"/>
            </a:pPr>
            <a:r>
              <a:rPr lang="en-US" sz="2400"/>
              <a:t>Why Web Technology?</a:t>
            </a:r>
            <a:endParaRPr/>
          </a:p>
          <a:p>
            <a:pPr indent="-306330" lvl="0" marL="342906" rtl="0" algn="l">
              <a:spcBef>
                <a:spcPts val="1000"/>
              </a:spcBef>
              <a:spcAft>
                <a:spcPts val="0"/>
              </a:spcAft>
              <a:buSzPct val="80000"/>
              <a:buChar char="►"/>
            </a:pPr>
            <a:r>
              <a:rPr lang="en-US" sz="2400"/>
              <a:t>Key Components of Web </a:t>
            </a:r>
            <a:r>
              <a:rPr lang="en-US" sz="2400"/>
              <a:t>Architecture.</a:t>
            </a:r>
            <a:endParaRPr/>
          </a:p>
          <a:p>
            <a:pPr indent="-306330" lvl="0" marL="342906" rtl="0" algn="l">
              <a:spcBef>
                <a:spcPts val="1000"/>
              </a:spcBef>
              <a:spcAft>
                <a:spcPts val="0"/>
              </a:spcAft>
              <a:buSzPct val="80000"/>
              <a:buChar char="►"/>
            </a:pPr>
            <a:r>
              <a:rPr lang="en-US" sz="2400"/>
              <a:t>Client-Server Model</a:t>
            </a:r>
            <a:endParaRPr/>
          </a:p>
          <a:p>
            <a:pPr indent="-306330" lvl="0" marL="342906" rtl="0" algn="l">
              <a:spcBef>
                <a:spcPts val="1000"/>
              </a:spcBef>
              <a:spcAft>
                <a:spcPts val="0"/>
              </a:spcAft>
              <a:buSzPct val="80000"/>
              <a:buChar char="►"/>
            </a:pPr>
            <a:r>
              <a:rPr lang="en-US" sz="2400"/>
              <a:t>System Architecture tiers</a:t>
            </a:r>
            <a:endParaRPr sz="2400"/>
          </a:p>
          <a:p>
            <a:pPr indent="-327666" lvl="0" marL="342906" rtl="0" algn="l">
              <a:spcBef>
                <a:spcPts val="1000"/>
              </a:spcBef>
              <a:spcAft>
                <a:spcPts val="0"/>
              </a:spcAft>
              <a:buSzPct val="100000"/>
              <a:buChar char="►"/>
            </a:pPr>
            <a:r>
              <a:rPr lang="en-US" sz="2400"/>
              <a:t>Scalability</a:t>
            </a:r>
            <a:endParaRPr sz="2400"/>
          </a:p>
          <a:p>
            <a:pPr indent="-327666" lvl="0" marL="342906" rtl="0" algn="l">
              <a:spcBef>
                <a:spcPts val="1000"/>
              </a:spcBef>
              <a:spcAft>
                <a:spcPts val="0"/>
              </a:spcAft>
              <a:buSzPct val="100000"/>
              <a:buChar char="►"/>
            </a:pPr>
            <a:r>
              <a:rPr lang="en-US" sz="2400"/>
              <a:t>Microservices Architecture</a:t>
            </a:r>
            <a:endParaRPr sz="2400"/>
          </a:p>
          <a:p>
            <a:pPr indent="-327666" lvl="0" marL="342906" rtl="0" algn="l">
              <a:spcBef>
                <a:spcPts val="1000"/>
              </a:spcBef>
              <a:spcAft>
                <a:spcPts val="0"/>
              </a:spcAft>
              <a:buSzPct val="100000"/>
              <a:buChar char="►"/>
            </a:pPr>
            <a:r>
              <a:rPr lang="en-US" sz="2400"/>
              <a:t>RESTful Design</a:t>
            </a:r>
            <a:endParaRPr sz="2400"/>
          </a:p>
          <a:p>
            <a:pPr indent="-327666" lvl="0" marL="342906" rtl="0" algn="l">
              <a:spcBef>
                <a:spcPts val="1000"/>
              </a:spcBef>
              <a:spcAft>
                <a:spcPts val="0"/>
              </a:spcAft>
              <a:buSzPct val="100000"/>
              <a:buChar char="►"/>
            </a:pPr>
            <a:r>
              <a:rPr lang="en-US" sz="2400"/>
              <a:t>Responsive Design</a:t>
            </a:r>
            <a:endParaRPr sz="2400"/>
          </a:p>
          <a:p>
            <a:pPr indent="-306330" lvl="0" marL="342906" rtl="0" algn="l">
              <a:spcBef>
                <a:spcPts val="1000"/>
              </a:spcBef>
              <a:spcAft>
                <a:spcPts val="0"/>
              </a:spcAft>
              <a:buSzPct val="80000"/>
              <a:buChar char="►"/>
            </a:pPr>
            <a:r>
              <a:rPr lang="en-US" sz="2400"/>
              <a:t>TCP/IP</a:t>
            </a:r>
            <a:endParaRPr/>
          </a:p>
          <a:p>
            <a:pPr indent="-306330" lvl="0" marL="342906" rtl="0" algn="l">
              <a:spcBef>
                <a:spcPts val="1000"/>
              </a:spcBef>
              <a:spcAft>
                <a:spcPts val="0"/>
              </a:spcAft>
              <a:buSzPct val="80000"/>
              <a:buChar char="►"/>
            </a:pPr>
            <a:r>
              <a:rPr lang="en-US" sz="2400"/>
              <a:t>Uniform Resource Locators (URL)</a:t>
            </a:r>
            <a:endParaRPr/>
          </a:p>
          <a:p>
            <a:pPr indent="-306330" lvl="0" marL="342906" rtl="0" algn="l">
              <a:spcBef>
                <a:spcPts val="1000"/>
              </a:spcBef>
              <a:spcAft>
                <a:spcPts val="0"/>
              </a:spcAft>
              <a:buSzPct val="80000"/>
              <a:buChar char="►"/>
            </a:pPr>
            <a:r>
              <a:rPr lang="en-US" sz="2400"/>
              <a:t>Hypertext Transfer Protocol (HTTP)</a:t>
            </a:r>
            <a:endParaRPr sz="2400"/>
          </a:p>
          <a:p>
            <a:pPr indent="-327666" lvl="0" marL="342906" rtl="0" algn="l">
              <a:spcBef>
                <a:spcPts val="1000"/>
              </a:spcBef>
              <a:spcAft>
                <a:spcPts val="0"/>
              </a:spcAft>
              <a:buSzPct val="100000"/>
              <a:buChar char="►"/>
            </a:pPr>
            <a:r>
              <a:rPr lang="en-US" sz="2400"/>
              <a:t>World Wide Web (www)</a:t>
            </a:r>
            <a:endParaRPr sz="2400"/>
          </a:p>
          <a:p>
            <a:pPr indent="-327666" lvl="0" marL="342906" rtl="0" algn="l">
              <a:spcBef>
                <a:spcPts val="1000"/>
              </a:spcBef>
              <a:spcAft>
                <a:spcPts val="0"/>
              </a:spcAft>
              <a:buSzPct val="100000"/>
              <a:buChar char="►"/>
            </a:pPr>
            <a:r>
              <a:rPr lang="en-US" sz="2400"/>
              <a:t>Security</a:t>
            </a:r>
            <a:endParaRPr sz="2400"/>
          </a:p>
          <a:p>
            <a:pPr indent="-327666" lvl="0" marL="342906" rtl="0" algn="l">
              <a:spcBef>
                <a:spcPts val="1000"/>
              </a:spcBef>
              <a:spcAft>
                <a:spcPts val="0"/>
              </a:spcAft>
              <a:buSzPct val="100000"/>
              <a:buChar char="►"/>
            </a:pPr>
            <a:r>
              <a:rPr lang="en-US" sz="2400"/>
              <a:t>Use Case</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2"/>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Arial"/>
              <a:buNone/>
            </a:pPr>
            <a:r>
              <a:rPr lang="en-US"/>
              <a:t>Why Web Technology ?</a:t>
            </a:r>
            <a:endParaRPr/>
          </a:p>
        </p:txBody>
      </p:sp>
      <p:sp>
        <p:nvSpPr>
          <p:cNvPr id="157" name="Google Shape;157;p22"/>
          <p:cNvSpPr txBox="1"/>
          <p:nvPr>
            <p:ph idx="1" type="body"/>
          </p:nvPr>
        </p:nvSpPr>
        <p:spPr>
          <a:xfrm>
            <a:off x="484710" y="1676400"/>
            <a:ext cx="8174580" cy="3962399"/>
          </a:xfrm>
          <a:prstGeom prst="rect">
            <a:avLst/>
          </a:prstGeom>
          <a:noFill/>
          <a:ln>
            <a:noFill/>
          </a:ln>
        </p:spPr>
        <p:txBody>
          <a:bodyPr anchorCtr="0" anchor="t" bIns="45700" lIns="91425" spcFirstLastPara="1" rIns="91425" wrap="square" tIns="45700">
            <a:normAutofit lnSpcReduction="20000"/>
          </a:bodyPr>
          <a:lstStyle/>
          <a:p>
            <a:pPr indent="-373386" lvl="0" marL="342906" rtl="0" algn="just">
              <a:spcBef>
                <a:spcPts val="0"/>
              </a:spcBef>
              <a:spcAft>
                <a:spcPts val="0"/>
              </a:spcAft>
              <a:buSzPts val="1920"/>
              <a:buChar char="►"/>
            </a:pPr>
            <a:r>
              <a:rPr lang="en-US" sz="2400"/>
              <a:t>The internet connects billions of users worldwide. Web technology enables access to information from anywhere, at any time, on any device (PC, tablet, smartphone).</a:t>
            </a:r>
            <a:endParaRPr sz="2400"/>
          </a:p>
          <a:p>
            <a:pPr indent="-342906" lvl="0" marL="342906" rtl="0" algn="just">
              <a:spcBef>
                <a:spcPts val="0"/>
              </a:spcBef>
              <a:spcAft>
                <a:spcPts val="0"/>
              </a:spcAft>
              <a:buSzPts val="1920"/>
              <a:buChar char="►"/>
            </a:pPr>
            <a:r>
              <a:rPr lang="en-US" sz="2400"/>
              <a:t>In very short period of time, it has caused major changes in information technology, business processes, communications and the way many people spend their leisure time.</a:t>
            </a:r>
            <a:endParaRPr/>
          </a:p>
          <a:p>
            <a:pPr indent="-342906" lvl="0" marL="342906" rtl="0" algn="just">
              <a:spcBef>
                <a:spcPts val="1000"/>
              </a:spcBef>
              <a:spcAft>
                <a:spcPts val="0"/>
              </a:spcAft>
              <a:buSzPts val="1920"/>
              <a:buChar char="►"/>
            </a:pPr>
            <a:r>
              <a:rPr lang="en-US" sz="2400"/>
              <a:t>To compare its growth, consider that the World Wide Web attained 50 millions users in four years.</a:t>
            </a:r>
            <a:endParaRPr/>
          </a:p>
          <a:p>
            <a:pPr indent="-285755" lvl="1" marL="742962" rtl="0" algn="just">
              <a:spcBef>
                <a:spcPts val="1000"/>
              </a:spcBef>
              <a:spcAft>
                <a:spcPts val="0"/>
              </a:spcAft>
              <a:buSzPts val="1920"/>
              <a:buChar char="►"/>
            </a:pPr>
            <a:r>
              <a:rPr lang="en-US" sz="2400"/>
              <a:t>It took radio 38 years and television 13 years to reach similar penetration.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3"/>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Arial"/>
              <a:buNone/>
            </a:pPr>
            <a:r>
              <a:rPr lang="en-US"/>
              <a:t>What is Web A</a:t>
            </a:r>
            <a:r>
              <a:rPr lang="en-US"/>
              <a:t>rchitecture</a:t>
            </a:r>
            <a:r>
              <a:rPr lang="en-US"/>
              <a:t>?</a:t>
            </a:r>
            <a:endParaRPr/>
          </a:p>
        </p:txBody>
      </p:sp>
      <p:sp>
        <p:nvSpPr>
          <p:cNvPr id="164" name="Google Shape;164;p23"/>
          <p:cNvSpPr txBox="1"/>
          <p:nvPr>
            <p:ph idx="1" type="body"/>
          </p:nvPr>
        </p:nvSpPr>
        <p:spPr>
          <a:xfrm>
            <a:off x="484710" y="2133600"/>
            <a:ext cx="8174579" cy="3048000"/>
          </a:xfrm>
          <a:prstGeom prst="rect">
            <a:avLst/>
          </a:prstGeom>
          <a:noFill/>
          <a:ln>
            <a:noFill/>
          </a:ln>
        </p:spPr>
        <p:txBody>
          <a:bodyPr anchorCtr="0" anchor="t" bIns="45700" lIns="91425" spcFirstLastPara="1" rIns="91425" wrap="square" tIns="45700">
            <a:normAutofit lnSpcReduction="20000"/>
          </a:bodyPr>
          <a:lstStyle/>
          <a:p>
            <a:pPr indent="-321316" lvl="0" marL="342906" rtl="0" algn="l">
              <a:lnSpc>
                <a:spcPct val="115000"/>
              </a:lnSpc>
              <a:spcBef>
                <a:spcPts val="1200"/>
              </a:spcBef>
              <a:spcAft>
                <a:spcPts val="0"/>
              </a:spcAft>
              <a:buClr>
                <a:schemeClr val="dk1"/>
              </a:buClr>
              <a:buSzPts val="1100"/>
              <a:buFont typeface="Arial"/>
              <a:buChar char="►"/>
            </a:pPr>
            <a:r>
              <a:rPr lang="en-US" sz="2400"/>
              <a:t>Web architecture refers to the structure of the underlying technology stack that powers websites and web applications.</a:t>
            </a:r>
            <a:endParaRPr sz="2400"/>
          </a:p>
          <a:p>
            <a:pPr indent="-321316" lvl="0" marL="342906" rtl="0" algn="l">
              <a:lnSpc>
                <a:spcPct val="115000"/>
              </a:lnSpc>
              <a:spcBef>
                <a:spcPts val="0"/>
              </a:spcBef>
              <a:spcAft>
                <a:spcPts val="0"/>
              </a:spcAft>
              <a:buClr>
                <a:schemeClr val="dk1"/>
              </a:buClr>
              <a:buSzPts val="1100"/>
              <a:buFont typeface="Arial"/>
              <a:buChar char="►"/>
            </a:pPr>
            <a:r>
              <a:rPr lang="en-US" sz="2400"/>
              <a:t>It involves planning and designing the layout and interactions of servers, databases, APIs, frontend, and backend technologies.</a:t>
            </a:r>
            <a:endParaRPr sz="2400"/>
          </a:p>
          <a:p>
            <a:pPr indent="0" lvl="0" marL="0" rtl="0" algn="just">
              <a:spcBef>
                <a:spcPts val="1200"/>
              </a:spcBef>
              <a:spcAft>
                <a:spcPts val="0"/>
              </a:spcAft>
              <a:buNone/>
            </a:pPr>
            <a:r>
              <a:t/>
            </a:r>
            <a:endParaRPr/>
          </a:p>
          <a:p>
            <a:pPr indent="0" lvl="0" marL="0" rtl="0" algn="l">
              <a:spcBef>
                <a:spcPts val="1000"/>
              </a:spcBef>
              <a:spcAft>
                <a:spcPts val="0"/>
              </a:spcAft>
              <a:buSzPts val="16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4"/>
          <p:cNvSpPr txBox="1"/>
          <p:nvPr>
            <p:ph type="title"/>
          </p:nvPr>
        </p:nvSpPr>
        <p:spPr>
          <a:xfrm>
            <a:off x="225225" y="452725"/>
            <a:ext cx="8817600" cy="931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Arial"/>
              <a:buNone/>
            </a:pPr>
            <a:r>
              <a:rPr lang="en-US"/>
              <a:t>Key Components of Web Architecture</a:t>
            </a:r>
            <a:endParaRPr/>
          </a:p>
        </p:txBody>
      </p:sp>
      <p:sp>
        <p:nvSpPr>
          <p:cNvPr id="171" name="Google Shape;171;p24"/>
          <p:cNvSpPr txBox="1"/>
          <p:nvPr/>
        </p:nvSpPr>
        <p:spPr>
          <a:xfrm>
            <a:off x="619350" y="2105825"/>
            <a:ext cx="64863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2400">
                <a:solidFill>
                  <a:schemeClr val="dk1"/>
                </a:solidFill>
              </a:rPr>
              <a:t>Frontend</a:t>
            </a:r>
            <a:r>
              <a:rPr lang="en-US" sz="2400">
                <a:solidFill>
                  <a:schemeClr val="dk1"/>
                </a:solidFill>
              </a:rPr>
              <a:t>: The user interface (UI) and experience (UX).</a:t>
            </a:r>
            <a:endParaRPr sz="2400">
              <a:solidFill>
                <a:schemeClr val="dk1"/>
              </a:solidFill>
            </a:endParaRPr>
          </a:p>
          <a:p>
            <a:pPr indent="0" lvl="0" marL="0" rtl="0" algn="l">
              <a:spcBef>
                <a:spcPts val="0"/>
              </a:spcBef>
              <a:spcAft>
                <a:spcPts val="0"/>
              </a:spcAft>
              <a:buClr>
                <a:schemeClr val="dk1"/>
              </a:buClr>
              <a:buSzPts val="1100"/>
              <a:buFont typeface="Arial"/>
              <a:buNone/>
            </a:pPr>
            <a:r>
              <a:rPr b="1" lang="en-US" sz="2400">
                <a:solidFill>
                  <a:schemeClr val="dk1"/>
                </a:solidFill>
              </a:rPr>
              <a:t>Backend</a:t>
            </a:r>
            <a:r>
              <a:rPr lang="en-US" sz="2400">
                <a:solidFill>
                  <a:schemeClr val="dk1"/>
                </a:solidFill>
              </a:rPr>
              <a:t>: Server-side components that process requests, store data, etc.</a:t>
            </a:r>
            <a:endParaRPr sz="2400">
              <a:solidFill>
                <a:schemeClr val="dk1"/>
              </a:solidFill>
            </a:endParaRPr>
          </a:p>
          <a:p>
            <a:pPr indent="0" lvl="0" marL="0" rtl="0" algn="l">
              <a:spcBef>
                <a:spcPts val="0"/>
              </a:spcBef>
              <a:spcAft>
                <a:spcPts val="0"/>
              </a:spcAft>
              <a:buClr>
                <a:schemeClr val="dk1"/>
              </a:buClr>
              <a:buSzPts val="1100"/>
              <a:buFont typeface="Arial"/>
              <a:buNone/>
            </a:pPr>
            <a:r>
              <a:rPr b="1" lang="en-US" sz="2400">
                <a:solidFill>
                  <a:schemeClr val="dk1"/>
                </a:solidFill>
              </a:rPr>
              <a:t>Database</a:t>
            </a:r>
            <a:r>
              <a:rPr lang="en-US" sz="2400">
                <a:solidFill>
                  <a:schemeClr val="dk1"/>
                </a:solidFill>
              </a:rPr>
              <a:t>: Storage layer for data.</a:t>
            </a:r>
            <a:endParaRPr sz="2400">
              <a:solidFill>
                <a:schemeClr val="dk1"/>
              </a:solidFill>
            </a:endParaRPr>
          </a:p>
          <a:p>
            <a:pPr indent="0" lvl="0" marL="0" rtl="0" algn="l">
              <a:spcBef>
                <a:spcPts val="0"/>
              </a:spcBef>
              <a:spcAft>
                <a:spcPts val="0"/>
              </a:spcAft>
              <a:buClr>
                <a:schemeClr val="dk1"/>
              </a:buClr>
              <a:buSzPts val="1100"/>
              <a:buFont typeface="Arial"/>
              <a:buNone/>
            </a:pPr>
            <a:r>
              <a:rPr b="1" lang="en-US" sz="2400">
                <a:solidFill>
                  <a:schemeClr val="dk1"/>
                </a:solidFill>
              </a:rPr>
              <a:t>APIs</a:t>
            </a:r>
            <a:r>
              <a:rPr lang="en-US" sz="2400">
                <a:solidFill>
                  <a:schemeClr val="dk1"/>
                </a:solidFill>
              </a:rPr>
              <a:t>: Interface for data exchange between systems.</a:t>
            </a:r>
            <a:endParaRPr sz="2400">
              <a:solidFill>
                <a:schemeClr val="dk1"/>
              </a:solidFill>
            </a:endParaRPr>
          </a:p>
          <a:p>
            <a:pPr indent="0" lvl="0" marL="0" rtl="0" algn="l">
              <a:spcBef>
                <a:spcPts val="0"/>
              </a:spcBef>
              <a:spcAft>
                <a:spcPts val="0"/>
              </a:spcAft>
              <a:buClr>
                <a:schemeClr val="dk1"/>
              </a:buClr>
              <a:buSzPts val="1100"/>
              <a:buFont typeface="Arial"/>
              <a:buNone/>
            </a:pPr>
            <a:r>
              <a:rPr b="1" lang="en-US" sz="2400">
                <a:solidFill>
                  <a:schemeClr val="dk1"/>
                </a:solidFill>
              </a:rPr>
              <a:t>Communication Layer</a:t>
            </a:r>
            <a:r>
              <a:rPr lang="en-US" sz="2400">
                <a:solidFill>
                  <a:schemeClr val="dk1"/>
                </a:solidFill>
              </a:rPr>
              <a:t>: Protocols like HTTP/HTTPS.</a:t>
            </a:r>
            <a:endParaRPr sz="2400">
              <a:solidFill>
                <a:schemeClr val="dk1"/>
              </a:solidFill>
            </a:endParaRPr>
          </a:p>
          <a:p>
            <a:pPr indent="0" lvl="0" marL="0" rtl="0" algn="l">
              <a:spcBef>
                <a:spcPts val="0"/>
              </a:spcBef>
              <a:spcAft>
                <a:spcPts val="0"/>
              </a:spcAft>
              <a:buNone/>
            </a:pPr>
            <a:r>
              <a:t/>
            </a:r>
            <a:endParaRPr sz="24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5"/>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Arial"/>
              <a:buNone/>
            </a:pPr>
            <a:r>
              <a:rPr lang="en-US"/>
              <a:t>Web Architecture</a:t>
            </a:r>
            <a:endParaRPr/>
          </a:p>
        </p:txBody>
      </p:sp>
      <p:pic>
        <p:nvPicPr>
          <p:cNvPr id="178" name="Google Shape;178;p25"/>
          <p:cNvPicPr preferRelativeResize="0"/>
          <p:nvPr/>
        </p:nvPicPr>
        <p:blipFill>
          <a:blip r:embed="rId3">
            <a:alphaModFix/>
          </a:blip>
          <a:stretch>
            <a:fillRect/>
          </a:stretch>
        </p:blipFill>
        <p:spPr>
          <a:xfrm>
            <a:off x="1503725" y="1420073"/>
            <a:ext cx="6727381" cy="46999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6"/>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Arial"/>
              <a:buNone/>
            </a:pPr>
            <a:r>
              <a:rPr lang="en-US"/>
              <a:t>Client-Server Model</a:t>
            </a:r>
            <a:endParaRPr/>
          </a:p>
        </p:txBody>
      </p:sp>
      <p:sp>
        <p:nvSpPr>
          <p:cNvPr id="185" name="Google Shape;185;p26"/>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a:bodyPr>
          <a:lstStyle/>
          <a:p>
            <a:pPr indent="0" lvl="0" marL="0" rtl="0" algn="l">
              <a:spcBef>
                <a:spcPts val="1000"/>
              </a:spcBef>
              <a:spcAft>
                <a:spcPts val="0"/>
              </a:spcAft>
              <a:buNone/>
            </a:pPr>
            <a:r>
              <a:rPr lang="en-US"/>
              <a:t>Client-Server model involve the following independent layers:</a:t>
            </a:r>
            <a:endParaRPr/>
          </a:p>
          <a:p>
            <a:pPr indent="-285753" lvl="1" marL="742961" rtl="0" algn="l">
              <a:spcBef>
                <a:spcPts val="1000"/>
              </a:spcBef>
              <a:spcAft>
                <a:spcPts val="0"/>
              </a:spcAft>
              <a:buSzPts val="1440"/>
              <a:buChar char="►"/>
            </a:pPr>
            <a:r>
              <a:rPr b="1" lang="en-US"/>
              <a:t>Presentation - Client </a:t>
            </a:r>
            <a:r>
              <a:rPr lang="en-US"/>
              <a:t>– how the user interacts with application.</a:t>
            </a:r>
            <a:r>
              <a:rPr lang="en-US"/>
              <a:t> The user's device (browser, mobile app, etc.) requesting resources.</a:t>
            </a:r>
            <a:endParaRPr/>
          </a:p>
          <a:p>
            <a:pPr indent="-308613" lvl="1" marL="742961" rtl="0" algn="l">
              <a:spcBef>
                <a:spcPts val="1000"/>
              </a:spcBef>
              <a:spcAft>
                <a:spcPts val="0"/>
              </a:spcAft>
              <a:buSzPts val="1800"/>
              <a:buChar char="►"/>
            </a:pPr>
            <a:r>
              <a:rPr b="1" lang="en-US"/>
              <a:t>Server</a:t>
            </a:r>
            <a:r>
              <a:rPr b="1" lang="en-US"/>
              <a:t> </a:t>
            </a:r>
            <a:r>
              <a:rPr lang="en-US"/>
              <a:t>– </a:t>
            </a:r>
            <a:r>
              <a:rPr lang="en-US"/>
              <a:t>A machine providing data, services, and resources to the client.</a:t>
            </a:r>
            <a:endParaRPr/>
          </a:p>
          <a:p>
            <a:pPr indent="-285755" lvl="1" marL="742962" rtl="0" algn="l">
              <a:spcBef>
                <a:spcPts val="1000"/>
              </a:spcBef>
              <a:spcAft>
                <a:spcPts val="0"/>
              </a:spcAft>
              <a:buSzPts val="1440"/>
              <a:buChar char="►"/>
            </a:pPr>
            <a:r>
              <a:rPr b="1" lang="en-US"/>
              <a:t>Data Storage </a:t>
            </a:r>
            <a:r>
              <a:rPr lang="en-US"/>
              <a:t>– Handles the storage and retrieval of data</a:t>
            </a:r>
            <a:endParaRPr/>
          </a:p>
          <a:p>
            <a:pPr indent="-194315" lvl="1" marL="742962" rtl="0" algn="l">
              <a:spcBef>
                <a:spcPts val="1000"/>
              </a:spcBef>
              <a:spcAft>
                <a:spcPts val="0"/>
              </a:spcAft>
              <a:buSzPts val="1440"/>
              <a:buNone/>
            </a:pPr>
            <a:r>
              <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7"/>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Two Tier Architecture</a:t>
            </a:r>
            <a:endParaRPr/>
          </a:p>
        </p:txBody>
      </p:sp>
      <p:sp>
        <p:nvSpPr>
          <p:cNvPr id="192" name="Google Shape;192;p27"/>
          <p:cNvSpPr txBox="1"/>
          <p:nvPr>
            <p:ph idx="1" type="body"/>
          </p:nvPr>
        </p:nvSpPr>
        <p:spPr>
          <a:xfrm>
            <a:off x="610200" y="1545475"/>
            <a:ext cx="7613700" cy="4195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US"/>
              <a:t>A "two-tier architecture" is a type of client-server architecture.</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rPr lang="en-US"/>
              <a:t>It is a software architecture where an application is divided into two distinct layers: the client tier (user interface) and the data tier (database and application logic).</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rPr lang="en-US"/>
              <a:t>The client directly communicates with the server to access data and perform operations.</a:t>
            </a:r>
            <a:endParaRPr/>
          </a:p>
          <a:p>
            <a:pPr indent="0" lvl="0" marL="0" rtl="0" algn="l">
              <a:spcBef>
                <a:spcPts val="100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8"/>
          <p:cNvSpPr txBox="1"/>
          <p:nvPr>
            <p:ph type="title"/>
          </p:nvPr>
        </p:nvSpPr>
        <p:spPr>
          <a:xfrm>
            <a:off x="484710" y="452718"/>
            <a:ext cx="7055400" cy="995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Arial"/>
              <a:buNone/>
            </a:pPr>
            <a:r>
              <a:rPr lang="en-US"/>
              <a:t>Two Tier Architecture</a:t>
            </a:r>
            <a:endParaRPr/>
          </a:p>
        </p:txBody>
      </p:sp>
      <p:pic>
        <p:nvPicPr>
          <p:cNvPr id="199" name="Google Shape;199;p28"/>
          <p:cNvPicPr preferRelativeResize="0"/>
          <p:nvPr/>
        </p:nvPicPr>
        <p:blipFill>
          <a:blip r:embed="rId3">
            <a:alphaModFix/>
          </a:blip>
          <a:stretch>
            <a:fillRect/>
          </a:stretch>
        </p:blipFill>
        <p:spPr>
          <a:xfrm>
            <a:off x="2051775" y="1875703"/>
            <a:ext cx="4417650" cy="273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9"/>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Three Tier Architecture</a:t>
            </a:r>
            <a:endParaRPr/>
          </a:p>
        </p:txBody>
      </p:sp>
      <p:sp>
        <p:nvSpPr>
          <p:cNvPr id="206" name="Google Shape;206;p29"/>
          <p:cNvSpPr txBox="1"/>
          <p:nvPr>
            <p:ph idx="1" type="body"/>
          </p:nvPr>
        </p:nvSpPr>
        <p:spPr>
          <a:xfrm>
            <a:off x="484700" y="1545475"/>
            <a:ext cx="7802100" cy="4195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US"/>
              <a:t>A "three-tier architecture" is also a type of client-server architecture.</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rPr lang="en-US"/>
              <a:t>It is a software architecture where an application is divided into three distinct layers: the client tier (user interface), application layer (application logic) and the data tier (database).</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rPr lang="en-US"/>
              <a:t>The client directly communicates only with the application layer to access data and perform operations.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0"/>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Three Tier Architecture</a:t>
            </a:r>
            <a:endParaRPr/>
          </a:p>
        </p:txBody>
      </p:sp>
      <p:pic>
        <p:nvPicPr>
          <p:cNvPr id="213" name="Google Shape;213;p30"/>
          <p:cNvPicPr preferRelativeResize="0"/>
          <p:nvPr/>
        </p:nvPicPr>
        <p:blipFill>
          <a:blip r:embed="rId3">
            <a:alphaModFix/>
          </a:blip>
          <a:stretch>
            <a:fillRect/>
          </a:stretch>
        </p:blipFill>
        <p:spPr>
          <a:xfrm>
            <a:off x="1626404" y="2281002"/>
            <a:ext cx="6291049" cy="2523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1"/>
          <p:cNvSpPr txBox="1"/>
          <p:nvPr/>
        </p:nvSpPr>
        <p:spPr>
          <a:xfrm>
            <a:off x="484710" y="0"/>
            <a:ext cx="5687490" cy="90846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2"/>
              </a:buClr>
              <a:buSzPts val="4200"/>
              <a:buFont typeface="Arial"/>
              <a:buNone/>
            </a:pPr>
            <a:r>
              <a:rPr lang="en-US" sz="4200">
                <a:solidFill>
                  <a:schemeClr val="dk2"/>
                </a:solidFill>
              </a:rPr>
              <a:t>N-tier Architecture</a:t>
            </a:r>
            <a:endParaRPr/>
          </a:p>
        </p:txBody>
      </p:sp>
      <p:sp>
        <p:nvSpPr>
          <p:cNvPr id="220" name="Google Shape;220;p31"/>
          <p:cNvSpPr txBox="1"/>
          <p:nvPr/>
        </p:nvSpPr>
        <p:spPr>
          <a:xfrm>
            <a:off x="173975" y="1536875"/>
            <a:ext cx="8528400" cy="4926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t/>
            </a:r>
            <a:endParaRPr sz="2000">
              <a:solidFill>
                <a:schemeClr val="dk1"/>
              </a:solidFill>
            </a:endParaRPr>
          </a:p>
        </p:txBody>
      </p:sp>
      <p:sp>
        <p:nvSpPr>
          <p:cNvPr id="221" name="Google Shape;221;p31"/>
          <p:cNvSpPr txBox="1"/>
          <p:nvPr/>
        </p:nvSpPr>
        <p:spPr>
          <a:xfrm>
            <a:off x="503550" y="1623875"/>
            <a:ext cx="8136900" cy="31092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lang="en-US" sz="2000">
                <a:solidFill>
                  <a:schemeClr val="dk1"/>
                </a:solidFill>
              </a:rPr>
              <a:t>N-tier architecture divides an application into N number of tiers.</a:t>
            </a:r>
            <a:endParaRPr sz="2000">
              <a:solidFill>
                <a:schemeClr val="dk1"/>
              </a:solidFill>
            </a:endParaRPr>
          </a:p>
          <a:p>
            <a:pPr indent="0" lvl="0" marL="0" rtl="0" algn="l">
              <a:spcBef>
                <a:spcPts val="1000"/>
              </a:spcBef>
              <a:spcAft>
                <a:spcPts val="0"/>
              </a:spcAft>
              <a:buNone/>
            </a:pPr>
            <a:r>
              <a:t/>
            </a:r>
            <a:endParaRPr sz="2000">
              <a:solidFill>
                <a:schemeClr val="dk1"/>
              </a:solidFill>
            </a:endParaRPr>
          </a:p>
          <a:p>
            <a:pPr indent="0" lvl="0" marL="0" rtl="0" algn="l">
              <a:spcBef>
                <a:spcPts val="1000"/>
              </a:spcBef>
              <a:spcAft>
                <a:spcPts val="0"/>
              </a:spcAft>
              <a:buNone/>
            </a:pPr>
            <a:r>
              <a:rPr lang="en-US" sz="2000">
                <a:solidFill>
                  <a:schemeClr val="dk1"/>
                </a:solidFill>
              </a:rPr>
              <a:t>An N-tier architecture can divide a system into 2, 3, 4 or more tiers.</a:t>
            </a:r>
            <a:endParaRPr sz="2000">
              <a:solidFill>
                <a:schemeClr val="dk1"/>
              </a:solidFill>
            </a:endParaRPr>
          </a:p>
          <a:p>
            <a:pPr indent="0" lvl="0" marL="0" rtl="0" algn="l">
              <a:spcBef>
                <a:spcPts val="1000"/>
              </a:spcBef>
              <a:spcAft>
                <a:spcPts val="0"/>
              </a:spcAft>
              <a:buNone/>
            </a:pPr>
            <a:r>
              <a:t/>
            </a:r>
            <a:endParaRPr sz="2000">
              <a:solidFill>
                <a:schemeClr val="dk1"/>
              </a:solidFill>
            </a:endParaRPr>
          </a:p>
          <a:p>
            <a:pPr indent="0" lvl="0" marL="0" rtl="0" algn="l">
              <a:spcBef>
                <a:spcPts val="1000"/>
              </a:spcBef>
              <a:spcAft>
                <a:spcPts val="0"/>
              </a:spcAft>
              <a:buNone/>
            </a:pPr>
            <a:r>
              <a:rPr lang="en-US" sz="2000">
                <a:solidFill>
                  <a:schemeClr val="dk1"/>
                </a:solidFill>
              </a:rPr>
              <a:t>Additional tiers: caching, authentication, etc.</a:t>
            </a:r>
            <a:endParaRPr sz="2000">
              <a:solidFill>
                <a:schemeClr val="dk1"/>
              </a:solidFill>
            </a:endParaRPr>
          </a:p>
          <a:p>
            <a:pPr indent="0" lvl="0" marL="0" rtl="0" algn="l">
              <a:spcBef>
                <a:spcPts val="1000"/>
              </a:spcBef>
              <a:spcAft>
                <a:spcPts val="0"/>
              </a:spcAft>
              <a:buNone/>
            </a:pPr>
            <a:r>
              <a:t/>
            </a:r>
            <a:endParaRPr sz="2000">
              <a:solidFill>
                <a:schemeClr val="dk1"/>
              </a:solidFill>
            </a:endParaRPr>
          </a:p>
          <a:p>
            <a:pPr indent="0" lvl="0" marL="0" rtl="0" algn="l">
              <a:spcBef>
                <a:spcPts val="1000"/>
              </a:spcBef>
              <a:spcAft>
                <a:spcPts val="0"/>
              </a:spcAft>
              <a:buNone/>
            </a:pPr>
            <a:r>
              <a:t/>
            </a:r>
            <a:endParaRPr sz="20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2"/>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N-tier Architecture</a:t>
            </a:r>
            <a:endParaRPr/>
          </a:p>
        </p:txBody>
      </p:sp>
      <p:pic>
        <p:nvPicPr>
          <p:cNvPr id="228" name="Google Shape;228;p32"/>
          <p:cNvPicPr preferRelativeResize="0"/>
          <p:nvPr/>
        </p:nvPicPr>
        <p:blipFill>
          <a:blip r:embed="rId3">
            <a:alphaModFix/>
          </a:blip>
          <a:stretch>
            <a:fillRect/>
          </a:stretch>
        </p:blipFill>
        <p:spPr>
          <a:xfrm>
            <a:off x="573578" y="2471753"/>
            <a:ext cx="7055400" cy="2440853"/>
          </a:xfrm>
          <a:prstGeom prst="rect">
            <a:avLst/>
          </a:prstGeom>
          <a:noFill/>
          <a:ln>
            <a:noFill/>
          </a:ln>
        </p:spPr>
      </p:pic>
      <p:sp>
        <p:nvSpPr>
          <p:cNvPr id="229" name="Google Shape;229;p32"/>
          <p:cNvSpPr txBox="1"/>
          <p:nvPr/>
        </p:nvSpPr>
        <p:spPr>
          <a:xfrm>
            <a:off x="2656225" y="4978950"/>
            <a:ext cx="7377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1"/>
                </a:solidFill>
              </a:rPr>
              <a:t>4-tier Architecture</a:t>
            </a:r>
            <a:endParaRPr sz="20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3"/>
          <p:cNvSpPr/>
          <p:nvPr/>
        </p:nvSpPr>
        <p:spPr>
          <a:xfrm>
            <a:off x="1066803" y="4809563"/>
            <a:ext cx="2057398" cy="1273771"/>
          </a:xfrm>
          <a:prstGeom prst="rect">
            <a:avLst/>
          </a:prstGeom>
          <a:solidFill>
            <a:srgbClr val="76C2E8"/>
          </a:solidFill>
          <a:ln cap="rnd" cmpd="sng" w="19050">
            <a:solidFill>
              <a:srgbClr val="0A51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r">
              <a:spcBef>
                <a:spcPts val="0"/>
              </a:spcBef>
              <a:spcAft>
                <a:spcPts val="0"/>
              </a:spcAft>
              <a:buNone/>
            </a:pPr>
            <a:r>
              <a:rPr lang="en-US" sz="1800">
                <a:solidFill>
                  <a:schemeClr val="lt1"/>
                </a:solidFill>
                <a:latin typeface="Times New Roman"/>
                <a:ea typeface="Times New Roman"/>
                <a:cs typeface="Times New Roman"/>
                <a:sym typeface="Times New Roman"/>
              </a:rPr>
              <a:t>Internet</a:t>
            </a:r>
            <a:endParaRPr/>
          </a:p>
        </p:txBody>
      </p:sp>
      <p:sp>
        <p:nvSpPr>
          <p:cNvPr id="236" name="Google Shape;236;p33"/>
          <p:cNvSpPr/>
          <p:nvPr/>
        </p:nvSpPr>
        <p:spPr>
          <a:xfrm>
            <a:off x="5217473" y="4724401"/>
            <a:ext cx="1945328" cy="1358934"/>
          </a:xfrm>
          <a:prstGeom prst="rect">
            <a:avLst/>
          </a:prstGeom>
          <a:solidFill>
            <a:srgbClr val="76C2E8"/>
          </a:solidFill>
          <a:ln cap="rnd" cmpd="sng" w="19050">
            <a:solidFill>
              <a:srgbClr val="0A51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r">
              <a:spcBef>
                <a:spcPts val="0"/>
              </a:spcBef>
              <a:spcAft>
                <a:spcPts val="0"/>
              </a:spcAft>
              <a:buNone/>
            </a:pPr>
            <a:r>
              <a:rPr lang="en-US" sz="1800">
                <a:solidFill>
                  <a:schemeClr val="lt1"/>
                </a:solidFill>
                <a:latin typeface="Times New Roman"/>
                <a:ea typeface="Times New Roman"/>
                <a:cs typeface="Times New Roman"/>
                <a:sym typeface="Times New Roman"/>
              </a:rPr>
              <a:t>Intranet</a:t>
            </a:r>
            <a:endParaRPr/>
          </a:p>
        </p:txBody>
      </p:sp>
      <p:sp>
        <p:nvSpPr>
          <p:cNvPr id="237" name="Google Shape;237;p33"/>
          <p:cNvSpPr/>
          <p:nvPr/>
        </p:nvSpPr>
        <p:spPr>
          <a:xfrm>
            <a:off x="6553200" y="2286000"/>
            <a:ext cx="1978934" cy="1367116"/>
          </a:xfrm>
          <a:prstGeom prst="roundRect">
            <a:avLst>
              <a:gd fmla="val 16667" name="adj"/>
            </a:avLst>
          </a:prstGeom>
          <a:solidFill>
            <a:schemeClr val="accent1"/>
          </a:solidFill>
          <a:ln cap="rnd" cmpd="sng" w="1905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38" name="Google Shape;238;p33"/>
          <p:cNvSpPr/>
          <p:nvPr/>
        </p:nvSpPr>
        <p:spPr>
          <a:xfrm>
            <a:off x="3793314" y="2133599"/>
            <a:ext cx="2033720" cy="1519519"/>
          </a:xfrm>
          <a:prstGeom prst="roundRect">
            <a:avLst>
              <a:gd fmla="val 16667" name="adj"/>
            </a:avLst>
          </a:prstGeom>
          <a:solidFill>
            <a:schemeClr val="accent1"/>
          </a:solidFill>
          <a:ln cap="rnd" cmpd="sng" w="1905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39" name="Google Shape;239;p33"/>
          <p:cNvSpPr/>
          <p:nvPr/>
        </p:nvSpPr>
        <p:spPr>
          <a:xfrm>
            <a:off x="762000" y="2061885"/>
            <a:ext cx="2056267" cy="1600191"/>
          </a:xfrm>
          <a:prstGeom prst="roundRect">
            <a:avLst>
              <a:gd fmla="val 16667" name="adj"/>
            </a:avLst>
          </a:prstGeom>
          <a:solidFill>
            <a:schemeClr val="accent1"/>
          </a:solidFill>
          <a:ln cap="rnd" cmpd="sng" w="1905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40" name="Google Shape;240;p33"/>
          <p:cNvSpPr txBox="1"/>
          <p:nvPr>
            <p:ph type="title"/>
          </p:nvPr>
        </p:nvSpPr>
        <p:spPr>
          <a:xfrm>
            <a:off x="484710" y="152400"/>
            <a:ext cx="5077890" cy="7575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Arial"/>
              <a:buNone/>
            </a:pPr>
            <a:r>
              <a:rPr lang="en-US"/>
              <a:t>System Architecture</a:t>
            </a:r>
            <a:br>
              <a:rPr lang="en-US"/>
            </a:br>
            <a:endParaRPr/>
          </a:p>
        </p:txBody>
      </p:sp>
      <p:sp>
        <p:nvSpPr>
          <p:cNvPr id="241" name="Google Shape;241;p33"/>
          <p:cNvSpPr txBox="1"/>
          <p:nvPr>
            <p:ph idx="1" type="body"/>
          </p:nvPr>
        </p:nvSpPr>
        <p:spPr>
          <a:xfrm>
            <a:off x="266700" y="1143000"/>
            <a:ext cx="8610600" cy="5562600"/>
          </a:xfrm>
          <a:prstGeom prst="rect">
            <a:avLst/>
          </a:prstGeom>
          <a:noFill/>
          <a:ln>
            <a:noFill/>
          </a:ln>
        </p:spPr>
        <p:txBody>
          <a:bodyPr anchorCtr="0" anchor="t" bIns="45700" lIns="91425" spcFirstLastPara="1" rIns="91425" wrap="square" tIns="45700">
            <a:normAutofit/>
          </a:bodyPr>
          <a:lstStyle/>
          <a:p>
            <a:pPr indent="-342906" lvl="0" marL="342906" rtl="0" algn="l">
              <a:spcBef>
                <a:spcPts val="0"/>
              </a:spcBef>
              <a:spcAft>
                <a:spcPts val="0"/>
              </a:spcAft>
              <a:buSzPts val="1600"/>
              <a:buChar char="►"/>
            </a:pPr>
            <a:r>
              <a:rPr b="1" lang="en-US"/>
              <a:t>Web Technologies: Centralized Computing</a:t>
            </a:r>
            <a:endParaRPr/>
          </a:p>
          <a:p>
            <a:pPr indent="-241306" lvl="0" marL="342906" rtl="0" algn="r">
              <a:spcBef>
                <a:spcPts val="1000"/>
              </a:spcBef>
              <a:spcAft>
                <a:spcPts val="0"/>
              </a:spcAft>
              <a:buSzPts val="1600"/>
              <a:buNone/>
            </a:pPr>
            <a:r>
              <a:t/>
            </a:r>
            <a:endParaRPr/>
          </a:p>
        </p:txBody>
      </p:sp>
      <p:cxnSp>
        <p:nvCxnSpPr>
          <p:cNvPr id="242" name="Google Shape;242;p33"/>
          <p:cNvCxnSpPr/>
          <p:nvPr/>
        </p:nvCxnSpPr>
        <p:spPr>
          <a:xfrm>
            <a:off x="381000" y="4038600"/>
            <a:ext cx="8305800" cy="0"/>
          </a:xfrm>
          <a:prstGeom prst="straightConnector1">
            <a:avLst/>
          </a:prstGeom>
          <a:noFill/>
          <a:ln cap="rnd" cmpd="sng" w="9525">
            <a:solidFill>
              <a:schemeClr val="dk1"/>
            </a:solidFill>
            <a:prstDash val="solid"/>
            <a:round/>
            <a:headEnd len="sm" w="sm" type="none"/>
            <a:tailEnd len="sm" w="sm" type="none"/>
          </a:ln>
        </p:spPr>
      </p:cxnSp>
      <p:sp>
        <p:nvSpPr>
          <p:cNvPr id="243" name="Google Shape;243;p33"/>
          <p:cNvSpPr/>
          <p:nvPr/>
        </p:nvSpPr>
        <p:spPr>
          <a:xfrm>
            <a:off x="610732" y="1926598"/>
            <a:ext cx="2056267" cy="1600191"/>
          </a:xfrm>
          <a:prstGeom prst="roundRect">
            <a:avLst>
              <a:gd fmla="val 16667" name="adj"/>
            </a:avLst>
          </a:prstGeom>
          <a:solidFill>
            <a:schemeClr val="accent1"/>
          </a:solidFill>
          <a:ln cap="rnd" cmpd="sng" w="19050">
            <a:solidFill>
              <a:srgbClr val="0A51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Web Server</a:t>
            </a:r>
            <a:endParaRPr/>
          </a:p>
        </p:txBody>
      </p:sp>
      <p:sp>
        <p:nvSpPr>
          <p:cNvPr id="244" name="Google Shape;244;p33"/>
          <p:cNvSpPr/>
          <p:nvPr/>
        </p:nvSpPr>
        <p:spPr>
          <a:xfrm>
            <a:off x="3542947" y="1926597"/>
            <a:ext cx="2132819" cy="1600189"/>
          </a:xfrm>
          <a:prstGeom prst="roundRect">
            <a:avLst>
              <a:gd fmla="val 16667" name="adj"/>
            </a:avLst>
          </a:prstGeom>
          <a:solidFill>
            <a:schemeClr val="accent1"/>
          </a:solidFill>
          <a:ln cap="rnd" cmpd="sng" w="19050">
            <a:solidFill>
              <a:srgbClr val="0A51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Application Server</a:t>
            </a:r>
            <a:endParaRPr/>
          </a:p>
        </p:txBody>
      </p:sp>
      <p:sp>
        <p:nvSpPr>
          <p:cNvPr id="245" name="Google Shape;245;p33"/>
          <p:cNvSpPr/>
          <p:nvPr/>
        </p:nvSpPr>
        <p:spPr>
          <a:xfrm>
            <a:off x="6324599" y="1926597"/>
            <a:ext cx="2056267" cy="1600181"/>
          </a:xfrm>
          <a:prstGeom prst="roundRect">
            <a:avLst>
              <a:gd fmla="val 16667" name="adj"/>
            </a:avLst>
          </a:prstGeom>
          <a:solidFill>
            <a:schemeClr val="accent1"/>
          </a:solidFill>
          <a:ln cap="rnd" cmpd="sng" w="19050">
            <a:solidFill>
              <a:srgbClr val="0A51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Database Server</a:t>
            </a:r>
            <a:endParaRPr/>
          </a:p>
        </p:txBody>
      </p:sp>
      <p:sp>
        <p:nvSpPr>
          <p:cNvPr id="246" name="Google Shape;246;p33"/>
          <p:cNvSpPr/>
          <p:nvPr/>
        </p:nvSpPr>
        <p:spPr>
          <a:xfrm>
            <a:off x="935462" y="2404775"/>
            <a:ext cx="1524000" cy="1024221"/>
          </a:xfrm>
          <a:prstGeom prst="rect">
            <a:avLst/>
          </a:prstGeom>
          <a:solidFill>
            <a:schemeClr val="lt1"/>
          </a:solidFill>
          <a:ln cap="rnd" cmpd="sng" w="1905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Presentation Layer</a:t>
            </a:r>
            <a:endParaRPr/>
          </a:p>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(HTML)</a:t>
            </a:r>
            <a:endParaRPr/>
          </a:p>
        </p:txBody>
      </p:sp>
      <p:sp>
        <p:nvSpPr>
          <p:cNvPr id="247" name="Google Shape;247;p33"/>
          <p:cNvSpPr/>
          <p:nvPr/>
        </p:nvSpPr>
        <p:spPr>
          <a:xfrm>
            <a:off x="3890656" y="2626665"/>
            <a:ext cx="1447800" cy="761996"/>
          </a:xfrm>
          <a:prstGeom prst="rect">
            <a:avLst/>
          </a:prstGeom>
          <a:solidFill>
            <a:schemeClr val="lt1"/>
          </a:solidFill>
          <a:ln cap="rnd" cmpd="sng" w="190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Business Logic</a:t>
            </a:r>
            <a:endParaRPr/>
          </a:p>
        </p:txBody>
      </p:sp>
      <p:sp>
        <p:nvSpPr>
          <p:cNvPr id="248" name="Google Shape;248;p33"/>
          <p:cNvSpPr/>
          <p:nvPr/>
        </p:nvSpPr>
        <p:spPr>
          <a:xfrm>
            <a:off x="6475867" y="2514600"/>
            <a:ext cx="1732671" cy="874062"/>
          </a:xfrm>
          <a:prstGeom prst="rect">
            <a:avLst/>
          </a:prstGeom>
          <a:solidFill>
            <a:schemeClr val="lt1"/>
          </a:solidFill>
          <a:ln cap="rnd" cmpd="sng" w="190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Data Access logic</a:t>
            </a:r>
            <a:endParaRPr/>
          </a:p>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(RDBMS)</a:t>
            </a:r>
            <a:endParaRPr/>
          </a:p>
        </p:txBody>
      </p:sp>
      <p:cxnSp>
        <p:nvCxnSpPr>
          <p:cNvPr id="249" name="Google Shape;249;p33"/>
          <p:cNvCxnSpPr/>
          <p:nvPr/>
        </p:nvCxnSpPr>
        <p:spPr>
          <a:xfrm>
            <a:off x="1447800" y="3526778"/>
            <a:ext cx="0" cy="520780"/>
          </a:xfrm>
          <a:prstGeom prst="straightConnector1">
            <a:avLst/>
          </a:prstGeom>
          <a:noFill/>
          <a:ln cap="rnd" cmpd="sng" w="9525">
            <a:solidFill>
              <a:schemeClr val="dk1"/>
            </a:solidFill>
            <a:prstDash val="solid"/>
            <a:round/>
            <a:headEnd len="sm" w="sm" type="none"/>
            <a:tailEnd len="sm" w="sm" type="none"/>
          </a:ln>
        </p:spPr>
      </p:cxnSp>
      <p:cxnSp>
        <p:nvCxnSpPr>
          <p:cNvPr id="250" name="Google Shape;250;p33"/>
          <p:cNvCxnSpPr/>
          <p:nvPr/>
        </p:nvCxnSpPr>
        <p:spPr>
          <a:xfrm>
            <a:off x="1219200" y="3662076"/>
            <a:ext cx="0" cy="385482"/>
          </a:xfrm>
          <a:prstGeom prst="straightConnector1">
            <a:avLst/>
          </a:prstGeom>
          <a:noFill/>
          <a:ln cap="rnd" cmpd="sng" w="9525">
            <a:solidFill>
              <a:schemeClr val="dk1"/>
            </a:solidFill>
            <a:prstDash val="solid"/>
            <a:round/>
            <a:headEnd len="sm" w="sm" type="none"/>
            <a:tailEnd len="sm" w="sm" type="none"/>
          </a:ln>
        </p:spPr>
      </p:cxnSp>
      <p:cxnSp>
        <p:nvCxnSpPr>
          <p:cNvPr id="251" name="Google Shape;251;p33"/>
          <p:cNvCxnSpPr/>
          <p:nvPr/>
        </p:nvCxnSpPr>
        <p:spPr>
          <a:xfrm>
            <a:off x="4191000" y="3662076"/>
            <a:ext cx="0" cy="376524"/>
          </a:xfrm>
          <a:prstGeom prst="straightConnector1">
            <a:avLst/>
          </a:prstGeom>
          <a:noFill/>
          <a:ln cap="rnd" cmpd="sng" w="9525">
            <a:solidFill>
              <a:schemeClr val="dk1"/>
            </a:solidFill>
            <a:prstDash val="solid"/>
            <a:round/>
            <a:headEnd len="sm" w="sm" type="none"/>
            <a:tailEnd len="sm" w="sm" type="none"/>
          </a:ln>
        </p:spPr>
      </p:cxnSp>
      <p:cxnSp>
        <p:nvCxnSpPr>
          <p:cNvPr id="252" name="Google Shape;252;p33"/>
          <p:cNvCxnSpPr/>
          <p:nvPr/>
        </p:nvCxnSpPr>
        <p:spPr>
          <a:xfrm>
            <a:off x="4393809" y="3517820"/>
            <a:ext cx="0" cy="520780"/>
          </a:xfrm>
          <a:prstGeom prst="straightConnector1">
            <a:avLst/>
          </a:prstGeom>
          <a:noFill/>
          <a:ln cap="rnd" cmpd="sng" w="9525">
            <a:solidFill>
              <a:schemeClr val="dk1"/>
            </a:solidFill>
            <a:prstDash val="solid"/>
            <a:round/>
            <a:headEnd len="sm" w="sm" type="none"/>
            <a:tailEnd len="sm" w="sm" type="none"/>
          </a:ln>
        </p:spPr>
      </p:cxnSp>
      <p:cxnSp>
        <p:nvCxnSpPr>
          <p:cNvPr id="253" name="Google Shape;253;p33"/>
          <p:cNvCxnSpPr/>
          <p:nvPr/>
        </p:nvCxnSpPr>
        <p:spPr>
          <a:xfrm>
            <a:off x="7239000" y="3662076"/>
            <a:ext cx="0" cy="376524"/>
          </a:xfrm>
          <a:prstGeom prst="straightConnector1">
            <a:avLst/>
          </a:prstGeom>
          <a:noFill/>
          <a:ln cap="rnd" cmpd="sng" w="9525">
            <a:solidFill>
              <a:schemeClr val="dk1"/>
            </a:solidFill>
            <a:prstDash val="solid"/>
            <a:round/>
            <a:headEnd len="sm" w="sm" type="none"/>
            <a:tailEnd len="sm" w="sm" type="none"/>
          </a:ln>
        </p:spPr>
      </p:cxnSp>
      <p:cxnSp>
        <p:nvCxnSpPr>
          <p:cNvPr id="254" name="Google Shape;254;p33"/>
          <p:cNvCxnSpPr/>
          <p:nvPr/>
        </p:nvCxnSpPr>
        <p:spPr>
          <a:xfrm>
            <a:off x="7010400" y="3526778"/>
            <a:ext cx="0" cy="520780"/>
          </a:xfrm>
          <a:prstGeom prst="straightConnector1">
            <a:avLst/>
          </a:prstGeom>
          <a:noFill/>
          <a:ln cap="rnd" cmpd="sng" w="9525">
            <a:solidFill>
              <a:schemeClr val="dk1"/>
            </a:solidFill>
            <a:prstDash val="solid"/>
            <a:round/>
            <a:headEnd len="sm" w="sm" type="none"/>
            <a:tailEnd len="sm" w="sm" type="none"/>
          </a:ln>
        </p:spPr>
      </p:cxnSp>
      <p:sp>
        <p:nvSpPr>
          <p:cNvPr id="255" name="Google Shape;255;p33"/>
          <p:cNvSpPr/>
          <p:nvPr/>
        </p:nvSpPr>
        <p:spPr>
          <a:xfrm>
            <a:off x="1378048" y="5173645"/>
            <a:ext cx="1288943" cy="807012"/>
          </a:xfrm>
          <a:prstGeom prst="roundRect">
            <a:avLst>
              <a:gd fmla="val 16667" name="adj"/>
            </a:avLst>
          </a:prstGeom>
          <a:solidFill>
            <a:schemeClr val="accent1"/>
          </a:solidFill>
          <a:ln cap="rnd" cmpd="sng" w="1905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Web Browser (Client)</a:t>
            </a:r>
            <a:endParaRPr/>
          </a:p>
        </p:txBody>
      </p:sp>
      <p:sp>
        <p:nvSpPr>
          <p:cNvPr id="256" name="Google Shape;256;p33"/>
          <p:cNvSpPr/>
          <p:nvPr/>
        </p:nvSpPr>
        <p:spPr>
          <a:xfrm>
            <a:off x="5562601" y="5138015"/>
            <a:ext cx="1219200" cy="842642"/>
          </a:xfrm>
          <a:prstGeom prst="roundRect">
            <a:avLst>
              <a:gd fmla="val 16667" name="adj"/>
            </a:avLst>
          </a:prstGeom>
          <a:solidFill>
            <a:schemeClr val="accent1"/>
          </a:solidFill>
          <a:ln cap="rnd" cmpd="sng" w="1905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Web Browser</a:t>
            </a:r>
            <a:endParaRPr/>
          </a:p>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(Client)</a:t>
            </a:r>
            <a:endParaRPr/>
          </a:p>
        </p:txBody>
      </p:sp>
      <p:cxnSp>
        <p:nvCxnSpPr>
          <p:cNvPr id="257" name="Google Shape;257;p33"/>
          <p:cNvCxnSpPr/>
          <p:nvPr/>
        </p:nvCxnSpPr>
        <p:spPr>
          <a:xfrm rot="10800000">
            <a:off x="6096000" y="4047558"/>
            <a:ext cx="0" cy="1090457"/>
          </a:xfrm>
          <a:prstGeom prst="straightConnector1">
            <a:avLst/>
          </a:prstGeom>
          <a:noFill/>
          <a:ln cap="rnd" cmpd="sng" w="9525">
            <a:solidFill>
              <a:schemeClr val="dk1"/>
            </a:solidFill>
            <a:prstDash val="solid"/>
            <a:round/>
            <a:headEnd len="sm" w="sm" type="none"/>
            <a:tailEnd len="sm" w="sm" type="none"/>
          </a:ln>
        </p:spPr>
      </p:cxnSp>
      <p:cxnSp>
        <p:nvCxnSpPr>
          <p:cNvPr id="258" name="Google Shape;258;p33"/>
          <p:cNvCxnSpPr/>
          <p:nvPr/>
        </p:nvCxnSpPr>
        <p:spPr>
          <a:xfrm rot="10800000">
            <a:off x="1981200" y="4047558"/>
            <a:ext cx="0" cy="1126087"/>
          </a:xfrm>
          <a:prstGeom prst="straightConnector1">
            <a:avLst/>
          </a:prstGeom>
          <a:noFill/>
          <a:ln cap="rnd" cmpd="sng" w="9525">
            <a:solidFill>
              <a:schemeClr val="dk1"/>
            </a:solidFill>
            <a:prstDash val="solid"/>
            <a:round/>
            <a:headEnd len="sm" w="sm" type="none"/>
            <a:tailEnd len="sm" w="sm"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4"/>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Scalability</a:t>
            </a:r>
            <a:endParaRPr/>
          </a:p>
        </p:txBody>
      </p:sp>
      <p:sp>
        <p:nvSpPr>
          <p:cNvPr id="265" name="Google Shape;265;p34"/>
          <p:cNvSpPr txBox="1"/>
          <p:nvPr>
            <p:ph idx="1" type="body"/>
          </p:nvPr>
        </p:nvSpPr>
        <p:spPr>
          <a:xfrm>
            <a:off x="715075" y="1388525"/>
            <a:ext cx="3361500" cy="4195500"/>
          </a:xfrm>
          <a:prstGeom prst="rect">
            <a:avLst/>
          </a:prstGeom>
        </p:spPr>
        <p:txBody>
          <a:bodyPr anchorCtr="0" anchor="t" bIns="45700" lIns="91425" spcFirstLastPara="1" rIns="91425" wrap="square" tIns="45700">
            <a:normAutofit lnSpcReduction="10000"/>
          </a:bodyPr>
          <a:lstStyle/>
          <a:p>
            <a:pPr indent="-342900" lvl="0" marL="457200" rtl="0" algn="l">
              <a:lnSpc>
                <a:spcPct val="115000"/>
              </a:lnSpc>
              <a:spcBef>
                <a:spcPts val="1200"/>
              </a:spcBef>
              <a:spcAft>
                <a:spcPts val="0"/>
              </a:spcAft>
              <a:buClr>
                <a:schemeClr val="dk1"/>
              </a:buClr>
              <a:buSzPts val="1800"/>
              <a:buFont typeface="Arial"/>
              <a:buChar char="●"/>
            </a:pPr>
            <a:r>
              <a:rPr b="1" lang="en-US" sz="1800"/>
              <a:t>Horizontal Scaling (Scaling Out)</a:t>
            </a:r>
            <a:r>
              <a:rPr lang="en-US" sz="1800"/>
              <a:t>: Adding more servers to handle increased load.</a:t>
            </a:r>
            <a:endParaRPr sz="1800"/>
          </a:p>
          <a:p>
            <a:pPr indent="-342900" lvl="0" marL="457200" rtl="0" algn="l">
              <a:lnSpc>
                <a:spcPct val="115000"/>
              </a:lnSpc>
              <a:spcBef>
                <a:spcPts val="0"/>
              </a:spcBef>
              <a:spcAft>
                <a:spcPts val="0"/>
              </a:spcAft>
              <a:buClr>
                <a:schemeClr val="dk1"/>
              </a:buClr>
              <a:buSzPts val="1800"/>
              <a:buFont typeface="Arial"/>
              <a:buChar char="●"/>
            </a:pPr>
            <a:r>
              <a:rPr b="1" lang="en-US" sz="1800"/>
              <a:t>Vertical Scaling (Scaling Up)</a:t>
            </a:r>
            <a:r>
              <a:rPr lang="en-US" sz="1800"/>
              <a:t>: Increasing the resources (CPU, RAM) of a single server.</a:t>
            </a:r>
            <a:endParaRPr sz="1800"/>
          </a:p>
          <a:p>
            <a:pPr indent="0" lvl="0" marL="0" rtl="0" algn="l">
              <a:lnSpc>
                <a:spcPct val="115000"/>
              </a:lnSpc>
              <a:spcBef>
                <a:spcPts val="1200"/>
              </a:spcBef>
              <a:spcAft>
                <a:spcPts val="0"/>
              </a:spcAft>
              <a:buClr>
                <a:schemeClr val="dk1"/>
              </a:buClr>
              <a:buSzPts val="1100"/>
              <a:buFont typeface="Arial"/>
              <a:buNone/>
            </a:pPr>
            <a:r>
              <a:rPr b="1" lang="en-US" sz="1800"/>
              <a:t>Why it matters</a:t>
            </a:r>
            <a:r>
              <a:rPr lang="en-US" sz="1800"/>
              <a:t>: As user traffic grows, web systems need to scale efficiently to maintain performance and availability.</a:t>
            </a:r>
            <a:endParaRPr sz="1800"/>
          </a:p>
          <a:p>
            <a:pPr indent="0" lvl="0" marL="0" rtl="0" algn="l">
              <a:spcBef>
                <a:spcPts val="1200"/>
              </a:spcBef>
              <a:spcAft>
                <a:spcPts val="0"/>
              </a:spcAft>
              <a:buNone/>
            </a:pPr>
            <a:r>
              <a:t/>
            </a:r>
            <a:endParaRPr sz="1800"/>
          </a:p>
        </p:txBody>
      </p:sp>
      <p:pic>
        <p:nvPicPr>
          <p:cNvPr id="266" name="Google Shape;266;p34"/>
          <p:cNvPicPr preferRelativeResize="0"/>
          <p:nvPr/>
        </p:nvPicPr>
        <p:blipFill>
          <a:blip r:embed="rId3">
            <a:alphaModFix/>
          </a:blip>
          <a:stretch>
            <a:fillRect/>
          </a:stretch>
        </p:blipFill>
        <p:spPr>
          <a:xfrm>
            <a:off x="4076575" y="1569600"/>
            <a:ext cx="5022326" cy="37187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5"/>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Microservices Architecture</a:t>
            </a:r>
            <a:endParaRPr/>
          </a:p>
        </p:txBody>
      </p:sp>
      <p:sp>
        <p:nvSpPr>
          <p:cNvPr id="273" name="Google Shape;273;p35"/>
          <p:cNvSpPr txBox="1"/>
          <p:nvPr>
            <p:ph idx="1" type="body"/>
          </p:nvPr>
        </p:nvSpPr>
        <p:spPr>
          <a:xfrm>
            <a:off x="827700" y="2052925"/>
            <a:ext cx="3744300" cy="4195500"/>
          </a:xfrm>
          <a:prstGeom prst="rect">
            <a:avLst/>
          </a:prstGeom>
        </p:spPr>
        <p:txBody>
          <a:bodyPr anchorCtr="0" anchor="t" bIns="45700" lIns="91425" spcFirstLastPara="1" rIns="91425" wrap="square" tIns="45700">
            <a:noAutofit/>
          </a:bodyPr>
          <a:lstStyle/>
          <a:p>
            <a:pPr indent="-330200" lvl="0" marL="457200" rtl="0" algn="l">
              <a:lnSpc>
                <a:spcPct val="115000"/>
              </a:lnSpc>
              <a:spcBef>
                <a:spcPts val="1200"/>
              </a:spcBef>
              <a:spcAft>
                <a:spcPts val="0"/>
              </a:spcAft>
              <a:buClr>
                <a:schemeClr val="dk1"/>
              </a:buClr>
              <a:buSzPts val="1600"/>
              <a:buFont typeface="Arial"/>
              <a:buChar char="●"/>
            </a:pPr>
            <a:r>
              <a:rPr b="1" lang="en-US" sz="1600"/>
              <a:t>What is Microservices?</a:t>
            </a:r>
            <a:endParaRPr b="1" sz="1600"/>
          </a:p>
          <a:p>
            <a:pPr indent="-330200" lvl="1" marL="914400" rtl="0" algn="l">
              <a:lnSpc>
                <a:spcPct val="115000"/>
              </a:lnSpc>
              <a:spcBef>
                <a:spcPts val="0"/>
              </a:spcBef>
              <a:spcAft>
                <a:spcPts val="0"/>
              </a:spcAft>
              <a:buClr>
                <a:schemeClr val="dk1"/>
              </a:buClr>
              <a:buSzPts val="1600"/>
              <a:buFont typeface="Arial"/>
              <a:buChar char="○"/>
            </a:pPr>
            <a:r>
              <a:rPr lang="en-US" sz="1600"/>
              <a:t>Breaking down a large system into smaller, independently deployable services.</a:t>
            </a:r>
            <a:endParaRPr sz="1600"/>
          </a:p>
          <a:p>
            <a:pPr indent="-330200" lvl="0" marL="457200" rtl="0" algn="l">
              <a:lnSpc>
                <a:spcPct val="115000"/>
              </a:lnSpc>
              <a:spcBef>
                <a:spcPts val="0"/>
              </a:spcBef>
              <a:spcAft>
                <a:spcPts val="0"/>
              </a:spcAft>
              <a:buClr>
                <a:schemeClr val="dk1"/>
              </a:buClr>
              <a:buSzPts val="1600"/>
              <a:buFont typeface="Arial"/>
              <a:buChar char="●"/>
            </a:pPr>
            <a:r>
              <a:rPr b="1" lang="en-US" sz="1600"/>
              <a:t>Benefits</a:t>
            </a:r>
            <a:r>
              <a:rPr lang="en-US" sz="1600"/>
              <a:t>:</a:t>
            </a:r>
            <a:endParaRPr sz="1600"/>
          </a:p>
          <a:p>
            <a:pPr indent="-330200" lvl="1" marL="914400" rtl="0" algn="l">
              <a:lnSpc>
                <a:spcPct val="115000"/>
              </a:lnSpc>
              <a:spcBef>
                <a:spcPts val="0"/>
              </a:spcBef>
              <a:spcAft>
                <a:spcPts val="0"/>
              </a:spcAft>
              <a:buClr>
                <a:schemeClr val="dk1"/>
              </a:buClr>
              <a:buSzPts val="1600"/>
              <a:buFont typeface="Arial"/>
              <a:buChar char="○"/>
            </a:pPr>
            <a:r>
              <a:rPr lang="en-US" sz="1600"/>
              <a:t>Independent scalability and fault isolation.</a:t>
            </a:r>
            <a:endParaRPr sz="1600"/>
          </a:p>
          <a:p>
            <a:pPr indent="-330200" lvl="1" marL="914400" rtl="0" algn="l">
              <a:lnSpc>
                <a:spcPct val="115000"/>
              </a:lnSpc>
              <a:spcBef>
                <a:spcPts val="0"/>
              </a:spcBef>
              <a:spcAft>
                <a:spcPts val="0"/>
              </a:spcAft>
              <a:buClr>
                <a:schemeClr val="dk1"/>
              </a:buClr>
              <a:buSzPts val="1600"/>
              <a:buFont typeface="Arial"/>
              <a:buChar char="○"/>
            </a:pPr>
            <a:r>
              <a:rPr lang="en-US" sz="1600"/>
              <a:t>Easier to maintain and update.</a:t>
            </a:r>
            <a:endParaRPr sz="1600"/>
          </a:p>
          <a:p>
            <a:pPr indent="0" lvl="0" marL="0" rtl="0" algn="l">
              <a:lnSpc>
                <a:spcPct val="115000"/>
              </a:lnSpc>
              <a:spcBef>
                <a:spcPts val="1200"/>
              </a:spcBef>
              <a:spcAft>
                <a:spcPts val="0"/>
              </a:spcAft>
              <a:buClr>
                <a:schemeClr val="dk1"/>
              </a:buClr>
              <a:buSzPts val="1100"/>
              <a:buFont typeface="Arial"/>
              <a:buNone/>
            </a:pPr>
            <a:r>
              <a:rPr b="1" lang="en-US" sz="1600"/>
              <a:t>Example</a:t>
            </a:r>
            <a:r>
              <a:rPr lang="en-US" sz="1600"/>
              <a:t>: A large e-commerce platform with separate services for user authentication, product catalog, and payment processing.</a:t>
            </a:r>
            <a:endParaRPr sz="1600"/>
          </a:p>
          <a:p>
            <a:pPr indent="0" lvl="0" marL="0" rtl="0" algn="l">
              <a:spcBef>
                <a:spcPts val="1200"/>
              </a:spcBef>
              <a:spcAft>
                <a:spcPts val="0"/>
              </a:spcAft>
              <a:buNone/>
            </a:pPr>
            <a:r>
              <a:t/>
            </a:r>
            <a:endParaRPr sz="1600"/>
          </a:p>
        </p:txBody>
      </p:sp>
      <p:pic>
        <p:nvPicPr>
          <p:cNvPr id="274" name="Google Shape;274;p35"/>
          <p:cNvPicPr preferRelativeResize="0"/>
          <p:nvPr/>
        </p:nvPicPr>
        <p:blipFill>
          <a:blip r:embed="rId3">
            <a:alphaModFix/>
          </a:blip>
          <a:stretch>
            <a:fillRect/>
          </a:stretch>
        </p:blipFill>
        <p:spPr>
          <a:xfrm>
            <a:off x="4724400" y="2005518"/>
            <a:ext cx="4267203" cy="201900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6"/>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 RESTful Design</a:t>
            </a:r>
            <a:endParaRPr/>
          </a:p>
        </p:txBody>
      </p:sp>
      <p:sp>
        <p:nvSpPr>
          <p:cNvPr id="281" name="Google Shape;281;p36"/>
          <p:cNvSpPr txBox="1"/>
          <p:nvPr>
            <p:ph idx="1" type="body"/>
          </p:nvPr>
        </p:nvSpPr>
        <p:spPr>
          <a:xfrm>
            <a:off x="827700" y="2052925"/>
            <a:ext cx="6711600" cy="4195500"/>
          </a:xfrm>
          <a:prstGeom prst="rect">
            <a:avLst/>
          </a:prstGeom>
        </p:spPr>
        <p:txBody>
          <a:bodyPr anchorCtr="0" anchor="t" bIns="45700" lIns="91425" spcFirstLastPara="1" rIns="91425" wrap="square" tIns="45700">
            <a:noAutofit/>
          </a:bodyPr>
          <a:lstStyle/>
          <a:p>
            <a:pPr indent="-381000" lvl="0" marL="457200" rtl="0" algn="l">
              <a:lnSpc>
                <a:spcPct val="115000"/>
              </a:lnSpc>
              <a:spcBef>
                <a:spcPts val="1200"/>
              </a:spcBef>
              <a:spcAft>
                <a:spcPts val="0"/>
              </a:spcAft>
              <a:buClr>
                <a:schemeClr val="dk1"/>
              </a:buClr>
              <a:buSzPts val="2400"/>
              <a:buFont typeface="Arial"/>
              <a:buChar char="●"/>
            </a:pPr>
            <a:r>
              <a:rPr b="1" lang="en-US" sz="2400"/>
              <a:t>What is REST?</a:t>
            </a:r>
            <a:r>
              <a:rPr lang="en-US" sz="2400"/>
              <a:t>: Representational State Transfer – an architectural style for designing networked applications.</a:t>
            </a:r>
            <a:endParaRPr sz="2400"/>
          </a:p>
          <a:p>
            <a:pPr indent="-381000" lvl="0" marL="457200" rtl="0" algn="l">
              <a:lnSpc>
                <a:spcPct val="115000"/>
              </a:lnSpc>
              <a:spcBef>
                <a:spcPts val="0"/>
              </a:spcBef>
              <a:spcAft>
                <a:spcPts val="0"/>
              </a:spcAft>
              <a:buClr>
                <a:schemeClr val="dk1"/>
              </a:buClr>
              <a:buSzPts val="2400"/>
              <a:buFont typeface="Arial"/>
              <a:buChar char="●"/>
            </a:pPr>
            <a:r>
              <a:rPr b="1" lang="en-US" sz="2400"/>
              <a:t>Principles</a:t>
            </a:r>
            <a:r>
              <a:rPr lang="en-US" sz="2400"/>
              <a:t>:</a:t>
            </a:r>
            <a:endParaRPr sz="2400"/>
          </a:p>
          <a:p>
            <a:pPr indent="-381000" lvl="1" marL="914400" rtl="0" algn="l">
              <a:lnSpc>
                <a:spcPct val="115000"/>
              </a:lnSpc>
              <a:spcBef>
                <a:spcPts val="0"/>
              </a:spcBef>
              <a:spcAft>
                <a:spcPts val="0"/>
              </a:spcAft>
              <a:buClr>
                <a:schemeClr val="dk1"/>
              </a:buClr>
              <a:buSzPts val="2400"/>
              <a:buFont typeface="Arial"/>
              <a:buChar char="○"/>
            </a:pPr>
            <a:r>
              <a:rPr b="1" lang="en-US" sz="2400"/>
              <a:t>Statelessness</a:t>
            </a:r>
            <a:r>
              <a:rPr lang="en-US" sz="2400"/>
              <a:t>: No session data stored on the server.</a:t>
            </a:r>
            <a:endParaRPr sz="2400"/>
          </a:p>
          <a:p>
            <a:pPr indent="-381000" lvl="1" marL="914400" rtl="0" algn="l">
              <a:lnSpc>
                <a:spcPct val="115000"/>
              </a:lnSpc>
              <a:spcBef>
                <a:spcPts val="0"/>
              </a:spcBef>
              <a:spcAft>
                <a:spcPts val="0"/>
              </a:spcAft>
              <a:buClr>
                <a:schemeClr val="dk1"/>
              </a:buClr>
              <a:buSzPts val="2400"/>
              <a:buFont typeface="Arial"/>
              <a:buChar char="○"/>
            </a:pPr>
            <a:r>
              <a:rPr b="1" lang="en-US" sz="2400"/>
              <a:t>Uniform Interface</a:t>
            </a:r>
            <a:r>
              <a:rPr lang="en-US" sz="2400"/>
              <a:t>: Standardized URL patterns (e.g., </a:t>
            </a:r>
            <a:r>
              <a:rPr lang="en-US" sz="2400">
                <a:solidFill>
                  <a:srgbClr val="188038"/>
                </a:solidFill>
                <a:latin typeface="Roboto Mono"/>
                <a:ea typeface="Roboto Mono"/>
                <a:cs typeface="Roboto Mono"/>
                <a:sym typeface="Roboto Mono"/>
              </a:rPr>
              <a:t>/users</a:t>
            </a:r>
            <a:r>
              <a:rPr lang="en-US" sz="2400"/>
              <a:t>, </a:t>
            </a:r>
            <a:r>
              <a:rPr lang="en-US" sz="2400">
                <a:solidFill>
                  <a:srgbClr val="188038"/>
                </a:solidFill>
                <a:latin typeface="Roboto Mono"/>
                <a:ea typeface="Roboto Mono"/>
                <a:cs typeface="Roboto Mono"/>
                <a:sym typeface="Roboto Mono"/>
              </a:rPr>
              <a:t>/products</a:t>
            </a:r>
            <a:r>
              <a:rPr lang="en-US" sz="2400"/>
              <a:t>).</a:t>
            </a:r>
            <a:endParaRPr sz="2400"/>
          </a:p>
          <a:p>
            <a:pPr indent="-381000" lvl="1" marL="914400" rtl="0" algn="l">
              <a:lnSpc>
                <a:spcPct val="115000"/>
              </a:lnSpc>
              <a:spcBef>
                <a:spcPts val="0"/>
              </a:spcBef>
              <a:spcAft>
                <a:spcPts val="0"/>
              </a:spcAft>
              <a:buClr>
                <a:schemeClr val="dk1"/>
              </a:buClr>
              <a:buSzPts val="2400"/>
              <a:buFont typeface="Arial"/>
              <a:buChar char="○"/>
            </a:pPr>
            <a:r>
              <a:rPr b="1" lang="en-US" sz="2400"/>
              <a:t>HTTP Methods</a:t>
            </a:r>
            <a:r>
              <a:rPr lang="en-US" sz="2400"/>
              <a:t>: Use of GET, POST, PUT, DELETE for CRUD operations.</a:t>
            </a:r>
            <a:endParaRPr sz="2400"/>
          </a:p>
          <a:p>
            <a:pPr indent="0" lvl="0" marL="0" rtl="0" algn="l">
              <a:spcBef>
                <a:spcPts val="1200"/>
              </a:spcBef>
              <a:spcAft>
                <a:spcPts val="0"/>
              </a:spcAft>
              <a:buNone/>
            </a:pPr>
            <a:r>
              <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7"/>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Responsive Design</a:t>
            </a:r>
            <a:endParaRPr/>
          </a:p>
        </p:txBody>
      </p:sp>
      <p:sp>
        <p:nvSpPr>
          <p:cNvPr id="288" name="Google Shape;288;p37"/>
          <p:cNvSpPr txBox="1"/>
          <p:nvPr>
            <p:ph idx="1" type="body"/>
          </p:nvPr>
        </p:nvSpPr>
        <p:spPr>
          <a:xfrm>
            <a:off x="827700" y="2052925"/>
            <a:ext cx="6711600" cy="4195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n-US" sz="2400"/>
              <a:t>Principle</a:t>
            </a:r>
            <a:r>
              <a:rPr lang="en-US" sz="2400"/>
              <a:t>: Designing web applications that adapt to different screen sizes and devices.</a:t>
            </a:r>
            <a:endParaRPr sz="2400"/>
          </a:p>
          <a:p>
            <a:pPr indent="0" lvl="0" marL="0" rtl="0" algn="l">
              <a:spcBef>
                <a:spcPts val="1000"/>
              </a:spcBef>
              <a:spcAft>
                <a:spcPts val="0"/>
              </a:spcAft>
              <a:buClr>
                <a:schemeClr val="dk1"/>
              </a:buClr>
              <a:buSzPts val="1100"/>
              <a:buFont typeface="Arial"/>
              <a:buNone/>
            </a:pPr>
            <a:r>
              <a:rPr b="1" lang="en-US" sz="2400"/>
              <a:t>Tools</a:t>
            </a:r>
            <a:r>
              <a:rPr lang="en-US" sz="2400"/>
              <a:t>:</a:t>
            </a:r>
            <a:endParaRPr sz="2400"/>
          </a:p>
          <a:p>
            <a:pPr indent="-381000" lvl="0" marL="457200" rtl="0" algn="l">
              <a:lnSpc>
                <a:spcPct val="115000"/>
              </a:lnSpc>
              <a:spcBef>
                <a:spcPts val="1200"/>
              </a:spcBef>
              <a:spcAft>
                <a:spcPts val="0"/>
              </a:spcAft>
              <a:buClr>
                <a:schemeClr val="dk1"/>
              </a:buClr>
              <a:buSzPts val="2400"/>
              <a:buFont typeface="Arial"/>
              <a:buChar char="●"/>
            </a:pPr>
            <a:r>
              <a:rPr b="1" lang="en-US" sz="2400"/>
              <a:t>CSS Media Queries</a:t>
            </a:r>
            <a:r>
              <a:rPr lang="en-US" sz="2400"/>
              <a:t>: Adjust layout based on viewport size.</a:t>
            </a:r>
            <a:endParaRPr sz="2400"/>
          </a:p>
          <a:p>
            <a:pPr indent="-381000" lvl="0" marL="457200" rtl="0" algn="l">
              <a:lnSpc>
                <a:spcPct val="115000"/>
              </a:lnSpc>
              <a:spcBef>
                <a:spcPts val="0"/>
              </a:spcBef>
              <a:spcAft>
                <a:spcPts val="0"/>
              </a:spcAft>
              <a:buClr>
                <a:schemeClr val="dk1"/>
              </a:buClr>
              <a:buSzPts val="2400"/>
              <a:buFont typeface="Arial"/>
              <a:buChar char="●"/>
            </a:pPr>
            <a:r>
              <a:rPr b="1" lang="en-US" sz="2400"/>
              <a:t>Flexible Grid Layouts</a:t>
            </a:r>
            <a:r>
              <a:rPr lang="en-US" sz="2400"/>
              <a:t>: Dynamic layout based on content.</a:t>
            </a:r>
            <a:endParaRPr sz="2400"/>
          </a:p>
          <a:p>
            <a:pPr indent="0" lvl="0" marL="0" rtl="0" algn="l">
              <a:spcBef>
                <a:spcPts val="1200"/>
              </a:spcBef>
              <a:spcAft>
                <a:spcPts val="0"/>
              </a:spcAft>
              <a:buNone/>
            </a:pPr>
            <a:r>
              <a:t/>
            </a:r>
            <a:endParaRPr sz="2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8"/>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Arial"/>
              <a:buNone/>
            </a:pPr>
            <a:r>
              <a:rPr lang="en-US"/>
              <a:t>Web Technology Fundamentals</a:t>
            </a:r>
            <a:endParaRPr/>
          </a:p>
        </p:txBody>
      </p:sp>
      <p:sp>
        <p:nvSpPr>
          <p:cNvPr id="295" name="Google Shape;295;p38"/>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fontScale="92500" lnSpcReduction="20000"/>
          </a:bodyPr>
          <a:lstStyle/>
          <a:p>
            <a:pPr indent="0" lvl="1" marL="0" rtl="0" algn="l">
              <a:spcBef>
                <a:spcPts val="1000"/>
              </a:spcBef>
              <a:spcAft>
                <a:spcPts val="0"/>
              </a:spcAft>
              <a:buSzPct val="79999"/>
              <a:buNone/>
            </a:pPr>
            <a:r>
              <a:t/>
            </a:r>
            <a:endParaRPr i="1"/>
          </a:p>
          <a:p>
            <a:pPr indent="-335286" lvl="0" marL="342906" rtl="0" algn="l">
              <a:spcBef>
                <a:spcPts val="1000"/>
              </a:spcBef>
              <a:spcAft>
                <a:spcPts val="0"/>
              </a:spcAft>
              <a:buSzPct val="80000"/>
              <a:buChar char="►"/>
            </a:pPr>
            <a:r>
              <a:rPr b="1" lang="en-US"/>
              <a:t>TCP/IP Networking</a:t>
            </a:r>
            <a:endParaRPr b="1"/>
          </a:p>
          <a:p>
            <a:pPr indent="-278895" lvl="1" marL="742961" rtl="0" algn="l">
              <a:spcBef>
                <a:spcPts val="1000"/>
              </a:spcBef>
              <a:spcAft>
                <a:spcPts val="0"/>
              </a:spcAft>
              <a:buSzPct val="79999"/>
              <a:buChar char="►"/>
            </a:pPr>
            <a:r>
              <a:rPr lang="en-US"/>
              <a:t>I</a:t>
            </a:r>
            <a:r>
              <a:rPr lang="en-US"/>
              <a:t>s a set of rules that govern how data is sent between devices on a network. It's the standard method for communicating on the internet.</a:t>
            </a:r>
            <a:endParaRPr/>
          </a:p>
          <a:p>
            <a:pPr indent="-278895" lvl="1" marL="742961" rtl="0" algn="l">
              <a:spcBef>
                <a:spcPts val="1000"/>
              </a:spcBef>
              <a:spcAft>
                <a:spcPts val="0"/>
              </a:spcAft>
              <a:buSzPct val="79999"/>
              <a:buChar char="►"/>
            </a:pPr>
            <a:r>
              <a:rPr lang="en-US"/>
              <a:t>It breaks data into packets and send them using different routes and make sure they are reassembled at the destination to form a complete message and are error free.</a:t>
            </a:r>
            <a:endParaRPr b="1"/>
          </a:p>
          <a:p>
            <a:pPr indent="-278897" lvl="1" marL="742962" rtl="0" algn="l">
              <a:spcBef>
                <a:spcPts val="1000"/>
              </a:spcBef>
              <a:spcAft>
                <a:spcPts val="0"/>
              </a:spcAft>
              <a:buSzPct val="79999"/>
              <a:buChar char="►"/>
            </a:pPr>
            <a:r>
              <a:rPr b="1" lang="en-US"/>
              <a:t>Internet Protocol </a:t>
            </a:r>
            <a:r>
              <a:rPr lang="en-US"/>
              <a:t>– It is used to route a packet of data from node to node across the network.</a:t>
            </a:r>
            <a:endParaRPr/>
          </a:p>
          <a:p>
            <a:pPr indent="-278895" lvl="1" marL="742961" rtl="0" algn="l">
              <a:spcBef>
                <a:spcPts val="1000"/>
              </a:spcBef>
              <a:spcAft>
                <a:spcPts val="0"/>
              </a:spcAft>
              <a:buSzPct val="79999"/>
              <a:buChar char="►"/>
            </a:pPr>
            <a:r>
              <a:rPr b="1" lang="en-US"/>
              <a:t>Transmission Control Protocol </a:t>
            </a:r>
            <a:r>
              <a:rPr lang="en-US"/>
              <a:t>– It is used to create a point-to-point communication channel and ensures that the information is delivered error free and in correct order that it was originally transmitted.</a:t>
            </a:r>
            <a:endParaRPr/>
          </a:p>
          <a:p>
            <a:pPr indent="0" lvl="0" marL="0" rtl="0" algn="l">
              <a:spcBef>
                <a:spcPts val="1000"/>
              </a:spcBef>
              <a:spcAft>
                <a:spcPts val="0"/>
              </a:spcAft>
              <a:buSzPct val="800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9"/>
          <p:cNvSpPr txBox="1"/>
          <p:nvPr>
            <p:ph type="title"/>
          </p:nvPr>
        </p:nvSpPr>
        <p:spPr>
          <a:xfrm>
            <a:off x="228600" y="209931"/>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Arial"/>
              <a:buNone/>
            </a:pPr>
            <a:r>
              <a:rPr lang="en-US"/>
              <a:t>TCP/IP Protocol Stack</a:t>
            </a:r>
            <a:endParaRPr/>
          </a:p>
        </p:txBody>
      </p:sp>
      <p:sp>
        <p:nvSpPr>
          <p:cNvPr id="302" name="Google Shape;302;p39"/>
          <p:cNvSpPr txBox="1"/>
          <p:nvPr>
            <p:ph idx="1" type="body"/>
          </p:nvPr>
        </p:nvSpPr>
        <p:spPr>
          <a:xfrm>
            <a:off x="228600" y="1610461"/>
            <a:ext cx="8305800" cy="463794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194315" lvl="1" marL="742962" rtl="0" algn="l">
              <a:spcBef>
                <a:spcPts val="1000"/>
              </a:spcBef>
              <a:spcAft>
                <a:spcPts val="0"/>
              </a:spcAft>
              <a:buSzPts val="1440"/>
              <a:buNone/>
            </a:pPr>
            <a:r>
              <a:t/>
            </a:r>
            <a:endParaRPr/>
          </a:p>
          <a:p>
            <a:pPr indent="-194315" lvl="1" marL="742962" rtl="0" algn="l">
              <a:spcBef>
                <a:spcPts val="1000"/>
              </a:spcBef>
              <a:spcAft>
                <a:spcPts val="0"/>
              </a:spcAft>
              <a:buSzPts val="1440"/>
              <a:buNone/>
            </a:pPr>
            <a:r>
              <a:t/>
            </a:r>
            <a:endParaRPr/>
          </a:p>
        </p:txBody>
      </p:sp>
      <p:sp>
        <p:nvSpPr>
          <p:cNvPr id="303" name="Google Shape;303;p39"/>
          <p:cNvSpPr txBox="1"/>
          <p:nvPr/>
        </p:nvSpPr>
        <p:spPr>
          <a:xfrm>
            <a:off x="653150" y="1846825"/>
            <a:ext cx="6486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dk1"/>
              </a:solidFill>
            </a:endParaRPr>
          </a:p>
        </p:txBody>
      </p:sp>
      <p:pic>
        <p:nvPicPr>
          <p:cNvPr id="304" name="Google Shape;304;p39"/>
          <p:cNvPicPr preferRelativeResize="0"/>
          <p:nvPr/>
        </p:nvPicPr>
        <p:blipFill>
          <a:blip r:embed="rId3">
            <a:alphaModFix/>
          </a:blip>
          <a:stretch>
            <a:fillRect/>
          </a:stretch>
        </p:blipFill>
        <p:spPr>
          <a:xfrm>
            <a:off x="595300" y="895350"/>
            <a:ext cx="7953375" cy="53530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0"/>
          <p:cNvSpPr txBox="1"/>
          <p:nvPr>
            <p:ph type="title"/>
          </p:nvPr>
        </p:nvSpPr>
        <p:spPr>
          <a:xfrm>
            <a:off x="228600" y="228600"/>
            <a:ext cx="629709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Arial"/>
              <a:buNone/>
            </a:pPr>
            <a:r>
              <a:rPr lang="en-US"/>
              <a:t>Web Technology Fundamentals</a:t>
            </a:r>
            <a:endParaRPr/>
          </a:p>
        </p:txBody>
      </p:sp>
      <p:sp>
        <p:nvSpPr>
          <p:cNvPr id="311" name="Google Shape;311;p40"/>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a:bodyPr>
          <a:lstStyle/>
          <a:p>
            <a:pPr indent="-342906" lvl="0" marL="342906" rtl="0" algn="l">
              <a:spcBef>
                <a:spcPts val="0"/>
              </a:spcBef>
              <a:spcAft>
                <a:spcPts val="0"/>
              </a:spcAft>
              <a:buSzPts val="1600"/>
              <a:buChar char="►"/>
            </a:pPr>
            <a:r>
              <a:rPr b="1" lang="en-US"/>
              <a:t>Network Addresses</a:t>
            </a:r>
            <a:endParaRPr/>
          </a:p>
          <a:p>
            <a:pPr indent="-285755" lvl="1" marL="742962" rtl="0" algn="l">
              <a:spcBef>
                <a:spcPts val="1000"/>
              </a:spcBef>
              <a:spcAft>
                <a:spcPts val="0"/>
              </a:spcAft>
              <a:buSzPts val="1440"/>
              <a:buChar char="►"/>
            </a:pPr>
            <a:r>
              <a:rPr lang="en-US"/>
              <a:t>Every computer that is connected to an </a:t>
            </a:r>
            <a:r>
              <a:rPr i="1" lang="en-US"/>
              <a:t>IP network </a:t>
            </a:r>
            <a:r>
              <a:rPr lang="en-US"/>
              <a:t>is uniquely identified by a value, known as its </a:t>
            </a:r>
            <a:r>
              <a:rPr i="1" lang="en-US"/>
              <a:t>IP address</a:t>
            </a:r>
            <a:r>
              <a:rPr lang="en-US"/>
              <a:t>.</a:t>
            </a:r>
            <a:endParaRPr/>
          </a:p>
          <a:p>
            <a:pPr indent="-228603" lvl="2" marL="1143020" rtl="0" algn="l">
              <a:spcBef>
                <a:spcPts val="1000"/>
              </a:spcBef>
              <a:spcAft>
                <a:spcPts val="0"/>
              </a:spcAft>
              <a:buSzPts val="1280"/>
              <a:buChar char="►"/>
            </a:pPr>
            <a:r>
              <a:rPr lang="en-US"/>
              <a:t>Example: 194.27.254.189</a:t>
            </a:r>
            <a:endParaRPr/>
          </a:p>
          <a:p>
            <a:pPr indent="-241306" lvl="0" marL="342906" rtl="0" algn="l">
              <a:spcBef>
                <a:spcPts val="1000"/>
              </a:spcBef>
              <a:spcAft>
                <a:spcPts val="0"/>
              </a:spcAft>
              <a:buSzPts val="16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1"/>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Arial"/>
              <a:buNone/>
            </a:pPr>
            <a:r>
              <a:rPr lang="en-US"/>
              <a:t>Web Technology Fundamentals</a:t>
            </a:r>
            <a:endParaRPr/>
          </a:p>
        </p:txBody>
      </p:sp>
      <p:sp>
        <p:nvSpPr>
          <p:cNvPr id="318" name="Google Shape;318;p41"/>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lnSpcReduction="10000"/>
          </a:bodyPr>
          <a:lstStyle/>
          <a:p>
            <a:pPr indent="-342906" lvl="0" marL="342906" rtl="0" algn="l">
              <a:spcBef>
                <a:spcPts val="0"/>
              </a:spcBef>
              <a:spcAft>
                <a:spcPts val="0"/>
              </a:spcAft>
              <a:buSzPts val="1600"/>
              <a:buChar char="►"/>
            </a:pPr>
            <a:r>
              <a:rPr b="1" lang="en-US"/>
              <a:t>Port Numbers </a:t>
            </a:r>
            <a:r>
              <a:rPr lang="en-US"/>
              <a:t>– It is used to distinguish between the individual networking applications that are running simultaneously above the TCP/IP protocol stack.</a:t>
            </a:r>
            <a:endParaRPr/>
          </a:p>
          <a:p>
            <a:pPr indent="-285755" lvl="1" marL="742962" rtl="0" algn="l">
              <a:spcBef>
                <a:spcPts val="1000"/>
              </a:spcBef>
              <a:spcAft>
                <a:spcPts val="0"/>
              </a:spcAft>
              <a:buSzPts val="1440"/>
              <a:buChar char="►"/>
            </a:pPr>
            <a:r>
              <a:rPr lang="en-US"/>
              <a:t>Port Numbers for standard TCP/IP services examples:</a:t>
            </a:r>
            <a:endParaRPr/>
          </a:p>
          <a:p>
            <a:pPr indent="-228603" lvl="2" marL="1143020" rtl="0" algn="l">
              <a:spcBef>
                <a:spcPts val="1000"/>
              </a:spcBef>
              <a:spcAft>
                <a:spcPts val="0"/>
              </a:spcAft>
              <a:buSzPts val="1280"/>
              <a:buChar char="►"/>
            </a:pPr>
            <a:r>
              <a:rPr lang="en-US"/>
              <a:t>80 – Hypertext Transfer Protocol (HTTP) …Web/WWW</a:t>
            </a:r>
            <a:endParaRPr/>
          </a:p>
          <a:p>
            <a:pPr indent="-228603" lvl="2" marL="1143020" rtl="0" algn="l">
              <a:spcBef>
                <a:spcPts val="1000"/>
              </a:spcBef>
              <a:spcAft>
                <a:spcPts val="0"/>
              </a:spcAft>
              <a:buSzPts val="1280"/>
              <a:buChar char="►"/>
            </a:pPr>
            <a:r>
              <a:rPr lang="en-US"/>
              <a:t>21 -  File Transfer Protocol (FTP) … File Transfer</a:t>
            </a:r>
            <a:endParaRPr/>
          </a:p>
          <a:p>
            <a:pPr indent="-241306" lvl="0" marL="342906" rtl="0" algn="l">
              <a:spcBef>
                <a:spcPts val="1000"/>
              </a:spcBef>
              <a:spcAft>
                <a:spcPts val="0"/>
              </a:spcAft>
              <a:buSzPts val="1600"/>
              <a:buNone/>
            </a:pPr>
            <a:r>
              <a:t/>
            </a:r>
            <a:endParaRPr b="1"/>
          </a:p>
          <a:p>
            <a:pPr indent="-342906" lvl="0" marL="342906" rtl="0" algn="l">
              <a:spcBef>
                <a:spcPts val="1000"/>
              </a:spcBef>
              <a:spcAft>
                <a:spcPts val="0"/>
              </a:spcAft>
              <a:buSzPts val="1600"/>
              <a:buChar char="►"/>
            </a:pPr>
            <a:r>
              <a:rPr b="1" lang="en-US"/>
              <a:t>Uniform </a:t>
            </a:r>
            <a:r>
              <a:rPr b="1" lang="en-US"/>
              <a:t>Resource</a:t>
            </a:r>
            <a:r>
              <a:rPr b="1" lang="en-US"/>
              <a:t> Locator (URL) </a:t>
            </a:r>
            <a:r>
              <a:rPr lang="en-US"/>
              <a:t>– All information over the internet can be accessed, using a reference called URL.   </a:t>
            </a:r>
            <a:endParaRPr b="1"/>
          </a:p>
          <a:p>
            <a:pPr indent="-241306" lvl="0" marL="342906" rtl="0" algn="l">
              <a:spcBef>
                <a:spcPts val="1000"/>
              </a:spcBef>
              <a:spcAft>
                <a:spcPts val="0"/>
              </a:spcAft>
              <a:buSzPts val="1600"/>
              <a:buNone/>
            </a:pPr>
            <a:r>
              <a:t/>
            </a:r>
            <a:endParaRPr b="1"/>
          </a:p>
          <a:p>
            <a:pPr indent="-147323" lvl="2" marL="1143020" rtl="0" algn="l">
              <a:spcBef>
                <a:spcPts val="1000"/>
              </a:spcBef>
              <a:spcAft>
                <a:spcPts val="0"/>
              </a:spcAft>
              <a:buSzPts val="128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2"/>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Arial"/>
              <a:buNone/>
            </a:pPr>
            <a:r>
              <a:rPr lang="en-US"/>
              <a:t>Web Technology Fundamentals</a:t>
            </a:r>
            <a:endParaRPr/>
          </a:p>
        </p:txBody>
      </p:sp>
      <p:sp>
        <p:nvSpPr>
          <p:cNvPr id="325" name="Google Shape;325;p42"/>
          <p:cNvSpPr txBox="1"/>
          <p:nvPr>
            <p:ph idx="1" type="body"/>
          </p:nvPr>
        </p:nvSpPr>
        <p:spPr>
          <a:xfrm>
            <a:off x="827700" y="2052925"/>
            <a:ext cx="7859100" cy="4195481"/>
          </a:xfrm>
          <a:prstGeom prst="rect">
            <a:avLst/>
          </a:prstGeom>
          <a:noFill/>
          <a:ln>
            <a:noFill/>
          </a:ln>
        </p:spPr>
        <p:txBody>
          <a:bodyPr anchorCtr="0" anchor="t" bIns="45700" lIns="91425" spcFirstLastPara="1" rIns="91425" wrap="square" tIns="45700">
            <a:normAutofit/>
          </a:bodyPr>
          <a:lstStyle/>
          <a:p>
            <a:pPr indent="-342906" lvl="0" marL="342906" rtl="0" algn="l">
              <a:spcBef>
                <a:spcPts val="0"/>
              </a:spcBef>
              <a:spcAft>
                <a:spcPts val="0"/>
              </a:spcAft>
              <a:buSzPts val="1600"/>
              <a:buChar char="►"/>
            </a:pPr>
            <a:r>
              <a:rPr b="1" lang="en-US"/>
              <a:t>Uniform </a:t>
            </a:r>
            <a:r>
              <a:rPr b="1" lang="en-US"/>
              <a:t>Resource</a:t>
            </a:r>
            <a:r>
              <a:rPr b="1" lang="en-US"/>
              <a:t> Locator</a:t>
            </a:r>
            <a:endParaRPr/>
          </a:p>
          <a:p>
            <a:pPr indent="-285753" lvl="1" marL="742961" rtl="0" algn="l">
              <a:spcBef>
                <a:spcPts val="1000"/>
              </a:spcBef>
              <a:spcAft>
                <a:spcPts val="0"/>
              </a:spcAft>
              <a:buSzPts val="1440"/>
              <a:buChar char="►"/>
            </a:pPr>
            <a:r>
              <a:rPr lang="en-US"/>
              <a:t>&lt;protocol&gt; : / / &lt;machine id&gt; / &lt;local name&gt; </a:t>
            </a:r>
            <a:endParaRPr b="1"/>
          </a:p>
          <a:p>
            <a:pPr indent="-285755" lvl="1" marL="742962" rtl="0" algn="just">
              <a:spcBef>
                <a:spcPts val="1000"/>
              </a:spcBef>
              <a:spcAft>
                <a:spcPts val="0"/>
              </a:spcAft>
              <a:buSzPts val="1440"/>
              <a:buFont typeface="Noto Sans Symbols"/>
              <a:buChar char="❖"/>
            </a:pPr>
            <a:r>
              <a:rPr i="1" lang="en-US"/>
              <a:t>&lt;protocol&gt; </a:t>
            </a:r>
            <a:r>
              <a:rPr lang="en-US"/>
              <a:t>: identifies the application protocol used to 			                        retrieved the source.</a:t>
            </a:r>
            <a:endParaRPr/>
          </a:p>
          <a:p>
            <a:pPr indent="-285755" lvl="1" marL="742962" rtl="0" algn="just">
              <a:spcBef>
                <a:spcPts val="1000"/>
              </a:spcBef>
              <a:spcAft>
                <a:spcPts val="0"/>
              </a:spcAft>
              <a:buSzPts val="1440"/>
              <a:buFont typeface="Noto Sans Symbols"/>
              <a:buChar char="❖"/>
            </a:pPr>
            <a:r>
              <a:rPr lang="en-US"/>
              <a:t>&lt;machine id&gt; : identifies the server on which the resource is located.</a:t>
            </a:r>
            <a:endParaRPr/>
          </a:p>
          <a:p>
            <a:pPr indent="-285753" lvl="1" marL="742961" rtl="0" algn="just">
              <a:spcBef>
                <a:spcPts val="1000"/>
              </a:spcBef>
              <a:spcAft>
                <a:spcPts val="0"/>
              </a:spcAft>
              <a:buSzPts val="1440"/>
              <a:buFont typeface="Noto Sans Symbols"/>
              <a:buChar char="❖"/>
            </a:pPr>
            <a:r>
              <a:rPr lang="en-US"/>
              <a:t>&lt;local name&gt; identifies the resource, and that can include a directory      structure.</a:t>
            </a:r>
            <a:endParaRPr/>
          </a:p>
          <a:p>
            <a:pPr indent="-285755" lvl="1" marL="742962" rtl="0" algn="just">
              <a:spcBef>
                <a:spcPts val="1000"/>
              </a:spcBef>
              <a:spcAft>
                <a:spcPts val="0"/>
              </a:spcAft>
              <a:buSzPts val="1440"/>
              <a:buChar char="❖"/>
            </a:pPr>
            <a:r>
              <a:rPr lang="en-US"/>
              <a:t>Example: https://www.facebook.com/login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3"/>
          <p:cNvSpPr txBox="1"/>
          <p:nvPr>
            <p:ph type="title"/>
          </p:nvPr>
        </p:nvSpPr>
        <p:spPr>
          <a:xfrm>
            <a:off x="228600" y="100012"/>
            <a:ext cx="6400801" cy="1423987"/>
          </a:xfrm>
          <a:prstGeom prst="rect">
            <a:avLst/>
          </a:prstGeom>
          <a:noFill/>
          <a:ln>
            <a:noFill/>
          </a:ln>
        </p:spPr>
        <p:txBody>
          <a:bodyPr anchorCtr="0" anchor="t" bIns="45700" lIns="91425" spcFirstLastPara="1" rIns="91425" wrap="square" tIns="38875">
            <a:noAutofit/>
          </a:bodyPr>
          <a:lstStyle/>
          <a:p>
            <a:pPr indent="0" lvl="0" marL="0" rtl="0" algn="l">
              <a:spcBef>
                <a:spcPts val="0"/>
              </a:spcBef>
              <a:spcAft>
                <a:spcPts val="0"/>
              </a:spcAft>
              <a:buClr>
                <a:schemeClr val="dk2"/>
              </a:buClr>
              <a:buSzPts val="4200"/>
              <a:buFont typeface="Arial"/>
              <a:buNone/>
            </a:pPr>
            <a:r>
              <a:rPr lang="en-US"/>
              <a:t>Web Technology Fundamental</a:t>
            </a:r>
            <a:endParaRPr/>
          </a:p>
        </p:txBody>
      </p:sp>
      <p:sp>
        <p:nvSpPr>
          <p:cNvPr id="331" name="Google Shape;331;p43"/>
          <p:cNvSpPr txBox="1"/>
          <p:nvPr/>
        </p:nvSpPr>
        <p:spPr>
          <a:xfrm>
            <a:off x="503253" y="1676400"/>
            <a:ext cx="5397600" cy="4267200"/>
          </a:xfrm>
          <a:prstGeom prst="rect">
            <a:avLst/>
          </a:prstGeom>
          <a:noFill/>
          <a:ln>
            <a:noFill/>
          </a:ln>
        </p:spPr>
        <p:txBody>
          <a:bodyPr anchorCtr="0" anchor="t" bIns="45700" lIns="91425" spcFirstLastPara="1" rIns="91425" wrap="square" tIns="45700">
            <a:normAutofit/>
          </a:bodyPr>
          <a:lstStyle/>
          <a:p>
            <a:pPr indent="-323850" lvl="0" marL="430212" marR="0" rtl="0" algn="l">
              <a:spcBef>
                <a:spcPts val="0"/>
              </a:spcBef>
              <a:spcAft>
                <a:spcPts val="0"/>
              </a:spcAft>
              <a:buClr>
                <a:srgbClr val="EFF8FC"/>
              </a:buClr>
              <a:buSzPts val="900"/>
              <a:buFont typeface="Noto Sans Symbols"/>
              <a:buChar char="●"/>
            </a:pPr>
            <a:r>
              <a:rPr b="1" i="0" lang="en-US" sz="2000">
                <a:solidFill>
                  <a:schemeClr val="dk1"/>
                </a:solidFill>
                <a:latin typeface="Arial"/>
                <a:ea typeface="Arial"/>
                <a:cs typeface="Arial"/>
                <a:sym typeface="Arial"/>
              </a:rPr>
              <a:t>The World Wide Web (WWW)</a:t>
            </a:r>
            <a:endParaRPr b="0" i="0" sz="2000">
              <a:solidFill>
                <a:schemeClr val="dk1"/>
              </a:solidFill>
              <a:latin typeface="Arial"/>
              <a:ea typeface="Arial"/>
              <a:cs typeface="Arial"/>
              <a:sym typeface="Arial"/>
            </a:endParaRPr>
          </a:p>
          <a:p>
            <a:pPr indent="-381000" lvl="0" marL="430212" marR="0" rtl="0" algn="l">
              <a:spcBef>
                <a:spcPts val="1000"/>
              </a:spcBef>
              <a:spcAft>
                <a:spcPts val="0"/>
              </a:spcAft>
              <a:buClr>
                <a:srgbClr val="EFF8FC"/>
              </a:buClr>
              <a:buSzPts val="1800"/>
              <a:buFont typeface="Noto Sans Symbols"/>
              <a:buChar char="●"/>
            </a:pPr>
            <a:r>
              <a:rPr lang="en-US" sz="1800">
                <a:solidFill>
                  <a:schemeClr val="dk1"/>
                </a:solidFill>
              </a:rPr>
              <a:t>The WWW is </a:t>
            </a:r>
            <a:r>
              <a:rPr b="1" lang="en-US" sz="1800">
                <a:solidFill>
                  <a:schemeClr val="dk1"/>
                </a:solidFill>
              </a:rPr>
              <a:t>NOT</a:t>
            </a:r>
            <a:r>
              <a:rPr lang="en-US" sz="1800">
                <a:solidFill>
                  <a:schemeClr val="dk1"/>
                </a:solidFill>
              </a:rPr>
              <a:t> the Internet. The Internet is the global network of computers, while the World Wide Web is the content (websites, webpages, media) accessed over the Internet.</a:t>
            </a:r>
            <a:endParaRPr sz="1800">
              <a:solidFill>
                <a:schemeClr val="dk1"/>
              </a:solidFill>
            </a:endParaRPr>
          </a:p>
          <a:p>
            <a:pPr indent="-266700" lvl="0" marL="430212" rtl="0" algn="l">
              <a:spcBef>
                <a:spcPts val="1000"/>
              </a:spcBef>
              <a:spcAft>
                <a:spcPts val="0"/>
              </a:spcAft>
              <a:buNone/>
            </a:pPr>
            <a:r>
              <a:rPr b="1" lang="en-US" sz="1800">
                <a:solidFill>
                  <a:schemeClr val="dk1"/>
                </a:solidFill>
              </a:rPr>
              <a:t>Key Components</a:t>
            </a:r>
            <a:r>
              <a:rPr lang="en-US" sz="1800">
                <a:solidFill>
                  <a:schemeClr val="dk1"/>
                </a:solidFill>
              </a:rPr>
              <a:t>:</a:t>
            </a:r>
            <a:endParaRPr sz="1800">
              <a:solidFill>
                <a:schemeClr val="dk1"/>
              </a:solidFill>
            </a:endParaRPr>
          </a:p>
          <a:p>
            <a:pPr indent="-342900" lvl="0" marL="457200" rtl="0" algn="l">
              <a:lnSpc>
                <a:spcPct val="115000"/>
              </a:lnSpc>
              <a:spcBef>
                <a:spcPts val="1200"/>
              </a:spcBef>
              <a:spcAft>
                <a:spcPts val="0"/>
              </a:spcAft>
              <a:buClr>
                <a:schemeClr val="dk1"/>
              </a:buClr>
              <a:buSzPts val="1800"/>
              <a:buChar char="●"/>
            </a:pPr>
            <a:r>
              <a:rPr b="1" lang="en-US" sz="1800">
                <a:solidFill>
                  <a:schemeClr val="dk1"/>
                </a:solidFill>
              </a:rPr>
              <a:t>Web pages</a:t>
            </a:r>
            <a:r>
              <a:rPr lang="en-US" sz="1800">
                <a:solidFill>
                  <a:schemeClr val="dk1"/>
                </a:solidFill>
              </a:rPr>
              <a:t>: Documents containing text, images, videos, and links.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Web browsers</a:t>
            </a:r>
            <a:r>
              <a:rPr lang="en-US" sz="1800">
                <a:solidFill>
                  <a:schemeClr val="dk1"/>
                </a:solidFill>
              </a:rPr>
              <a:t>: Software like Chrome, Firefox, and Safari used to access and navigate the web.</a:t>
            </a:r>
            <a:endParaRPr sz="1800">
              <a:solidFill>
                <a:schemeClr val="dk1"/>
              </a:solidFill>
            </a:endParaRPr>
          </a:p>
        </p:txBody>
      </p:sp>
      <p:pic>
        <p:nvPicPr>
          <p:cNvPr id="332" name="Google Shape;332;p43"/>
          <p:cNvPicPr preferRelativeResize="0"/>
          <p:nvPr/>
        </p:nvPicPr>
        <p:blipFill rotWithShape="1">
          <a:blip r:embed="rId3">
            <a:alphaModFix/>
          </a:blip>
          <a:srcRect b="0" l="0" r="0" t="0"/>
          <a:stretch/>
        </p:blipFill>
        <p:spPr>
          <a:xfrm>
            <a:off x="6124603" y="2259295"/>
            <a:ext cx="2106551" cy="2339409"/>
          </a:xfrm>
          <a:prstGeom prst="rect">
            <a:avLst/>
          </a:prstGeom>
          <a:noFill/>
          <a:ln>
            <a:noFill/>
          </a:ln>
        </p:spPr>
      </p:pic>
      <p:sp>
        <p:nvSpPr>
          <p:cNvPr id="333" name="Google Shape;333;p43"/>
          <p:cNvSpPr txBox="1"/>
          <p:nvPr/>
        </p:nvSpPr>
        <p:spPr>
          <a:xfrm>
            <a:off x="6248398" y="4724400"/>
            <a:ext cx="1858963" cy="346075"/>
          </a:xfrm>
          <a:prstGeom prst="rect">
            <a:avLst/>
          </a:prstGeom>
          <a:noFill/>
          <a:ln>
            <a:noFill/>
          </a:ln>
        </p:spPr>
        <p:txBody>
          <a:bodyPr anchorCtr="0" anchor="t" bIns="45000" lIns="90000" spcFirstLastPara="1" rIns="90000" wrap="square" tIns="60825">
            <a:noAutofit/>
          </a:bodyPr>
          <a:lstStyle/>
          <a:p>
            <a:pPr indent="0" lvl="0" marL="0" marR="0" rtl="0" algn="l">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Tim Berners Lee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4"/>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Security</a:t>
            </a:r>
            <a:endParaRPr/>
          </a:p>
        </p:txBody>
      </p:sp>
      <p:sp>
        <p:nvSpPr>
          <p:cNvPr id="340" name="Google Shape;340;p44"/>
          <p:cNvSpPr txBox="1"/>
          <p:nvPr>
            <p:ph idx="1" type="body"/>
          </p:nvPr>
        </p:nvSpPr>
        <p:spPr>
          <a:xfrm>
            <a:off x="760125" y="1433575"/>
            <a:ext cx="6711600" cy="41955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b="1" lang="en-US" sz="1800"/>
              <a:t>Secure Transactions</a:t>
            </a:r>
            <a:r>
              <a:rPr lang="en-US" sz="1800"/>
              <a:t>: With the adoption of HTTPS (HyperText Transfer Protocol Secure), web technologies provide encryption of data transmitted between the user’s browser and the server. This ensures sensitive information, such as passwords, credit card numbers, and personal details, is securely transmitted, reducing the risk of data breaches.</a:t>
            </a:r>
            <a:endParaRPr sz="1800"/>
          </a:p>
          <a:p>
            <a:pPr indent="0" lvl="0" marL="0" rtl="0" algn="l">
              <a:spcBef>
                <a:spcPts val="1000"/>
              </a:spcBef>
              <a:spcAft>
                <a:spcPts val="0"/>
              </a:spcAft>
              <a:buClr>
                <a:schemeClr val="dk1"/>
              </a:buClr>
              <a:buSzPts val="1100"/>
              <a:buFont typeface="Arial"/>
              <a:buNone/>
            </a:pPr>
            <a:r>
              <a:rPr b="1" lang="en-US" sz="1800"/>
              <a:t>Authentication and Authorization</a:t>
            </a:r>
            <a:r>
              <a:rPr lang="en-US" sz="1800"/>
              <a:t>: Web technologies support advanced security protocols like OAuth, OpenID, and two-factor authentication (2FA), which allow web applications to ensure that users are securely authenticated before granting access to sensitive data or services.</a:t>
            </a:r>
            <a:endParaRPr sz="1800"/>
          </a:p>
          <a:p>
            <a:pPr indent="0" lvl="0" marL="0" rtl="0" algn="l">
              <a:spcBef>
                <a:spcPts val="1000"/>
              </a:spcBef>
              <a:spcAft>
                <a:spcPts val="0"/>
              </a:spcAft>
              <a:buClr>
                <a:schemeClr val="dk1"/>
              </a:buClr>
              <a:buSzPts val="1100"/>
              <a:buFont typeface="Arial"/>
              <a:buNone/>
            </a:pPr>
            <a:r>
              <a:rPr b="1" lang="en-US" sz="1800"/>
              <a:t>Protection Against Threats</a:t>
            </a:r>
            <a:r>
              <a:rPr lang="en-US" sz="1800"/>
              <a:t>: Modern web technologies are also built with security in mind, helping to mitigate risks such as Cross-Site Scripting (XSS), Cross-Site Request Forgery (CSRF), and SQL injection attacks.</a:t>
            </a:r>
            <a:endParaRPr sz="1800"/>
          </a:p>
          <a:p>
            <a:pPr indent="0" lvl="0" marL="0" rtl="0" algn="l">
              <a:spcBef>
                <a:spcPts val="100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5"/>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Summary</a:t>
            </a:r>
            <a:endParaRPr/>
          </a:p>
        </p:txBody>
      </p:sp>
      <p:sp>
        <p:nvSpPr>
          <p:cNvPr id="347" name="Google Shape;347;p45"/>
          <p:cNvSpPr txBox="1"/>
          <p:nvPr>
            <p:ph idx="1" type="body"/>
          </p:nvPr>
        </p:nvSpPr>
        <p:spPr>
          <a:xfrm>
            <a:off x="827700" y="2052925"/>
            <a:ext cx="6711600" cy="4195500"/>
          </a:xfrm>
          <a:prstGeom prst="rect">
            <a:avLst/>
          </a:prstGeom>
        </p:spPr>
        <p:txBody>
          <a:bodyPr anchorCtr="0" anchor="t" bIns="45700" lIns="91425" spcFirstLastPara="1" rIns="91425" wrap="square" tIns="45700">
            <a:noAutofit/>
          </a:bodyPr>
          <a:lstStyle/>
          <a:p>
            <a:pPr indent="-381000" lvl="0" marL="457200" rtl="0" algn="l">
              <a:lnSpc>
                <a:spcPct val="115000"/>
              </a:lnSpc>
              <a:spcBef>
                <a:spcPts val="1200"/>
              </a:spcBef>
              <a:spcAft>
                <a:spcPts val="0"/>
              </a:spcAft>
              <a:buClr>
                <a:schemeClr val="dk1"/>
              </a:buClr>
              <a:buSzPts val="2400"/>
              <a:buFont typeface="Arial"/>
              <a:buChar char="●"/>
            </a:pPr>
            <a:r>
              <a:rPr lang="en-US" sz="2400"/>
              <a:t>Web architecture is a multi-layered process involving frontend, backend, database, and APIs.</a:t>
            </a:r>
            <a:endParaRPr sz="2400"/>
          </a:p>
          <a:p>
            <a:pPr indent="-381000" lvl="0" marL="457200" rtl="0" algn="l">
              <a:lnSpc>
                <a:spcPct val="115000"/>
              </a:lnSpc>
              <a:spcBef>
                <a:spcPts val="0"/>
              </a:spcBef>
              <a:spcAft>
                <a:spcPts val="0"/>
              </a:spcAft>
              <a:buClr>
                <a:schemeClr val="dk1"/>
              </a:buClr>
              <a:buSzPts val="2400"/>
              <a:buFont typeface="Arial"/>
              <a:buChar char="●"/>
            </a:pPr>
            <a:r>
              <a:rPr lang="en-US" sz="2400"/>
              <a:t>Scalability, security, and performance are critical to the success of any web application.</a:t>
            </a:r>
            <a:endParaRPr sz="2400"/>
          </a:p>
          <a:p>
            <a:pPr indent="-381000" lvl="0" marL="457200" rtl="0" algn="l">
              <a:lnSpc>
                <a:spcPct val="115000"/>
              </a:lnSpc>
              <a:spcBef>
                <a:spcPts val="0"/>
              </a:spcBef>
              <a:spcAft>
                <a:spcPts val="0"/>
              </a:spcAft>
              <a:buClr>
                <a:schemeClr val="dk1"/>
              </a:buClr>
              <a:buSzPts val="2400"/>
              <a:buFont typeface="Arial"/>
              <a:buChar char="●"/>
            </a:pPr>
            <a:r>
              <a:rPr lang="en-US" sz="2400"/>
              <a:t>Modern web systems rely on principles like microservices, RESTful APIs, and responsive design.</a:t>
            </a:r>
            <a:endParaRPr sz="2400"/>
          </a:p>
          <a:p>
            <a:pPr indent="0" lvl="0" marL="0" rtl="0" algn="l">
              <a:spcBef>
                <a:spcPts val="1200"/>
              </a:spcBef>
              <a:spcAft>
                <a:spcPts val="0"/>
              </a:spcAft>
              <a:buNone/>
            </a:pPr>
            <a:r>
              <a:t/>
            </a:r>
            <a:endParaRPr sz="2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6"/>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Arial"/>
              <a:buNone/>
            </a:pPr>
            <a:r>
              <a:rPr lang="en-US"/>
              <a:t>Questions</a:t>
            </a:r>
            <a:endParaRPr/>
          </a:p>
        </p:txBody>
      </p:sp>
      <p:sp>
        <p:nvSpPr>
          <p:cNvPr id="353" name="Google Shape;353;p46"/>
          <p:cNvSpPr txBox="1"/>
          <p:nvPr>
            <p:ph idx="1" type="body"/>
          </p:nvPr>
        </p:nvSpPr>
        <p:spPr>
          <a:xfrm>
            <a:off x="827700" y="1295400"/>
            <a:ext cx="7935300" cy="4724399"/>
          </a:xfrm>
          <a:prstGeom prst="rect">
            <a:avLst/>
          </a:prstGeom>
          <a:noFill/>
          <a:ln>
            <a:noFill/>
          </a:ln>
        </p:spPr>
        <p:txBody>
          <a:bodyPr anchorCtr="0" anchor="t" bIns="45700" lIns="91425" spcFirstLastPara="1" rIns="91425" wrap="square" tIns="45700">
            <a:normAutofit/>
          </a:bodyPr>
          <a:lstStyle/>
          <a:p>
            <a:pPr indent="-323850" lvl="0" marL="430212" rtl="0" algn="just">
              <a:spcBef>
                <a:spcPts val="1000"/>
              </a:spcBef>
              <a:spcAft>
                <a:spcPts val="0"/>
              </a:spcAft>
              <a:buSzPts val="900"/>
              <a:buFont typeface="Noto Sans Symbols"/>
              <a:buChar char="●"/>
            </a:pPr>
            <a:r>
              <a:rPr lang="en-US"/>
              <a:t>What is the </a:t>
            </a:r>
            <a:r>
              <a:rPr lang="en-US"/>
              <a:t>difference between HTTP and HTTPS?</a:t>
            </a:r>
            <a:endParaRPr/>
          </a:p>
          <a:p>
            <a:pPr indent="-323850" lvl="0" marL="430212" rtl="0" algn="just">
              <a:spcBef>
                <a:spcPts val="1000"/>
              </a:spcBef>
              <a:spcAft>
                <a:spcPts val="0"/>
              </a:spcAft>
              <a:buSzPts val="900"/>
              <a:buFont typeface="Noto Sans Symbols"/>
              <a:buChar char="●"/>
            </a:pPr>
            <a:r>
              <a:rPr lang="en-US"/>
              <a:t>What is the difference between Web App and Desktop App ?</a:t>
            </a:r>
            <a:endParaRPr/>
          </a:p>
          <a:p>
            <a:pPr indent="-358140" lvl="0" marL="430212" rtl="0" algn="just">
              <a:spcBef>
                <a:spcPts val="1000"/>
              </a:spcBef>
              <a:spcAft>
                <a:spcPts val="0"/>
              </a:spcAft>
              <a:buSzPts val="1440"/>
              <a:buChar char="●"/>
            </a:pPr>
            <a:r>
              <a:rPr lang="en-US"/>
              <a:t>What is the meaning of responsive design? </a:t>
            </a:r>
            <a:endParaRPr/>
          </a:p>
          <a:p>
            <a:pPr indent="-358140" lvl="0" marL="430212" rtl="0" algn="just">
              <a:spcBef>
                <a:spcPts val="1000"/>
              </a:spcBef>
              <a:spcAft>
                <a:spcPts val="0"/>
              </a:spcAft>
              <a:buSzPts val="1440"/>
              <a:buChar char="●"/>
            </a:pPr>
            <a:r>
              <a:rPr lang="en-US"/>
              <a:t>Can you name an open source framework for building </a:t>
            </a:r>
            <a:r>
              <a:rPr lang="en-US"/>
              <a:t>responsive</a:t>
            </a:r>
            <a:r>
              <a:rPr lang="en-US"/>
              <a:t> websites?</a:t>
            </a:r>
            <a:endParaRPr/>
          </a:p>
          <a:p>
            <a:pPr indent="-358140" lvl="0" marL="430213" rtl="0" algn="just">
              <a:spcBef>
                <a:spcPts val="1000"/>
              </a:spcBef>
              <a:spcAft>
                <a:spcPts val="0"/>
              </a:spcAft>
              <a:buSzPts val="1440"/>
              <a:buChar char="●"/>
            </a:pPr>
            <a:r>
              <a:rPr lang="en-US"/>
              <a:t>Advantages of Microservice Architecture?</a:t>
            </a:r>
            <a:endParaRPr/>
          </a:p>
          <a:p>
            <a:pPr indent="-194315" lvl="1" marL="742962" rtl="0" algn="just">
              <a:spcBef>
                <a:spcPts val="1000"/>
              </a:spcBef>
              <a:spcAft>
                <a:spcPts val="0"/>
              </a:spcAft>
              <a:buSzPts val="144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7"/>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Thank You!</a:t>
            </a:r>
            <a:endParaRPr/>
          </a:p>
        </p:txBody>
      </p:sp>
      <p:sp>
        <p:nvSpPr>
          <p:cNvPr id="360" name="Google Shape;360;p47"/>
          <p:cNvSpPr txBox="1"/>
          <p:nvPr>
            <p:ph idx="1" type="body"/>
          </p:nvPr>
        </p:nvSpPr>
        <p:spPr>
          <a:xfrm>
            <a:off x="827700" y="2052925"/>
            <a:ext cx="6711600" cy="4195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