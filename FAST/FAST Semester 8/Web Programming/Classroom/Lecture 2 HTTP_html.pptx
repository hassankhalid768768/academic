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24.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23.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21.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9.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12.xml"/>
  <Override ContentType="application/vnd.openxmlformats-officedocument.presentationml.slideMaster+xml" PartName="/ppt/slideMasters/slideMaster22.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20.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24.xml"/>
  <Override ContentType="application/vnd.openxmlformats-officedocument.theme+xml" PartName="/ppt/theme/theme5.xml"/>
  <Override ContentType="application/vnd.openxmlformats-officedocument.theme+xml" PartName="/ppt/theme/theme7.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23.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4.xml"/>
  <Override ContentType="application/vnd.openxmlformats-officedocument.theme+xml" PartName="/ppt/theme/theme19.xml"/>
  <Override ContentType="application/vnd.openxmlformats-officedocument.theme+xml" PartName="/ppt/theme/theme22.xml"/>
  <Override ContentType="application/vnd.openxmlformats-officedocument.theme+xml" PartName="/ppt/theme/theme3.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16.xml"/>
  <Override ContentType="application/vnd.openxmlformats-officedocument.theme+xml" PartName="/ppt/theme/theme25.xml"/>
  <Override ContentType="application/vnd.openxmlformats-officedocument.theme+xml" PartName="/ppt/theme/theme1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9" r:id="rId6"/>
    <p:sldMasterId id="2147483661" r:id="rId7"/>
    <p:sldMasterId id="2147483663" r:id="rId8"/>
    <p:sldMasterId id="2147483665" r:id="rId9"/>
    <p:sldMasterId id="2147483667" r:id="rId10"/>
    <p:sldMasterId id="2147483669" r:id="rId11"/>
    <p:sldMasterId id="2147483671" r:id="rId12"/>
    <p:sldMasterId id="2147483673" r:id="rId13"/>
    <p:sldMasterId id="2147483675" r:id="rId14"/>
    <p:sldMasterId id="2147483677" r:id="rId15"/>
    <p:sldMasterId id="2147483679" r:id="rId16"/>
    <p:sldMasterId id="2147483681" r:id="rId17"/>
    <p:sldMasterId id="2147483683" r:id="rId18"/>
    <p:sldMasterId id="2147483685" r:id="rId19"/>
    <p:sldMasterId id="2147483687" r:id="rId20"/>
    <p:sldMasterId id="2147483689" r:id="rId21"/>
    <p:sldMasterId id="2147483691" r:id="rId22"/>
    <p:sldMasterId id="2147483693" r:id="rId23"/>
    <p:sldMasterId id="2147483695" r:id="rId24"/>
    <p:sldMasterId id="2147483697" r:id="rId25"/>
    <p:sldMasterId id="2147483699" r:id="rId26"/>
    <p:sldMasterId id="2147483701" r:id="rId27"/>
  </p:sldMasterIdLst>
  <p:notesMasterIdLst>
    <p:notesMasterId r:id="rId28"/>
  </p:notesMasterIdLst>
  <p:sldIdLst>
    <p:sldId id="256" r:id="rId29"/>
    <p:sldId id="257" r:id="rId30"/>
    <p:sldId id="258" r:id="rId31"/>
    <p:sldId id="259" r:id="rId32"/>
    <p:sldId id="260" r:id="rId33"/>
    <p:sldId id="261" r:id="rId34"/>
    <p:sldId id="262" r:id="rId35"/>
    <p:sldId id="263" r:id="rId36"/>
    <p:sldId id="264" r:id="rId37"/>
    <p:sldId id="265" r:id="rId38"/>
    <p:sldId id="266" r:id="rId39"/>
    <p:sldId id="267" r:id="rId40"/>
    <p:sldId id="268" r:id="rId41"/>
    <p:sldId id="269" r:id="rId42"/>
    <p:sldId id="270" r:id="rId43"/>
    <p:sldId id="271" r:id="rId44"/>
    <p:sldId id="272" r:id="rId45"/>
    <p:sldId id="273" r:id="rId46"/>
    <p:sldId id="274" r:id="rId47"/>
    <p:sldId id="275" r:id="rId48"/>
    <p:sldId id="276" r:id="rId49"/>
    <p:sldId id="277" r:id="rId50"/>
    <p:sldId id="278" r:id="rId51"/>
    <p:sldId id="279" r:id="rId52"/>
  </p:sldIdLst>
  <p:sldSz cy="6858000" cx="9144000"/>
  <p:notesSz cx="6858000" cy="9144000"/>
  <p:embeddedFontLst>
    <p:embeddedFont>
      <p:font typeface="Roboto Mono"/>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jPVZtIiXKm1/X0p263xFdxJ8j1g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12.xml"/><Relationship Id="rId42" Type="http://schemas.openxmlformats.org/officeDocument/2006/relationships/slide" Target="slides/slide14.xml"/><Relationship Id="rId41" Type="http://schemas.openxmlformats.org/officeDocument/2006/relationships/slide" Target="slides/slide13.xml"/><Relationship Id="rId44" Type="http://schemas.openxmlformats.org/officeDocument/2006/relationships/slide" Target="slides/slide16.xml"/><Relationship Id="rId43" Type="http://schemas.openxmlformats.org/officeDocument/2006/relationships/slide" Target="slides/slide15.xml"/><Relationship Id="rId46" Type="http://schemas.openxmlformats.org/officeDocument/2006/relationships/slide" Target="slides/slide18.xml"/><Relationship Id="rId45" Type="http://schemas.openxmlformats.org/officeDocument/2006/relationships/slide" Target="slides/slide17.xml"/><Relationship Id="rId1" Type="http://schemas.openxmlformats.org/officeDocument/2006/relationships/theme" Target="theme/theme13.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20.xml"/><Relationship Id="rId47" Type="http://schemas.openxmlformats.org/officeDocument/2006/relationships/slide" Target="slides/slide19.xml"/><Relationship Id="rId49"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3.xml"/><Relationship Id="rId30" Type="http://schemas.openxmlformats.org/officeDocument/2006/relationships/slide" Target="slides/slide2.xml"/><Relationship Id="rId33" Type="http://schemas.openxmlformats.org/officeDocument/2006/relationships/slide" Target="slides/slide5.xml"/><Relationship Id="rId32" Type="http://schemas.openxmlformats.org/officeDocument/2006/relationships/slide" Target="slides/slide4.xml"/><Relationship Id="rId35" Type="http://schemas.openxmlformats.org/officeDocument/2006/relationships/slide" Target="slides/slide7.xml"/><Relationship Id="rId34" Type="http://schemas.openxmlformats.org/officeDocument/2006/relationships/slide" Target="slides/slide6.xml"/><Relationship Id="rId37" Type="http://schemas.openxmlformats.org/officeDocument/2006/relationships/slide" Target="slides/slide9.xml"/><Relationship Id="rId36" Type="http://schemas.openxmlformats.org/officeDocument/2006/relationships/slide" Target="slides/slide8.xml"/><Relationship Id="rId39" Type="http://schemas.openxmlformats.org/officeDocument/2006/relationships/slide" Target="slides/slide11.xml"/><Relationship Id="rId38" Type="http://schemas.openxmlformats.org/officeDocument/2006/relationships/slide" Target="slides/slide10.xml"/><Relationship Id="rId20" Type="http://schemas.openxmlformats.org/officeDocument/2006/relationships/slideMaster" Target="slideMasters/slideMaster17.xml"/><Relationship Id="rId22" Type="http://schemas.openxmlformats.org/officeDocument/2006/relationships/slideMaster" Target="slideMasters/slideMaster19.xml"/><Relationship Id="rId21" Type="http://schemas.openxmlformats.org/officeDocument/2006/relationships/slideMaster" Target="slideMasters/slideMaster18.xml"/><Relationship Id="rId24" Type="http://schemas.openxmlformats.org/officeDocument/2006/relationships/slideMaster" Target="slideMasters/slideMaster21.xml"/><Relationship Id="rId23" Type="http://schemas.openxmlformats.org/officeDocument/2006/relationships/slideMaster" Target="slideMasters/slideMaster20.xml"/><Relationship Id="rId26" Type="http://schemas.openxmlformats.org/officeDocument/2006/relationships/slideMaster" Target="slideMasters/slideMaster23.xml"/><Relationship Id="rId25" Type="http://schemas.openxmlformats.org/officeDocument/2006/relationships/slideMaster" Target="slideMasters/slideMaster22.xml"/><Relationship Id="rId28" Type="http://schemas.openxmlformats.org/officeDocument/2006/relationships/notesMaster" Target="notesMasters/notesMaster1.xml"/><Relationship Id="rId27" Type="http://schemas.openxmlformats.org/officeDocument/2006/relationships/slideMaster" Target="slideMasters/slideMaster24.xml"/><Relationship Id="rId29" Type="http://schemas.openxmlformats.org/officeDocument/2006/relationships/slide" Target="slides/slide1.xml"/><Relationship Id="rId51" Type="http://schemas.openxmlformats.org/officeDocument/2006/relationships/slide" Target="slides/slide23.xml"/><Relationship Id="rId50" Type="http://schemas.openxmlformats.org/officeDocument/2006/relationships/slide" Target="slides/slide22.xml"/><Relationship Id="rId53" Type="http://schemas.openxmlformats.org/officeDocument/2006/relationships/font" Target="fonts/RobotoMono-regular.fntdata"/><Relationship Id="rId52" Type="http://schemas.openxmlformats.org/officeDocument/2006/relationships/slide" Target="slides/slide24.xml"/><Relationship Id="rId11" Type="http://schemas.openxmlformats.org/officeDocument/2006/relationships/slideMaster" Target="slideMasters/slideMaster8.xml"/><Relationship Id="rId55" Type="http://schemas.openxmlformats.org/officeDocument/2006/relationships/font" Target="fonts/RobotoMono-italic.fntdata"/><Relationship Id="rId10" Type="http://schemas.openxmlformats.org/officeDocument/2006/relationships/slideMaster" Target="slideMasters/slideMaster7.xml"/><Relationship Id="rId54" Type="http://schemas.openxmlformats.org/officeDocument/2006/relationships/font" Target="fonts/RobotoMono-bold.fntdata"/><Relationship Id="rId13" Type="http://schemas.openxmlformats.org/officeDocument/2006/relationships/slideMaster" Target="slideMasters/slideMaster10.xml"/><Relationship Id="rId57" Type="http://customschemas.google.com/relationships/presentationmetadata" Target="metadata"/><Relationship Id="rId12" Type="http://schemas.openxmlformats.org/officeDocument/2006/relationships/slideMaster" Target="slideMasters/slideMaster9.xml"/><Relationship Id="rId56" Type="http://schemas.openxmlformats.org/officeDocument/2006/relationships/font" Target="fonts/RobotoMono-boldItalic.fntdata"/><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Master" Target="slideMasters/slideMaster14.xml"/><Relationship Id="rId16" Type="http://schemas.openxmlformats.org/officeDocument/2006/relationships/slideMaster" Target="slideMasters/slideMaster13.xml"/><Relationship Id="rId19" Type="http://schemas.openxmlformats.org/officeDocument/2006/relationships/slideMaster" Target="slideMasters/slideMaster16.xml"/><Relationship Id="rId18" Type="http://schemas.openxmlformats.org/officeDocument/2006/relationships/slideMaster" Target="slideMasters/slideMaster15.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1-21T14:11:35.372">
    <p:pos x="0" y="0"/>
    <p:text/>
    <p:extLst>
      <p:ext uri="{C676402C-5697-4E1C-873F-D02D1690AC5C}">
        <p15:threadingInfo timeZoneBias="0"/>
      </p:ext>
      <p:ext uri="http://customooxmlschemas.google.com/">
        <go:slidesCustomData xmlns:go="http://customooxmlschemas.google.com/" commentPostId="AAABb7trbMo"/>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1-21T14:11:35.373">
    <p:pos x="0" y="0"/>
    <p:text/>
    <p:extLst>
      <p:ext uri="{C676402C-5697-4E1C-873F-D02D1690AC5C}">
        <p15:threadingInfo timeZoneBias="0"/>
      </p:ext>
      <p:ext uri="http://customooxmlschemas.google.com/">
        <go:slidesCustomData xmlns:go="http://customooxmlschemas.google.com/" commentPostId="AAABb7trbM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notes"/>
          <p:cNvSpPr/>
          <p:nvPr>
            <p:ph idx="2" type="sldImg"/>
          </p:nvPr>
        </p:nvSpPr>
        <p:spPr>
          <a:xfrm>
            <a:off x="1371600" y="1143000"/>
            <a:ext cx="41137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1:notes"/>
          <p:cNvSpPr txBox="1"/>
          <p:nvPr>
            <p:ph idx="1" type="body"/>
          </p:nvPr>
        </p:nvSpPr>
        <p:spPr>
          <a:xfrm>
            <a:off x="685800" y="4400640"/>
            <a:ext cx="5485320" cy="3599280"/>
          </a:xfrm>
          <a:prstGeom prst="rect">
            <a:avLst/>
          </a:prstGeom>
          <a:noFill/>
          <a:ln>
            <a:noFill/>
          </a:ln>
        </p:spPr>
        <p:txBody>
          <a:bodyPr anchorCtr="0" anchor="t" bIns="45700" lIns="91425" spcFirstLastPara="1" rIns="91425" wrap="square" tIns="45700">
            <a:noAutofit/>
          </a:bodyPr>
          <a:lstStyle/>
          <a:p>
            <a:pPr indent="0" lvl="0" marL="216000" rtl="0" algn="l">
              <a:lnSpc>
                <a:spcPct val="100000"/>
              </a:lnSpc>
              <a:spcBef>
                <a:spcPts val="0"/>
              </a:spcBef>
              <a:spcAft>
                <a:spcPts val="0"/>
              </a:spcAft>
              <a:buClr>
                <a:schemeClr val="dk1"/>
              </a:buClr>
              <a:buSzPts val="1200"/>
              <a:buFont typeface="Calibri"/>
              <a:buNone/>
            </a:pPr>
            <a:r>
              <a:rPr b="0" lang="en-US" sz="1200" u="none" strike="noStrike">
                <a:solidFill>
                  <a:schemeClr val="dk1"/>
                </a:solidFill>
                <a:latin typeface="Calibri"/>
                <a:ea typeface="Calibri"/>
                <a:cs typeface="Calibri"/>
                <a:sym typeface="Calibri"/>
              </a:rPr>
              <a:t>.</a:t>
            </a:r>
            <a:endParaRPr b="0" sz="1200" u="none" strike="noStrike">
              <a:solidFill>
                <a:srgbClr val="000000"/>
              </a:solidFill>
              <a:latin typeface="Arial"/>
              <a:ea typeface="Arial"/>
              <a:cs typeface="Arial"/>
              <a:sym typeface="Arial"/>
            </a:endParaRPr>
          </a:p>
        </p:txBody>
      </p:sp>
      <p:sp>
        <p:nvSpPr>
          <p:cNvPr id="421" name="Google Shape;421;p1: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Times New Roman"/>
              <a:buNone/>
            </a:pPr>
            <a:fld id="{00000000-1234-1234-1234-123412341234}" type="slidenum">
              <a:rPr b="0" i="0" lang="en-US" sz="1800" u="none" cap="none" strike="noStrike">
                <a:solidFill>
                  <a:srgbClr val="000000"/>
                </a:solidFill>
                <a:latin typeface="Times New Roman"/>
                <a:ea typeface="Times New Roman"/>
                <a:cs typeface="Times New Roman"/>
                <a:sym typeface="Times New Roman"/>
              </a:rPr>
              <a:t>‹#›</a:t>
            </a:fld>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notes"/>
          <p:cNvSpPr/>
          <p:nvPr>
            <p:ph idx="2" type="sldImg"/>
          </p:nvPr>
        </p:nvSpPr>
        <p:spPr>
          <a:xfrm>
            <a:off x="1371600" y="1143000"/>
            <a:ext cx="41137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2: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216000" lvl="0" marL="21600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429" name="Google Shape;429;p2: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Times New Roman"/>
              <a:buNone/>
            </a:pPr>
            <a:fld id="{00000000-1234-1234-1234-123412341234}" type="slidenum">
              <a:rPr b="0" i="0" lang="en-US" sz="1800" u="none" cap="none" strike="noStrike">
                <a:solidFill>
                  <a:srgbClr val="000000"/>
                </a:solidFill>
                <a:latin typeface="Times New Roman"/>
                <a:ea typeface="Times New Roman"/>
                <a:cs typeface="Times New Roman"/>
                <a:sym typeface="Times New Roman"/>
              </a:rPr>
              <a:t>‹#›</a:t>
            </a:fld>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5" name="Google Shape;435;p3: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2" name="Google Shape;442;p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8" name="Google Shape;448;p5: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4" name="Google Shape;454;p6: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0" name="Google Shape;460;p7: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8:notes"/>
          <p:cNvSpPr/>
          <p:nvPr>
            <p:ph idx="2" type="sldImg"/>
          </p:nvPr>
        </p:nvSpPr>
        <p:spPr>
          <a:xfrm>
            <a:off x="1371600" y="1143000"/>
            <a:ext cx="41137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8: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216000" lvl="0" marL="21600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468" name="Google Shape;468;p8: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Times New Roman"/>
              <a:buNone/>
            </a:pPr>
            <a:fld id="{00000000-1234-1234-1234-123412341234}" type="slidenum">
              <a:rPr b="0" i="0" lang="en-US" sz="1800" u="none" cap="none" strike="noStrike">
                <a:solidFill>
                  <a:srgbClr val="000000"/>
                </a:solidFill>
                <a:latin typeface="Times New Roman"/>
                <a:ea typeface="Times New Roman"/>
                <a:cs typeface="Times New Roman"/>
                <a:sym typeface="Times New Roman"/>
              </a:rPr>
              <a:t>‹#›</a:t>
            </a:fld>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4" name="Google Shape;474;p9: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notes"/>
          <p:cNvSpPr/>
          <p:nvPr>
            <p:ph idx="2" type="sldImg"/>
          </p:nvPr>
        </p:nvSpPr>
        <p:spPr>
          <a:xfrm>
            <a:off x="1371600" y="1143000"/>
            <a:ext cx="41137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10: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216000" lvl="0" marL="21600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482" name="Google Shape;482;p10: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Times New Roman"/>
              <a:buNone/>
            </a:pPr>
            <a:fld id="{00000000-1234-1234-1234-123412341234}" type="slidenum">
              <a:rPr b="0" i="0" lang="en-US" sz="1800" u="none" cap="none" strike="noStrike">
                <a:solidFill>
                  <a:srgbClr val="000000"/>
                </a:solidFill>
                <a:latin typeface="Times New Roman"/>
                <a:ea typeface="Times New Roman"/>
                <a:cs typeface="Times New Roman"/>
                <a:sym typeface="Times New Roman"/>
              </a:rPr>
              <a:t>‹#›</a:t>
            </a:fld>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8" name="Google Shape;488;p11: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4" name="Google Shape;494;p12: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00" name="Google Shape;500;p13: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06" name="Google Shape;506;p1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5:notes"/>
          <p:cNvSpPr/>
          <p:nvPr>
            <p:ph idx="2" type="sldImg"/>
          </p:nvPr>
        </p:nvSpPr>
        <p:spPr>
          <a:xfrm>
            <a:off x="1371600" y="1143000"/>
            <a:ext cx="41137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2" name="Google Shape;512;p15: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216000" lvl="0" marL="21600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13" name="Google Shape;513;p15: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Times New Roman"/>
              <a:buNone/>
            </a:pPr>
            <a:fld id="{00000000-1234-1234-1234-123412341234}" type="slidenum">
              <a:rPr b="0" i="0" lang="en-US" sz="1800" u="none" cap="none" strike="noStrike">
                <a:solidFill>
                  <a:srgbClr val="000000"/>
                </a:solidFill>
                <a:latin typeface="Times New Roman"/>
                <a:ea typeface="Times New Roman"/>
                <a:cs typeface="Times New Roman"/>
                <a:sym typeface="Times New Roman"/>
              </a:rPr>
              <a:t>‹#›</a:t>
            </a:fld>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9" name="Google Shape;519;p16: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7" name="Google Shape;527;p17: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8:notes"/>
          <p:cNvSpPr/>
          <p:nvPr>
            <p:ph idx="2" type="sldImg"/>
          </p:nvPr>
        </p:nvSpPr>
        <p:spPr>
          <a:xfrm>
            <a:off x="1371600" y="1143000"/>
            <a:ext cx="41137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18: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216000" lvl="0" marL="21600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37" name="Google Shape;537;p18: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Times New Roman"/>
              <a:buNone/>
            </a:pPr>
            <a:fld id="{00000000-1234-1234-1234-123412341234}" type="slidenum">
              <a:rPr b="0" i="0" lang="en-US" sz="1800" u="none" cap="none" strike="noStrike">
                <a:solidFill>
                  <a:srgbClr val="000000"/>
                </a:solidFill>
                <a:latin typeface="Times New Roman"/>
                <a:ea typeface="Times New Roman"/>
                <a:cs typeface="Times New Roman"/>
                <a:sym typeface="Times New Roman"/>
              </a:rPr>
              <a:t>‹#›</a:t>
            </a:fld>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3" name="Google Shape;543;p19: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9" name="Google Shape;549;p20: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1:notes"/>
          <p:cNvSpPr/>
          <p:nvPr>
            <p:ph idx="2" type="sldImg"/>
          </p:nvPr>
        </p:nvSpPr>
        <p:spPr>
          <a:xfrm>
            <a:off x="1371600" y="1143000"/>
            <a:ext cx="41137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6" name="Google Shape;556;p21: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216000" lvl="0" marL="21600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57" name="Google Shape;557;p21: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Times New Roman"/>
              <a:buNone/>
            </a:pPr>
            <a:fld id="{00000000-1234-1234-1234-123412341234}" type="slidenum">
              <a:rPr b="0" i="0" lang="en-US" sz="1800" u="none" cap="none" strike="noStrike">
                <a:solidFill>
                  <a:srgbClr val="000000"/>
                </a:solidFill>
                <a:latin typeface="Times New Roman"/>
                <a:ea typeface="Times New Roman"/>
                <a:cs typeface="Times New Roman"/>
                <a:sym typeface="Times New Roman"/>
              </a:rPr>
              <a:t>‹#›</a:t>
            </a:fld>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63" name="Google Shape;563;p22: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2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0" name="Google Shape;570;p23: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2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7" name="Google Shape;577;p2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22" name="Shape 22"/>
        <p:cNvGrpSpPr/>
        <p:nvPr/>
      </p:nvGrpSpPr>
      <p:grpSpPr>
        <a:xfrm>
          <a:off x="0" y="0"/>
          <a:ext cx="0" cy="0"/>
          <a:chOff x="0" y="0"/>
          <a:chExt cx="0" cy="0"/>
        </a:xfrm>
      </p:grpSpPr>
      <p:sp>
        <p:nvSpPr>
          <p:cNvPr id="23" name="Google Shape;23;p26"/>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6"/>
          <p:cNvSpPr txBox="1"/>
          <p:nvPr>
            <p:ph idx="1" type="subTitle"/>
          </p:nvPr>
        </p:nvSpPr>
        <p:spPr>
          <a:xfrm>
            <a:off x="827640" y="2053080"/>
            <a:ext cx="6710400" cy="4194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5" type="obj">
  <p:cSld name="OBJECT">
    <p:spTree>
      <p:nvGrpSpPr>
        <p:cNvPr id="40" name="Shape 40"/>
        <p:cNvGrpSpPr/>
        <p:nvPr/>
      </p:nvGrpSpPr>
      <p:grpSpPr>
        <a:xfrm>
          <a:off x="0" y="0"/>
          <a:ext cx="0" cy="0"/>
          <a:chOff x="0" y="0"/>
          <a:chExt cx="0" cy="0"/>
        </a:xfrm>
      </p:grpSpPr>
      <p:sp>
        <p:nvSpPr>
          <p:cNvPr id="41" name="Google Shape;41;p28"/>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8"/>
          <p:cNvSpPr txBox="1"/>
          <p:nvPr>
            <p:ph idx="1" type="body"/>
          </p:nvPr>
        </p:nvSpPr>
        <p:spPr>
          <a:xfrm>
            <a:off x="827640" y="2053080"/>
            <a:ext cx="6710400" cy="4194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28"/>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8"/>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5" type="titleOnly">
  <p:cSld name="TITLE_ONLY">
    <p:spTree>
      <p:nvGrpSpPr>
        <p:cNvPr id="45" name="Shape 45"/>
        <p:cNvGrpSpPr/>
        <p:nvPr/>
      </p:nvGrpSpPr>
      <p:grpSpPr>
        <a:xfrm>
          <a:off x="0" y="0"/>
          <a:ext cx="0" cy="0"/>
          <a:chOff x="0" y="0"/>
          <a:chExt cx="0" cy="0"/>
        </a:xfrm>
      </p:grpSpPr>
      <p:sp>
        <p:nvSpPr>
          <p:cNvPr id="46" name="Google Shape;46;p29"/>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5" type="twoObj">
  <p:cSld name="TWO_OBJECTS">
    <p:spTree>
      <p:nvGrpSpPr>
        <p:cNvPr id="49" name="Shape 49"/>
        <p:cNvGrpSpPr/>
        <p:nvPr/>
      </p:nvGrpSpPr>
      <p:grpSpPr>
        <a:xfrm>
          <a:off x="0" y="0"/>
          <a:ext cx="0" cy="0"/>
          <a:chOff x="0" y="0"/>
          <a:chExt cx="0" cy="0"/>
        </a:xfrm>
      </p:grpSpPr>
      <p:sp>
        <p:nvSpPr>
          <p:cNvPr id="50" name="Google Shape;50;p30"/>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0"/>
          <p:cNvSpPr txBox="1"/>
          <p:nvPr>
            <p:ph idx="1" type="body"/>
          </p:nvPr>
        </p:nvSpPr>
        <p:spPr>
          <a:xfrm>
            <a:off x="827640" y="2053080"/>
            <a:ext cx="3274560" cy="4194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30"/>
          <p:cNvSpPr txBox="1"/>
          <p:nvPr>
            <p:ph idx="2" type="body"/>
          </p:nvPr>
        </p:nvSpPr>
        <p:spPr>
          <a:xfrm>
            <a:off x="4266360" y="2053080"/>
            <a:ext cx="3274560" cy="4194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30"/>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0"/>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5" type="blank">
  <p:cSld name="BLANK">
    <p:spTree>
      <p:nvGrpSpPr>
        <p:cNvPr id="55" name="Shape 55"/>
        <p:cNvGrpSpPr/>
        <p:nvPr/>
      </p:nvGrpSpPr>
      <p:grpSpPr>
        <a:xfrm>
          <a:off x="0" y="0"/>
          <a:ext cx="0" cy="0"/>
          <a:chOff x="0" y="0"/>
          <a:chExt cx="0" cy="0"/>
        </a:xfrm>
      </p:grpSpPr>
      <p:sp>
        <p:nvSpPr>
          <p:cNvPr id="56" name="Google Shape;56;p31"/>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1"/>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5" type="vertTx">
  <p:cSld name="VERTICAL_TEXT">
    <p:spTree>
      <p:nvGrpSpPr>
        <p:cNvPr id="58" name="Shape 58"/>
        <p:cNvGrpSpPr/>
        <p:nvPr/>
      </p:nvGrpSpPr>
      <p:grpSpPr>
        <a:xfrm>
          <a:off x="0" y="0"/>
          <a:ext cx="0" cy="0"/>
          <a:chOff x="0" y="0"/>
          <a:chExt cx="0" cy="0"/>
        </a:xfrm>
      </p:grpSpPr>
      <p:sp>
        <p:nvSpPr>
          <p:cNvPr id="59" name="Google Shape;59;p32"/>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5" type="vertTitleAndTx">
  <p:cSld name="VERTICAL_TITLE_AND_VERTICAL_TEXT">
    <p:spTree>
      <p:nvGrpSpPr>
        <p:cNvPr id="61" name="Shape 61"/>
        <p:cNvGrpSpPr/>
        <p:nvPr/>
      </p:nvGrpSpPr>
      <p:grpSpPr>
        <a:xfrm>
          <a:off x="0" y="0"/>
          <a:ext cx="0" cy="0"/>
          <a:chOff x="0" y="0"/>
          <a:chExt cx="0" cy="0"/>
        </a:xfrm>
      </p:grpSpPr>
      <p:sp>
        <p:nvSpPr>
          <p:cNvPr id="62" name="Google Shape;62;p33"/>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3"/>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5" type="title">
  <p:cSld name="TITLE">
    <p:spTree>
      <p:nvGrpSpPr>
        <p:cNvPr id="64" name="Shape 64"/>
        <p:cNvGrpSpPr/>
        <p:nvPr/>
      </p:nvGrpSpPr>
      <p:grpSpPr>
        <a:xfrm>
          <a:off x="0" y="0"/>
          <a:ext cx="0" cy="0"/>
          <a:chOff x="0" y="0"/>
          <a:chExt cx="0" cy="0"/>
        </a:xfrm>
      </p:grpSpPr>
      <p:sp>
        <p:nvSpPr>
          <p:cNvPr id="65" name="Google Shape;65;p34"/>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 type="subTitle"/>
          </p:nvPr>
        </p:nvSpPr>
        <p:spPr>
          <a:xfrm>
            <a:off x="827640" y="2053080"/>
            <a:ext cx="6710400" cy="4194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4"/>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5" type="tx">
  <p:cSld name="TITLE_AND_BODY">
    <p:spTree>
      <p:nvGrpSpPr>
        <p:cNvPr id="69" name="Shape 69"/>
        <p:cNvGrpSpPr/>
        <p:nvPr/>
      </p:nvGrpSpPr>
      <p:grpSpPr>
        <a:xfrm>
          <a:off x="0" y="0"/>
          <a:ext cx="0" cy="0"/>
          <a:chOff x="0" y="0"/>
          <a:chExt cx="0" cy="0"/>
        </a:xfrm>
      </p:grpSpPr>
      <p:sp>
        <p:nvSpPr>
          <p:cNvPr id="70" name="Google Shape;70;p35"/>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5"/>
          <p:cNvSpPr txBox="1"/>
          <p:nvPr>
            <p:ph idx="1" type="body"/>
          </p:nvPr>
        </p:nvSpPr>
        <p:spPr>
          <a:xfrm>
            <a:off x="827640" y="2053080"/>
            <a:ext cx="6710400" cy="4194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2" name="Google Shape;72;p35"/>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blank">
  <p:cSld name="BLANK">
    <p:spTree>
      <p:nvGrpSpPr>
        <p:cNvPr id="85" name="Shape 85"/>
        <p:cNvGrpSpPr/>
        <p:nvPr/>
      </p:nvGrpSpPr>
      <p:grpSpPr>
        <a:xfrm>
          <a:off x="0" y="0"/>
          <a:ext cx="0" cy="0"/>
          <a:chOff x="0" y="0"/>
          <a:chExt cx="0" cy="0"/>
        </a:xfrm>
      </p:grpSpPr>
      <p:sp>
        <p:nvSpPr>
          <p:cNvPr id="86" name="Google Shape;86;p37"/>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7"/>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type="blank">
  <p:cSld name="BLANK">
    <p:spTree>
      <p:nvGrpSpPr>
        <p:cNvPr id="99" name="Shape 99"/>
        <p:cNvGrpSpPr/>
        <p:nvPr/>
      </p:nvGrpSpPr>
      <p:grpSpPr>
        <a:xfrm>
          <a:off x="0" y="0"/>
          <a:ext cx="0" cy="0"/>
          <a:chOff x="0" y="0"/>
          <a:chExt cx="0" cy="0"/>
        </a:xfrm>
      </p:grpSpPr>
      <p:sp>
        <p:nvSpPr>
          <p:cNvPr id="100" name="Google Shape;100;p39"/>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9"/>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type="blank">
  <p:cSld name="BLANK">
    <p:spTree>
      <p:nvGrpSpPr>
        <p:cNvPr id="113" name="Shape 113"/>
        <p:cNvGrpSpPr/>
        <p:nvPr/>
      </p:nvGrpSpPr>
      <p:grpSpPr>
        <a:xfrm>
          <a:off x="0" y="0"/>
          <a:ext cx="0" cy="0"/>
          <a:chOff x="0" y="0"/>
          <a:chExt cx="0" cy="0"/>
        </a:xfrm>
      </p:grpSpPr>
      <p:sp>
        <p:nvSpPr>
          <p:cNvPr id="114" name="Google Shape;114;p41"/>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41"/>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type="blank">
  <p:cSld name="BLANK">
    <p:spTree>
      <p:nvGrpSpPr>
        <p:cNvPr id="129" name="Shape 129"/>
        <p:cNvGrpSpPr/>
        <p:nvPr/>
      </p:nvGrpSpPr>
      <p:grpSpPr>
        <a:xfrm>
          <a:off x="0" y="0"/>
          <a:ext cx="0" cy="0"/>
          <a:chOff x="0" y="0"/>
          <a:chExt cx="0" cy="0"/>
        </a:xfrm>
      </p:grpSpPr>
      <p:sp>
        <p:nvSpPr>
          <p:cNvPr id="130" name="Google Shape;130;p43"/>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43"/>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type="blank">
  <p:cSld name="BLANK">
    <p:spTree>
      <p:nvGrpSpPr>
        <p:cNvPr id="143" name="Shape 143"/>
        <p:cNvGrpSpPr/>
        <p:nvPr/>
      </p:nvGrpSpPr>
      <p:grpSpPr>
        <a:xfrm>
          <a:off x="0" y="0"/>
          <a:ext cx="0" cy="0"/>
          <a:chOff x="0" y="0"/>
          <a:chExt cx="0" cy="0"/>
        </a:xfrm>
      </p:grpSpPr>
      <p:sp>
        <p:nvSpPr>
          <p:cNvPr id="144" name="Google Shape;144;p45"/>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45"/>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type="blank">
  <p:cSld name="BLANK">
    <p:spTree>
      <p:nvGrpSpPr>
        <p:cNvPr id="159" name="Shape 159"/>
        <p:cNvGrpSpPr/>
        <p:nvPr/>
      </p:nvGrpSpPr>
      <p:grpSpPr>
        <a:xfrm>
          <a:off x="0" y="0"/>
          <a:ext cx="0" cy="0"/>
          <a:chOff x="0" y="0"/>
          <a:chExt cx="0" cy="0"/>
        </a:xfrm>
      </p:grpSpPr>
      <p:sp>
        <p:nvSpPr>
          <p:cNvPr id="160" name="Google Shape;160;p47"/>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47"/>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type="blank">
  <p:cSld name="BLANK">
    <p:spTree>
      <p:nvGrpSpPr>
        <p:cNvPr id="175" name="Shape 175"/>
        <p:cNvGrpSpPr/>
        <p:nvPr/>
      </p:nvGrpSpPr>
      <p:grpSpPr>
        <a:xfrm>
          <a:off x="0" y="0"/>
          <a:ext cx="0" cy="0"/>
          <a:chOff x="0" y="0"/>
          <a:chExt cx="0" cy="0"/>
        </a:xfrm>
      </p:grpSpPr>
      <p:sp>
        <p:nvSpPr>
          <p:cNvPr id="176" name="Google Shape;176;p49"/>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49"/>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189" name="Shape 189"/>
        <p:cNvGrpSpPr/>
        <p:nvPr/>
      </p:nvGrpSpPr>
      <p:grpSpPr>
        <a:xfrm>
          <a:off x="0" y="0"/>
          <a:ext cx="0" cy="0"/>
          <a:chOff x="0" y="0"/>
          <a:chExt cx="0" cy="0"/>
        </a:xfrm>
      </p:grpSpPr>
      <p:sp>
        <p:nvSpPr>
          <p:cNvPr id="190" name="Google Shape;190;p51"/>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51"/>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203" name="Shape 203"/>
        <p:cNvGrpSpPr/>
        <p:nvPr/>
      </p:nvGrpSpPr>
      <p:grpSpPr>
        <a:xfrm>
          <a:off x="0" y="0"/>
          <a:ext cx="0" cy="0"/>
          <a:chOff x="0" y="0"/>
          <a:chExt cx="0" cy="0"/>
        </a:xfrm>
      </p:grpSpPr>
      <p:sp>
        <p:nvSpPr>
          <p:cNvPr id="204" name="Google Shape;204;p53"/>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53"/>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vertTx">
  <p:cSld name="VERTICAL_TEXT">
    <p:spTree>
      <p:nvGrpSpPr>
        <p:cNvPr id="217" name="Shape 217"/>
        <p:cNvGrpSpPr/>
        <p:nvPr/>
      </p:nvGrpSpPr>
      <p:grpSpPr>
        <a:xfrm>
          <a:off x="0" y="0"/>
          <a:ext cx="0" cy="0"/>
          <a:chOff x="0" y="0"/>
          <a:chExt cx="0" cy="0"/>
        </a:xfrm>
      </p:grpSpPr>
      <p:sp>
        <p:nvSpPr>
          <p:cNvPr id="218" name="Google Shape;218;p55"/>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55"/>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twoObj">
  <p:cSld name="TWO_OBJECTS">
    <p:spTree>
      <p:nvGrpSpPr>
        <p:cNvPr id="234" name="Shape 234"/>
        <p:cNvGrpSpPr/>
        <p:nvPr/>
      </p:nvGrpSpPr>
      <p:grpSpPr>
        <a:xfrm>
          <a:off x="0" y="0"/>
          <a:ext cx="0" cy="0"/>
          <a:chOff x="0" y="0"/>
          <a:chExt cx="0" cy="0"/>
        </a:xfrm>
      </p:grpSpPr>
      <p:sp>
        <p:nvSpPr>
          <p:cNvPr id="235" name="Google Shape;235;p57"/>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57"/>
          <p:cNvSpPr txBox="1"/>
          <p:nvPr>
            <p:ph idx="1" type="body"/>
          </p:nvPr>
        </p:nvSpPr>
        <p:spPr>
          <a:xfrm>
            <a:off x="827640" y="2053080"/>
            <a:ext cx="3274560" cy="4194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7" name="Google Shape;237;p57"/>
          <p:cNvSpPr txBox="1"/>
          <p:nvPr>
            <p:ph idx="2" type="body"/>
          </p:nvPr>
        </p:nvSpPr>
        <p:spPr>
          <a:xfrm>
            <a:off x="4266360" y="2053080"/>
            <a:ext cx="3274560" cy="4194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8" name="Google Shape;238;p57"/>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57"/>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type="titleOnly">
  <p:cSld name="TITLE_ONLY">
    <p:spTree>
      <p:nvGrpSpPr>
        <p:cNvPr id="252" name="Shape 252"/>
        <p:cNvGrpSpPr/>
        <p:nvPr/>
      </p:nvGrpSpPr>
      <p:grpSpPr>
        <a:xfrm>
          <a:off x="0" y="0"/>
          <a:ext cx="0" cy="0"/>
          <a:chOff x="0" y="0"/>
          <a:chExt cx="0" cy="0"/>
        </a:xfrm>
      </p:grpSpPr>
      <p:sp>
        <p:nvSpPr>
          <p:cNvPr id="253" name="Google Shape;253;p59"/>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59"/>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59"/>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2" type="blank">
  <p:cSld name="BLANK">
    <p:spTree>
      <p:nvGrpSpPr>
        <p:cNvPr id="267" name="Shape 267"/>
        <p:cNvGrpSpPr/>
        <p:nvPr/>
      </p:nvGrpSpPr>
      <p:grpSpPr>
        <a:xfrm>
          <a:off x="0" y="0"/>
          <a:ext cx="0" cy="0"/>
          <a:chOff x="0" y="0"/>
          <a:chExt cx="0" cy="0"/>
        </a:xfrm>
      </p:grpSpPr>
      <p:sp>
        <p:nvSpPr>
          <p:cNvPr id="268" name="Google Shape;268;p61"/>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61"/>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3" type="titleOnly">
  <p:cSld name="TITLE_ONLY">
    <p:spTree>
      <p:nvGrpSpPr>
        <p:cNvPr id="282" name="Shape 282"/>
        <p:cNvGrpSpPr/>
        <p:nvPr/>
      </p:nvGrpSpPr>
      <p:grpSpPr>
        <a:xfrm>
          <a:off x="0" y="0"/>
          <a:ext cx="0" cy="0"/>
          <a:chOff x="0" y="0"/>
          <a:chExt cx="0" cy="0"/>
        </a:xfrm>
      </p:grpSpPr>
      <p:sp>
        <p:nvSpPr>
          <p:cNvPr id="283" name="Google Shape;283;p63"/>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4" name="Google Shape;284;p63"/>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63"/>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4" type="twoObj">
  <p:cSld name="TWO_OBJECTS">
    <p:spTree>
      <p:nvGrpSpPr>
        <p:cNvPr id="300" name="Shape 300"/>
        <p:cNvGrpSpPr/>
        <p:nvPr/>
      </p:nvGrpSpPr>
      <p:grpSpPr>
        <a:xfrm>
          <a:off x="0" y="0"/>
          <a:ext cx="0" cy="0"/>
          <a:chOff x="0" y="0"/>
          <a:chExt cx="0" cy="0"/>
        </a:xfrm>
      </p:grpSpPr>
      <p:sp>
        <p:nvSpPr>
          <p:cNvPr id="301" name="Google Shape;301;p65"/>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65"/>
          <p:cNvSpPr txBox="1"/>
          <p:nvPr>
            <p:ph idx="1" type="body"/>
          </p:nvPr>
        </p:nvSpPr>
        <p:spPr>
          <a:xfrm>
            <a:off x="827640" y="2053080"/>
            <a:ext cx="3274560" cy="4194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3" name="Google Shape;303;p65"/>
          <p:cNvSpPr txBox="1"/>
          <p:nvPr>
            <p:ph idx="2" type="body"/>
          </p:nvPr>
        </p:nvSpPr>
        <p:spPr>
          <a:xfrm>
            <a:off x="4266360" y="2053080"/>
            <a:ext cx="3274560" cy="4194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4" name="Google Shape;304;p65"/>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65"/>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6" type="vertTx">
  <p:cSld name="VERTICAL_TEXT">
    <p:spTree>
      <p:nvGrpSpPr>
        <p:cNvPr id="317" name="Shape 317"/>
        <p:cNvGrpSpPr/>
        <p:nvPr/>
      </p:nvGrpSpPr>
      <p:grpSpPr>
        <a:xfrm>
          <a:off x="0" y="0"/>
          <a:ext cx="0" cy="0"/>
          <a:chOff x="0" y="0"/>
          <a:chExt cx="0" cy="0"/>
        </a:xfrm>
      </p:grpSpPr>
      <p:sp>
        <p:nvSpPr>
          <p:cNvPr id="318" name="Google Shape;318;p67"/>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9" name="Google Shape;319;p67"/>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7" type="vertTitleAndTx">
  <p:cSld name="VERTICAL_TITLE_AND_VERTICAL_TEXT">
    <p:spTree>
      <p:nvGrpSpPr>
        <p:cNvPr id="331" name="Shape 331"/>
        <p:cNvGrpSpPr/>
        <p:nvPr/>
      </p:nvGrpSpPr>
      <p:grpSpPr>
        <a:xfrm>
          <a:off x="0" y="0"/>
          <a:ext cx="0" cy="0"/>
          <a:chOff x="0" y="0"/>
          <a:chExt cx="0" cy="0"/>
        </a:xfrm>
      </p:grpSpPr>
      <p:sp>
        <p:nvSpPr>
          <p:cNvPr id="332" name="Google Shape;332;p69"/>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3" name="Google Shape;333;p69"/>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8" type="title">
  <p:cSld name="TITLE">
    <p:spTree>
      <p:nvGrpSpPr>
        <p:cNvPr id="346" name="Shape 346"/>
        <p:cNvGrpSpPr/>
        <p:nvPr/>
      </p:nvGrpSpPr>
      <p:grpSpPr>
        <a:xfrm>
          <a:off x="0" y="0"/>
          <a:ext cx="0" cy="0"/>
          <a:chOff x="0" y="0"/>
          <a:chExt cx="0" cy="0"/>
        </a:xfrm>
      </p:grpSpPr>
      <p:sp>
        <p:nvSpPr>
          <p:cNvPr id="347" name="Google Shape;347;p71"/>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8" name="Google Shape;348;p71"/>
          <p:cNvSpPr txBox="1"/>
          <p:nvPr>
            <p:ph idx="1" type="subTitle"/>
          </p:nvPr>
        </p:nvSpPr>
        <p:spPr>
          <a:xfrm>
            <a:off x="827640" y="2053080"/>
            <a:ext cx="6710400" cy="41943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49" name="Google Shape;349;p71"/>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0" name="Google Shape;350;p71"/>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9" type="tx">
  <p:cSld name="TITLE_AND_BODY">
    <p:spTree>
      <p:nvGrpSpPr>
        <p:cNvPr id="364" name="Shape 364"/>
        <p:cNvGrpSpPr/>
        <p:nvPr/>
      </p:nvGrpSpPr>
      <p:grpSpPr>
        <a:xfrm>
          <a:off x="0" y="0"/>
          <a:ext cx="0" cy="0"/>
          <a:chOff x="0" y="0"/>
          <a:chExt cx="0" cy="0"/>
        </a:xfrm>
      </p:grpSpPr>
      <p:sp>
        <p:nvSpPr>
          <p:cNvPr id="365" name="Google Shape;365;p73"/>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6" name="Google Shape;366;p73"/>
          <p:cNvSpPr txBox="1"/>
          <p:nvPr>
            <p:ph idx="1" type="body"/>
          </p:nvPr>
        </p:nvSpPr>
        <p:spPr>
          <a:xfrm>
            <a:off x="827640" y="2053080"/>
            <a:ext cx="6710400" cy="4194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7" name="Google Shape;367;p73"/>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8" name="Google Shape;368;p73"/>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0" type="tx">
  <p:cSld name="TITLE_AND_BODY">
    <p:spTree>
      <p:nvGrpSpPr>
        <p:cNvPr id="382" name="Shape 382"/>
        <p:cNvGrpSpPr/>
        <p:nvPr/>
      </p:nvGrpSpPr>
      <p:grpSpPr>
        <a:xfrm>
          <a:off x="0" y="0"/>
          <a:ext cx="0" cy="0"/>
          <a:chOff x="0" y="0"/>
          <a:chExt cx="0" cy="0"/>
        </a:xfrm>
      </p:grpSpPr>
      <p:sp>
        <p:nvSpPr>
          <p:cNvPr id="383" name="Google Shape;383;p75"/>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4" name="Google Shape;384;p75"/>
          <p:cNvSpPr txBox="1"/>
          <p:nvPr>
            <p:ph idx="1" type="body"/>
          </p:nvPr>
        </p:nvSpPr>
        <p:spPr>
          <a:xfrm>
            <a:off x="827640" y="2053080"/>
            <a:ext cx="6710400" cy="41943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5" name="Google Shape;385;p75"/>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6" name="Google Shape;386;p75"/>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1" type="vertTitleAndTx">
  <p:cSld name="VERTICAL_TITLE_AND_VERTICAL_TEXT">
    <p:spTree>
      <p:nvGrpSpPr>
        <p:cNvPr id="398" name="Shape 398"/>
        <p:cNvGrpSpPr/>
        <p:nvPr/>
      </p:nvGrpSpPr>
      <p:grpSpPr>
        <a:xfrm>
          <a:off x="0" y="0"/>
          <a:ext cx="0" cy="0"/>
          <a:chOff x="0" y="0"/>
          <a:chExt cx="0" cy="0"/>
        </a:xfrm>
      </p:grpSpPr>
      <p:sp>
        <p:nvSpPr>
          <p:cNvPr id="399" name="Google Shape;399;p77"/>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0" name="Google Shape;400;p77"/>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2" type="title">
  <p:cSld name="TITLE">
    <p:spTree>
      <p:nvGrpSpPr>
        <p:cNvPr id="413" name="Shape 413"/>
        <p:cNvGrpSpPr/>
        <p:nvPr/>
      </p:nvGrpSpPr>
      <p:grpSpPr>
        <a:xfrm>
          <a:off x="0" y="0"/>
          <a:ext cx="0" cy="0"/>
          <a:chOff x="0" y="0"/>
          <a:chExt cx="0" cy="0"/>
        </a:xfrm>
      </p:grpSpPr>
      <p:sp>
        <p:nvSpPr>
          <p:cNvPr id="414" name="Google Shape;414;p79"/>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5" name="Google Shape;415;p79"/>
          <p:cNvSpPr txBox="1"/>
          <p:nvPr>
            <p:ph idx="1" type="subTitle"/>
          </p:nvPr>
        </p:nvSpPr>
        <p:spPr>
          <a:xfrm>
            <a:off x="827640" y="2053080"/>
            <a:ext cx="6710400" cy="41943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16" name="Google Shape;416;p79"/>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7" name="Google Shape;417;p79"/>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1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Relationship Id="rId3"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Relationship Id="rId3" Type="http://schemas.openxmlformats.org/officeDocument/2006/relationships/theme" Target="../theme/theme14.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theme" Target="../theme/theme10.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theme" Target="../theme/theme23.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theme" Target="../theme/theme17.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5.xml"/><Relationship Id="rId3" Type="http://schemas.openxmlformats.org/officeDocument/2006/relationships/theme" Target="../theme/theme22.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6.xml"/><Relationship Id="rId3" Type="http://schemas.openxmlformats.org/officeDocument/2006/relationships/theme" Target="../theme/theme12.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7.xml"/><Relationship Id="rId3" Type="http://schemas.openxmlformats.org/officeDocument/2006/relationships/theme" Target="../theme/theme25.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8.xml"/><Relationship Id="rId3"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9.xml"/><Relationship Id="rId3" Type="http://schemas.openxmlformats.org/officeDocument/2006/relationships/theme" Target="../theme/theme5.xml"/></Relationships>
</file>

<file path=ppt/slideMasters/_rels/slideMaster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0.xml"/><Relationship Id="rId3" Type="http://schemas.openxmlformats.org/officeDocument/2006/relationships/theme" Target="../theme/theme16.xml"/></Relationships>
</file>

<file path=ppt/slideMasters/_rels/slideMaster1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1.xml"/><Relationship Id="rId3" Type="http://schemas.openxmlformats.org/officeDocument/2006/relationships/theme" Target="../theme/theme7.xml"/></Relationships>
</file>

<file path=ppt/slideMasters/_rels/slideMaster1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2.xml"/><Relationship Id="rId3" Type="http://schemas.openxmlformats.org/officeDocument/2006/relationships/theme" Target="../theme/theme18.xml"/></Relationships>
</file>

<file path=ppt/slideMasters/_rels/slideMaster16.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3.xml"/><Relationship Id="rId3" Type="http://schemas.openxmlformats.org/officeDocument/2006/relationships/theme" Target="../theme/theme24.xml"/></Relationships>
</file>

<file path=ppt/slideMasters/_rels/slideMaster1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4.xml"/><Relationship Id="rId3" Type="http://schemas.openxmlformats.org/officeDocument/2006/relationships/theme" Target="../theme/theme1.xml"/></Relationships>
</file>

<file path=ppt/slideMasters/_rels/slideMaster1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theme" Target="../theme/theme15.xml"/></Relationships>
</file>

<file path=ppt/slideMasters/_rels/slideMaster1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6.xml"/><Relationship Id="rId3" Type="http://schemas.openxmlformats.org/officeDocument/2006/relationships/theme" Target="../theme/theme3.xml"/></Relationships>
</file>

<file path=ppt/slideMasters/_rels/slideMaster20.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7.xml"/><Relationship Id="rId3" Type="http://schemas.openxmlformats.org/officeDocument/2006/relationships/theme" Target="../theme/theme2.xml"/></Relationships>
</file>

<file path=ppt/slideMasters/_rels/slideMaster2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8.xml"/><Relationship Id="rId3" Type="http://schemas.openxmlformats.org/officeDocument/2006/relationships/theme" Target="../theme/theme21.xml"/></Relationships>
</file>

<file path=ppt/slideMasters/_rels/slideMaster2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9.xml"/><Relationship Id="rId3" Type="http://schemas.openxmlformats.org/officeDocument/2006/relationships/theme" Target="../theme/theme8.xml"/></Relationships>
</file>

<file path=ppt/slideMasters/_rels/slideMaster2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0.xml"/><Relationship Id="rId3" Type="http://schemas.openxmlformats.org/officeDocument/2006/relationships/theme" Target="../theme/theme9.xml"/></Relationships>
</file>

<file path=ppt/slideMasters/_rels/slideMaster2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1.xml"/><Relationship Id="rId3" Type="http://schemas.openxmlformats.org/officeDocument/2006/relationships/theme" Target="../theme/theme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9" name="Shape 9"/>
        <p:cNvGrpSpPr/>
        <p:nvPr/>
      </p:nvGrpSpPr>
      <p:grpSpPr>
        <a:xfrm>
          <a:off x="0" y="0"/>
          <a:ext cx="0" cy="0"/>
          <a:chOff x="0" y="0"/>
          <a:chExt cx="0" cy="0"/>
        </a:xfrm>
      </p:grpSpPr>
      <p:sp>
        <p:nvSpPr>
          <p:cNvPr id="10" name="Google Shape;10;p25"/>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 name="Google Shape;11;p25"/>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 name="Google Shape;12;p25"/>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 name="Google Shape;13;p25"/>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 name="Google Shape;14;p25"/>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 name="Google Shape;15;p25"/>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16" name="Google Shape;16;p25"/>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17" name="Google Shape;17;p25"/>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8" name="Google Shape;18;p25"/>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9" name="Google Shape;19;p25"/>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 name="Google Shape;20;p25"/>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1" name="Google Shape;21;p25"/>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27" name="Shape 27"/>
        <p:cNvGrpSpPr/>
        <p:nvPr/>
      </p:nvGrpSpPr>
      <p:grpSpPr>
        <a:xfrm>
          <a:off x="0" y="0"/>
          <a:ext cx="0" cy="0"/>
          <a:chOff x="0" y="0"/>
          <a:chExt cx="0" cy="0"/>
        </a:xfrm>
      </p:grpSpPr>
      <p:sp>
        <p:nvSpPr>
          <p:cNvPr id="28" name="Google Shape;28;p27"/>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 name="Google Shape;29;p27"/>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 name="Google Shape;30;p27"/>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 name="Google Shape;31;p27"/>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 name="Google Shape;32;p27"/>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 name="Google Shape;33;p27"/>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34" name="Google Shape;34;p27"/>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35" name="Google Shape;35;p27"/>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36" name="Google Shape;36;p27"/>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7" name="Google Shape;37;p27"/>
          <p:cNvSpPr txBox="1"/>
          <p:nvPr>
            <p:ph idx="1" type="body"/>
          </p:nvPr>
        </p:nvSpPr>
        <p:spPr>
          <a:xfrm>
            <a:off x="827640" y="2053080"/>
            <a:ext cx="6710400" cy="41943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8" name="Google Shape;38;p27"/>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9" name="Google Shape;39;p27"/>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74" name="Shape 74"/>
        <p:cNvGrpSpPr/>
        <p:nvPr/>
      </p:nvGrpSpPr>
      <p:grpSpPr>
        <a:xfrm>
          <a:off x="0" y="0"/>
          <a:ext cx="0" cy="0"/>
          <a:chOff x="0" y="0"/>
          <a:chExt cx="0" cy="0"/>
        </a:xfrm>
      </p:grpSpPr>
      <p:sp>
        <p:nvSpPr>
          <p:cNvPr id="75" name="Google Shape;75;p36"/>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 name="Google Shape;76;p36"/>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 name="Google Shape;77;p36"/>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 name="Google Shape;78;p36"/>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 name="Google Shape;79;p36"/>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 name="Google Shape;80;p36"/>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81" name="Google Shape;81;p36"/>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82" name="Google Shape;82;p36"/>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83" name="Google Shape;83;p36"/>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4" name="Google Shape;84;p36"/>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88" name="Shape 88"/>
        <p:cNvGrpSpPr/>
        <p:nvPr/>
      </p:nvGrpSpPr>
      <p:grpSpPr>
        <a:xfrm>
          <a:off x="0" y="0"/>
          <a:ext cx="0" cy="0"/>
          <a:chOff x="0" y="0"/>
          <a:chExt cx="0" cy="0"/>
        </a:xfrm>
      </p:grpSpPr>
      <p:sp>
        <p:nvSpPr>
          <p:cNvPr id="89" name="Google Shape;89;p38"/>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 name="Google Shape;90;p38"/>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 name="Google Shape;91;p38"/>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 name="Google Shape;92;p38"/>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 name="Google Shape;93;p38"/>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 name="Google Shape;94;p38"/>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95" name="Google Shape;95;p38"/>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96" name="Google Shape;96;p38"/>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97" name="Google Shape;97;p38"/>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8" name="Google Shape;98;p38"/>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102" name="Shape 102"/>
        <p:cNvGrpSpPr/>
        <p:nvPr/>
      </p:nvGrpSpPr>
      <p:grpSpPr>
        <a:xfrm>
          <a:off x="0" y="0"/>
          <a:ext cx="0" cy="0"/>
          <a:chOff x="0" y="0"/>
          <a:chExt cx="0" cy="0"/>
        </a:xfrm>
      </p:grpSpPr>
      <p:sp>
        <p:nvSpPr>
          <p:cNvPr id="103" name="Google Shape;103;p40"/>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40"/>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 name="Google Shape;105;p40"/>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 name="Google Shape;106;p40"/>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7" name="Google Shape;107;p40"/>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 name="Google Shape;108;p40"/>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109" name="Google Shape;109;p40"/>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110" name="Google Shape;110;p40"/>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11" name="Google Shape;111;p40"/>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2" name="Google Shape;112;p40"/>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116" name="Shape 116"/>
        <p:cNvGrpSpPr/>
        <p:nvPr/>
      </p:nvGrpSpPr>
      <p:grpSpPr>
        <a:xfrm>
          <a:off x="0" y="0"/>
          <a:ext cx="0" cy="0"/>
          <a:chOff x="0" y="0"/>
          <a:chExt cx="0" cy="0"/>
        </a:xfrm>
      </p:grpSpPr>
      <p:sp>
        <p:nvSpPr>
          <p:cNvPr id="117" name="Google Shape;117;p42"/>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 name="Google Shape;118;p42"/>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 name="Google Shape;119;p42"/>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 name="Google Shape;120;p42"/>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42"/>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 name="Google Shape;122;p42"/>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123" name="Google Shape;123;p42"/>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124" name="Google Shape;124;p42"/>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25" name="Google Shape;125;p42"/>
          <p:cNvSpPr/>
          <p:nvPr/>
        </p:nvSpPr>
        <p:spPr>
          <a:xfrm>
            <a:off x="673920" y="971280"/>
            <a:ext cx="600480" cy="1949040"/>
          </a:xfrm>
          <a:prstGeom prst="rect">
            <a:avLst/>
          </a:prstGeom>
          <a:noFill/>
          <a:ln>
            <a:noFill/>
          </a:ln>
        </p:spPr>
        <p:txBody>
          <a:bodyPr anchorCtr="0" anchor="t" bIns="45000" lIns="90000" spcFirstLastPara="1" rIns="90000" wrap="square" tIns="45000">
            <a:spAutoFit/>
          </a:bodyPr>
          <a:lstStyle/>
          <a:p>
            <a:pPr indent="0" lvl="0" marL="0" marR="0" rtl="0" algn="r">
              <a:lnSpc>
                <a:spcPct val="100000"/>
              </a:lnSpc>
              <a:spcBef>
                <a:spcPts val="0"/>
              </a:spcBef>
              <a:spcAft>
                <a:spcPts val="0"/>
              </a:spcAft>
              <a:buNone/>
            </a:pPr>
            <a:r>
              <a:rPr b="0" i="0" lang="en-US" sz="12200" u="none" cap="none" strike="noStrike">
                <a:solidFill>
                  <a:srgbClr val="EFF8FC"/>
                </a:solidFill>
                <a:latin typeface="Arial"/>
                <a:ea typeface="Arial"/>
                <a:cs typeface="Arial"/>
                <a:sym typeface="Arial"/>
              </a:rPr>
              <a:t>“</a:t>
            </a:r>
            <a:endParaRPr b="0" i="0" sz="12200" u="none" cap="none" strike="noStrike">
              <a:solidFill>
                <a:srgbClr val="FFFFFF"/>
              </a:solidFill>
              <a:latin typeface="Arial"/>
              <a:ea typeface="Arial"/>
              <a:cs typeface="Arial"/>
              <a:sym typeface="Arial"/>
            </a:endParaRPr>
          </a:p>
        </p:txBody>
      </p:sp>
      <p:sp>
        <p:nvSpPr>
          <p:cNvPr id="126" name="Google Shape;126;p42"/>
          <p:cNvSpPr/>
          <p:nvPr/>
        </p:nvSpPr>
        <p:spPr>
          <a:xfrm>
            <a:off x="6999840" y="2613960"/>
            <a:ext cx="600480" cy="1949040"/>
          </a:xfrm>
          <a:prstGeom prst="rect">
            <a:avLst/>
          </a:prstGeom>
          <a:noFill/>
          <a:ln>
            <a:noFill/>
          </a:ln>
        </p:spPr>
        <p:txBody>
          <a:bodyPr anchorCtr="0" anchor="t" bIns="45000" lIns="90000" spcFirstLastPara="1" rIns="90000" wrap="square" tIns="45000">
            <a:spAutoFit/>
          </a:bodyPr>
          <a:lstStyle/>
          <a:p>
            <a:pPr indent="0" lvl="0" marL="0" marR="0" rtl="0" algn="r">
              <a:lnSpc>
                <a:spcPct val="100000"/>
              </a:lnSpc>
              <a:spcBef>
                <a:spcPts val="0"/>
              </a:spcBef>
              <a:spcAft>
                <a:spcPts val="0"/>
              </a:spcAft>
              <a:buNone/>
            </a:pPr>
            <a:r>
              <a:rPr b="0" i="0" lang="en-US" sz="12200" u="none" cap="none" strike="noStrike">
                <a:solidFill>
                  <a:srgbClr val="EFF8FC"/>
                </a:solidFill>
                <a:latin typeface="Arial"/>
                <a:ea typeface="Arial"/>
                <a:cs typeface="Arial"/>
                <a:sym typeface="Arial"/>
              </a:rPr>
              <a:t>”</a:t>
            </a:r>
            <a:endParaRPr b="0" i="0" sz="12200" u="none" cap="none" strike="noStrike">
              <a:solidFill>
                <a:srgbClr val="FFFFFF"/>
              </a:solidFill>
              <a:latin typeface="Arial"/>
              <a:ea typeface="Arial"/>
              <a:cs typeface="Arial"/>
              <a:sym typeface="Arial"/>
            </a:endParaRPr>
          </a:p>
        </p:txBody>
      </p:sp>
      <p:sp>
        <p:nvSpPr>
          <p:cNvPr id="127" name="Google Shape;127;p42"/>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8" name="Google Shape;128;p42"/>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132" name="Shape 132"/>
        <p:cNvGrpSpPr/>
        <p:nvPr/>
      </p:nvGrpSpPr>
      <p:grpSpPr>
        <a:xfrm>
          <a:off x="0" y="0"/>
          <a:ext cx="0" cy="0"/>
          <a:chOff x="0" y="0"/>
          <a:chExt cx="0" cy="0"/>
        </a:xfrm>
      </p:grpSpPr>
      <p:sp>
        <p:nvSpPr>
          <p:cNvPr id="133" name="Google Shape;133;p44"/>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 name="Google Shape;134;p44"/>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 name="Google Shape;135;p44"/>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44"/>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 name="Google Shape;137;p44"/>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 name="Google Shape;138;p44"/>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139" name="Google Shape;139;p44"/>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140" name="Google Shape;140;p44"/>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41" name="Google Shape;141;p44"/>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2" name="Google Shape;142;p44"/>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146" name="Shape 146"/>
        <p:cNvGrpSpPr/>
        <p:nvPr/>
      </p:nvGrpSpPr>
      <p:grpSpPr>
        <a:xfrm>
          <a:off x="0" y="0"/>
          <a:ext cx="0" cy="0"/>
          <a:chOff x="0" y="0"/>
          <a:chExt cx="0" cy="0"/>
        </a:xfrm>
      </p:grpSpPr>
      <p:sp>
        <p:nvSpPr>
          <p:cNvPr id="147" name="Google Shape;147;p46"/>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 name="Google Shape;148;p46"/>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9" name="Google Shape;149;p46"/>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46"/>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p46"/>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46"/>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153" name="Google Shape;153;p46"/>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154" name="Google Shape;154;p46"/>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cxnSp>
        <p:nvCxnSpPr>
          <p:cNvPr id="155" name="Google Shape;155;p46"/>
          <p:cNvCxnSpPr/>
          <p:nvPr/>
        </p:nvCxnSpPr>
        <p:spPr>
          <a:xfrm>
            <a:off x="2795040" y="2133360"/>
            <a:ext cx="1080" cy="3963600"/>
          </a:xfrm>
          <a:prstGeom prst="straightConnector1">
            <a:avLst/>
          </a:prstGeom>
          <a:noFill/>
          <a:ln cap="flat" cmpd="sng" w="12700">
            <a:solidFill>
              <a:srgbClr val="EFF8FC">
                <a:alpha val="40000"/>
              </a:srgbClr>
            </a:solidFill>
            <a:prstDash val="solid"/>
            <a:round/>
            <a:headEnd len="sm" w="sm" type="none"/>
            <a:tailEnd len="sm" w="sm" type="none"/>
          </a:ln>
        </p:spPr>
      </p:cxnSp>
      <p:cxnSp>
        <p:nvCxnSpPr>
          <p:cNvPr id="156" name="Google Shape;156;p46"/>
          <p:cNvCxnSpPr/>
          <p:nvPr/>
        </p:nvCxnSpPr>
        <p:spPr>
          <a:xfrm>
            <a:off x="5222880" y="2133360"/>
            <a:ext cx="1080" cy="3967920"/>
          </a:xfrm>
          <a:prstGeom prst="straightConnector1">
            <a:avLst/>
          </a:prstGeom>
          <a:noFill/>
          <a:ln cap="flat" cmpd="sng" w="12700">
            <a:solidFill>
              <a:srgbClr val="EFF8FC">
                <a:alpha val="40000"/>
              </a:srgbClr>
            </a:solidFill>
            <a:prstDash val="solid"/>
            <a:round/>
            <a:headEnd len="sm" w="sm" type="none"/>
            <a:tailEnd len="sm" w="sm" type="none"/>
          </a:ln>
        </p:spPr>
      </p:cxnSp>
      <p:sp>
        <p:nvSpPr>
          <p:cNvPr id="157" name="Google Shape;157;p46"/>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58" name="Google Shape;158;p46"/>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162" name="Shape 162"/>
        <p:cNvGrpSpPr/>
        <p:nvPr/>
      </p:nvGrpSpPr>
      <p:grpSpPr>
        <a:xfrm>
          <a:off x="0" y="0"/>
          <a:ext cx="0" cy="0"/>
          <a:chOff x="0" y="0"/>
          <a:chExt cx="0" cy="0"/>
        </a:xfrm>
      </p:grpSpPr>
      <p:sp>
        <p:nvSpPr>
          <p:cNvPr id="163" name="Google Shape;163;p48"/>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48"/>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 name="Google Shape;165;p48"/>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48"/>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 name="Google Shape;167;p48"/>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8" name="Google Shape;168;p48"/>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169" name="Google Shape;169;p48"/>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170" name="Google Shape;170;p48"/>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cxnSp>
        <p:nvCxnSpPr>
          <p:cNvPr id="171" name="Google Shape;171;p48"/>
          <p:cNvCxnSpPr/>
          <p:nvPr/>
        </p:nvCxnSpPr>
        <p:spPr>
          <a:xfrm>
            <a:off x="2795040" y="2133360"/>
            <a:ext cx="1080" cy="3963600"/>
          </a:xfrm>
          <a:prstGeom prst="straightConnector1">
            <a:avLst/>
          </a:prstGeom>
          <a:noFill/>
          <a:ln cap="flat" cmpd="sng" w="12700">
            <a:solidFill>
              <a:srgbClr val="EFF8FC">
                <a:alpha val="40000"/>
              </a:srgbClr>
            </a:solidFill>
            <a:prstDash val="solid"/>
            <a:round/>
            <a:headEnd len="sm" w="sm" type="none"/>
            <a:tailEnd len="sm" w="sm" type="none"/>
          </a:ln>
        </p:spPr>
      </p:cxnSp>
      <p:cxnSp>
        <p:nvCxnSpPr>
          <p:cNvPr id="172" name="Google Shape;172;p48"/>
          <p:cNvCxnSpPr/>
          <p:nvPr/>
        </p:nvCxnSpPr>
        <p:spPr>
          <a:xfrm>
            <a:off x="5222880" y="2133360"/>
            <a:ext cx="1080" cy="3967920"/>
          </a:xfrm>
          <a:prstGeom prst="straightConnector1">
            <a:avLst/>
          </a:prstGeom>
          <a:noFill/>
          <a:ln cap="flat" cmpd="sng" w="12700">
            <a:solidFill>
              <a:srgbClr val="EFF8FC">
                <a:alpha val="40000"/>
              </a:srgbClr>
            </a:solidFill>
            <a:prstDash val="solid"/>
            <a:round/>
            <a:headEnd len="sm" w="sm" type="none"/>
            <a:tailEnd len="sm" w="sm" type="none"/>
          </a:ln>
        </p:spPr>
      </p:cxnSp>
      <p:sp>
        <p:nvSpPr>
          <p:cNvPr id="173" name="Google Shape;173;p48"/>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4" name="Google Shape;174;p48"/>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178" name="Shape 178"/>
        <p:cNvGrpSpPr/>
        <p:nvPr/>
      </p:nvGrpSpPr>
      <p:grpSpPr>
        <a:xfrm>
          <a:off x="0" y="0"/>
          <a:ext cx="0" cy="0"/>
          <a:chOff x="0" y="0"/>
          <a:chExt cx="0" cy="0"/>
        </a:xfrm>
      </p:grpSpPr>
      <p:sp>
        <p:nvSpPr>
          <p:cNvPr id="179" name="Google Shape;179;p50"/>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50"/>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p50"/>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p50"/>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p50"/>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50"/>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185" name="Google Shape;185;p50"/>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186" name="Google Shape;186;p50"/>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187" name="Google Shape;187;p50"/>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88" name="Google Shape;188;p50"/>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192" name="Shape 192"/>
        <p:cNvGrpSpPr/>
        <p:nvPr/>
      </p:nvGrpSpPr>
      <p:grpSpPr>
        <a:xfrm>
          <a:off x="0" y="0"/>
          <a:ext cx="0" cy="0"/>
          <a:chOff x="0" y="0"/>
          <a:chExt cx="0" cy="0"/>
        </a:xfrm>
      </p:grpSpPr>
      <p:sp>
        <p:nvSpPr>
          <p:cNvPr id="193" name="Google Shape;193;p52"/>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4" name="Google Shape;194;p52"/>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p52"/>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p52"/>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 name="Google Shape;197;p52"/>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8" name="Google Shape;198;p52"/>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199" name="Google Shape;199;p52"/>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200" name="Google Shape;200;p52"/>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201" name="Google Shape;201;p52"/>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2" name="Google Shape;202;p52"/>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206" name="Shape 206"/>
        <p:cNvGrpSpPr/>
        <p:nvPr/>
      </p:nvGrpSpPr>
      <p:grpSpPr>
        <a:xfrm>
          <a:off x="0" y="0"/>
          <a:ext cx="0" cy="0"/>
          <a:chOff x="0" y="0"/>
          <a:chExt cx="0" cy="0"/>
        </a:xfrm>
      </p:grpSpPr>
      <p:sp>
        <p:nvSpPr>
          <p:cNvPr id="207" name="Google Shape;207;p54"/>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p54"/>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9" name="Google Shape;209;p54"/>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 name="Google Shape;210;p54"/>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1" name="Google Shape;211;p54"/>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2" name="Google Shape;212;p54"/>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213" name="Google Shape;213;p54"/>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214" name="Google Shape;214;p54"/>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215" name="Google Shape;215;p54"/>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16" name="Google Shape;216;p54"/>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220" name="Shape 220"/>
        <p:cNvGrpSpPr/>
        <p:nvPr/>
      </p:nvGrpSpPr>
      <p:grpSpPr>
        <a:xfrm>
          <a:off x="0" y="0"/>
          <a:ext cx="0" cy="0"/>
          <a:chOff x="0" y="0"/>
          <a:chExt cx="0" cy="0"/>
        </a:xfrm>
      </p:grpSpPr>
      <p:sp>
        <p:nvSpPr>
          <p:cNvPr id="221" name="Google Shape;221;p56"/>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 name="Google Shape;222;p56"/>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p56"/>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p56"/>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56"/>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 name="Google Shape;226;p56"/>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227" name="Google Shape;227;p56"/>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228" name="Google Shape;228;p56"/>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229" name="Google Shape;229;p56"/>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0" name="Google Shape;230;p56"/>
          <p:cNvSpPr txBox="1"/>
          <p:nvPr>
            <p:ph idx="1" type="body"/>
          </p:nvPr>
        </p:nvSpPr>
        <p:spPr>
          <a:xfrm>
            <a:off x="827640" y="2053080"/>
            <a:ext cx="3274200" cy="41943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31" name="Google Shape;231;p56"/>
          <p:cNvSpPr txBox="1"/>
          <p:nvPr>
            <p:ph idx="2" type="body"/>
          </p:nvPr>
        </p:nvSpPr>
        <p:spPr>
          <a:xfrm>
            <a:off x="4266360" y="2053080"/>
            <a:ext cx="3274200" cy="41943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32" name="Google Shape;232;p56"/>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3" name="Google Shape;233;p56"/>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8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240" name="Shape 240"/>
        <p:cNvGrpSpPr/>
        <p:nvPr/>
      </p:nvGrpSpPr>
      <p:grpSpPr>
        <a:xfrm>
          <a:off x="0" y="0"/>
          <a:ext cx="0" cy="0"/>
          <a:chOff x="0" y="0"/>
          <a:chExt cx="0" cy="0"/>
        </a:xfrm>
      </p:grpSpPr>
      <p:sp>
        <p:nvSpPr>
          <p:cNvPr id="241" name="Google Shape;241;p58"/>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2" name="Google Shape;242;p58"/>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3" name="Google Shape;243;p58"/>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58"/>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5" name="Google Shape;245;p58"/>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58"/>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247" name="Google Shape;247;p58"/>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248" name="Google Shape;248;p58"/>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249" name="Google Shape;249;p58"/>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50" name="Google Shape;250;p58"/>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51" name="Google Shape;251;p58"/>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8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256" name="Shape 256"/>
        <p:cNvGrpSpPr/>
        <p:nvPr/>
      </p:nvGrpSpPr>
      <p:grpSpPr>
        <a:xfrm>
          <a:off x="0" y="0"/>
          <a:ext cx="0" cy="0"/>
          <a:chOff x="0" y="0"/>
          <a:chExt cx="0" cy="0"/>
        </a:xfrm>
      </p:grpSpPr>
      <p:sp>
        <p:nvSpPr>
          <p:cNvPr id="257" name="Google Shape;257;p60"/>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Google Shape;258;p60"/>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Google Shape;259;p60"/>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Google Shape;260;p60"/>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1" name="Google Shape;261;p60"/>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60"/>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263" name="Google Shape;263;p60"/>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264" name="Google Shape;264;p60"/>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265" name="Google Shape;265;p60"/>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66" name="Google Shape;266;p60"/>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8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270" name="Shape 270"/>
        <p:cNvGrpSpPr/>
        <p:nvPr/>
      </p:nvGrpSpPr>
      <p:grpSpPr>
        <a:xfrm>
          <a:off x="0" y="0"/>
          <a:ext cx="0" cy="0"/>
          <a:chOff x="0" y="0"/>
          <a:chExt cx="0" cy="0"/>
        </a:xfrm>
      </p:grpSpPr>
      <p:sp>
        <p:nvSpPr>
          <p:cNvPr id="271" name="Google Shape;271;p62"/>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62"/>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 name="Google Shape;273;p62"/>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62"/>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62"/>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62"/>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277" name="Google Shape;277;p62"/>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278" name="Google Shape;278;p62"/>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279" name="Google Shape;279;p62"/>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80" name="Google Shape;280;p62"/>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81" name="Google Shape;281;p62"/>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8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286" name="Shape 286"/>
        <p:cNvGrpSpPr/>
        <p:nvPr/>
      </p:nvGrpSpPr>
      <p:grpSpPr>
        <a:xfrm>
          <a:off x="0" y="0"/>
          <a:ext cx="0" cy="0"/>
          <a:chOff x="0" y="0"/>
          <a:chExt cx="0" cy="0"/>
        </a:xfrm>
      </p:grpSpPr>
      <p:sp>
        <p:nvSpPr>
          <p:cNvPr id="287" name="Google Shape;287;p64"/>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8" name="Google Shape;288;p64"/>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9" name="Google Shape;289;p64"/>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64"/>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1" name="Google Shape;291;p64"/>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2" name="Google Shape;292;p64"/>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293" name="Google Shape;293;p64"/>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294" name="Google Shape;294;p64"/>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295" name="Google Shape;295;p64"/>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96" name="Google Shape;296;p64"/>
          <p:cNvSpPr txBox="1"/>
          <p:nvPr>
            <p:ph idx="1" type="body"/>
          </p:nvPr>
        </p:nvSpPr>
        <p:spPr>
          <a:xfrm>
            <a:off x="827640" y="2053080"/>
            <a:ext cx="3274200" cy="41943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97" name="Google Shape;297;p64"/>
          <p:cNvSpPr txBox="1"/>
          <p:nvPr>
            <p:ph idx="2" type="body"/>
          </p:nvPr>
        </p:nvSpPr>
        <p:spPr>
          <a:xfrm>
            <a:off x="4266360" y="2053080"/>
            <a:ext cx="3274200" cy="41943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98" name="Google Shape;298;p64"/>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99" name="Google Shape;299;p64"/>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8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306" name="Shape 306"/>
        <p:cNvGrpSpPr/>
        <p:nvPr/>
      </p:nvGrpSpPr>
      <p:grpSpPr>
        <a:xfrm>
          <a:off x="0" y="0"/>
          <a:ext cx="0" cy="0"/>
          <a:chOff x="0" y="0"/>
          <a:chExt cx="0" cy="0"/>
        </a:xfrm>
      </p:grpSpPr>
      <p:sp>
        <p:nvSpPr>
          <p:cNvPr id="307" name="Google Shape;307;p66"/>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66"/>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66"/>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66"/>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66"/>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66"/>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313" name="Google Shape;313;p66"/>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314" name="Google Shape;314;p66"/>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315" name="Google Shape;315;p66"/>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16" name="Google Shape;316;p66"/>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9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320" name="Shape 320"/>
        <p:cNvGrpSpPr/>
        <p:nvPr/>
      </p:nvGrpSpPr>
      <p:grpSpPr>
        <a:xfrm>
          <a:off x="0" y="0"/>
          <a:ext cx="0" cy="0"/>
          <a:chOff x="0" y="0"/>
          <a:chExt cx="0" cy="0"/>
        </a:xfrm>
      </p:grpSpPr>
      <p:sp>
        <p:nvSpPr>
          <p:cNvPr id="321" name="Google Shape;321;p68"/>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68"/>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68"/>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68"/>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68"/>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6" name="Google Shape;326;p68"/>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327" name="Google Shape;327;p68"/>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328" name="Google Shape;328;p68"/>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329" name="Google Shape;329;p68"/>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30" name="Google Shape;330;p68"/>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9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334" name="Shape 334"/>
        <p:cNvGrpSpPr/>
        <p:nvPr/>
      </p:nvGrpSpPr>
      <p:grpSpPr>
        <a:xfrm>
          <a:off x="0" y="0"/>
          <a:ext cx="0" cy="0"/>
          <a:chOff x="0" y="0"/>
          <a:chExt cx="0" cy="0"/>
        </a:xfrm>
      </p:grpSpPr>
      <p:sp>
        <p:nvSpPr>
          <p:cNvPr id="335" name="Google Shape;335;p70"/>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70"/>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70"/>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70"/>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70"/>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70"/>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341" name="Google Shape;341;p70"/>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342" name="Google Shape;342;p70"/>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343" name="Google Shape;343;p70"/>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44" name="Google Shape;344;p70"/>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45" name="Google Shape;345;p70"/>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9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351" name="Shape 351"/>
        <p:cNvGrpSpPr/>
        <p:nvPr/>
      </p:nvGrpSpPr>
      <p:grpSpPr>
        <a:xfrm>
          <a:off x="0" y="0"/>
          <a:ext cx="0" cy="0"/>
          <a:chOff x="0" y="0"/>
          <a:chExt cx="0" cy="0"/>
        </a:xfrm>
      </p:grpSpPr>
      <p:sp>
        <p:nvSpPr>
          <p:cNvPr id="352" name="Google Shape;352;p72"/>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3" name="Google Shape;353;p72"/>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4" name="Google Shape;354;p72"/>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72"/>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72"/>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72"/>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358" name="Google Shape;358;p72"/>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359" name="Google Shape;359;p72"/>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360" name="Google Shape;360;p72"/>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61" name="Google Shape;361;p72"/>
          <p:cNvSpPr txBox="1"/>
          <p:nvPr>
            <p:ph idx="1" type="body"/>
          </p:nvPr>
        </p:nvSpPr>
        <p:spPr>
          <a:xfrm>
            <a:off x="827640" y="2053080"/>
            <a:ext cx="6710400" cy="41943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62" name="Google Shape;362;p72"/>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63" name="Google Shape;363;p72"/>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9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369" name="Shape 369"/>
        <p:cNvGrpSpPr/>
        <p:nvPr/>
      </p:nvGrpSpPr>
      <p:grpSpPr>
        <a:xfrm>
          <a:off x="0" y="0"/>
          <a:ext cx="0" cy="0"/>
          <a:chOff x="0" y="0"/>
          <a:chExt cx="0" cy="0"/>
        </a:xfrm>
      </p:grpSpPr>
      <p:sp>
        <p:nvSpPr>
          <p:cNvPr id="370" name="Google Shape;370;p74"/>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74"/>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74"/>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74"/>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74"/>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74"/>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376" name="Google Shape;376;p74"/>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377" name="Google Shape;377;p74"/>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378" name="Google Shape;378;p74"/>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79" name="Google Shape;379;p74"/>
          <p:cNvSpPr txBox="1"/>
          <p:nvPr>
            <p:ph idx="1" type="body"/>
          </p:nvPr>
        </p:nvSpPr>
        <p:spPr>
          <a:xfrm>
            <a:off x="827640" y="2053080"/>
            <a:ext cx="6710400" cy="41943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80" name="Google Shape;380;p74"/>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81" name="Google Shape;381;p74"/>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9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387" name="Shape 387"/>
        <p:cNvGrpSpPr/>
        <p:nvPr/>
      </p:nvGrpSpPr>
      <p:grpSpPr>
        <a:xfrm>
          <a:off x="0" y="0"/>
          <a:ext cx="0" cy="0"/>
          <a:chOff x="0" y="0"/>
          <a:chExt cx="0" cy="0"/>
        </a:xfrm>
      </p:grpSpPr>
      <p:sp>
        <p:nvSpPr>
          <p:cNvPr id="388" name="Google Shape;388;p76"/>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76"/>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76"/>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76"/>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76"/>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76"/>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394" name="Google Shape;394;p76"/>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395" name="Google Shape;395;p76"/>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396" name="Google Shape;396;p76"/>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97" name="Google Shape;397;p76"/>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0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alpha val="18823"/>
          </a:schemeClr>
        </a:solidFill>
      </p:bgPr>
    </p:bg>
    <p:spTree>
      <p:nvGrpSpPr>
        <p:cNvPr id="401" name="Shape 401"/>
        <p:cNvGrpSpPr/>
        <p:nvPr/>
      </p:nvGrpSpPr>
      <p:grpSpPr>
        <a:xfrm>
          <a:off x="0" y="0"/>
          <a:ext cx="0" cy="0"/>
          <a:chOff x="0" y="0"/>
          <a:chExt cx="0" cy="0"/>
        </a:xfrm>
      </p:grpSpPr>
      <p:sp>
        <p:nvSpPr>
          <p:cNvPr id="402" name="Google Shape;402;p78"/>
          <p:cNvSpPr/>
          <p:nvPr/>
        </p:nvSpPr>
        <p:spPr>
          <a:xfrm>
            <a:off x="6299280" y="1676520"/>
            <a:ext cx="2818440" cy="2818440"/>
          </a:xfrm>
          <a:prstGeom prst="ellipse">
            <a:avLst/>
          </a:prstGeom>
          <a:gradFill>
            <a:gsLst>
              <a:gs pos="0">
                <a:srgbClr val="E8F5FB">
                  <a:alpha val="6666"/>
                </a:srgbClr>
              </a:gs>
              <a:gs pos="36000">
                <a:srgbClr val="E8F5FB">
                  <a:alpha val="5882"/>
                </a:srgbClr>
              </a:gs>
              <a:gs pos="69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78"/>
          <p:cNvSpPr/>
          <p:nvPr/>
        </p:nvSpPr>
        <p:spPr>
          <a:xfrm>
            <a:off x="5689800" y="-457200"/>
            <a:ext cx="1599120" cy="1599120"/>
          </a:xfrm>
          <a:prstGeom prst="ellipse">
            <a:avLst/>
          </a:prstGeom>
          <a:gradFill>
            <a:gsLst>
              <a:gs pos="0">
                <a:srgbClr val="E8F5FB">
                  <a:alpha val="13725"/>
                </a:srgbClr>
              </a:gs>
              <a:gs pos="36000">
                <a:srgbClr val="E8F5FB">
                  <a:alpha val="6666"/>
                </a:srgbClr>
              </a:gs>
              <a:gs pos="73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78"/>
          <p:cNvSpPr/>
          <p:nvPr/>
        </p:nvSpPr>
        <p:spPr>
          <a:xfrm>
            <a:off x="6299280" y="6095880"/>
            <a:ext cx="989640" cy="989640"/>
          </a:xfrm>
          <a:prstGeom prst="ellipse">
            <a:avLst/>
          </a:prstGeom>
          <a:gradFill>
            <a:gsLst>
              <a:gs pos="0">
                <a:srgbClr val="E8F5FB">
                  <a:alpha val="8627"/>
                </a:srgbClr>
              </a:gs>
              <a:gs pos="36000">
                <a:srgbClr val="E8F5FB">
                  <a:alpha val="4705"/>
                </a:srgbClr>
              </a:gs>
              <a:gs pos="66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78"/>
          <p:cNvSpPr/>
          <p:nvPr/>
        </p:nvSpPr>
        <p:spPr>
          <a:xfrm>
            <a:off x="-154080" y="2666880"/>
            <a:ext cx="4190040" cy="4190040"/>
          </a:xfrm>
          <a:prstGeom prst="ellipse">
            <a:avLst/>
          </a:prstGeom>
          <a:gradFill>
            <a:gsLst>
              <a:gs pos="0">
                <a:srgbClr val="E8F5FB">
                  <a:alpha val="10980"/>
                </a:srgbClr>
              </a:gs>
              <a:gs pos="36000">
                <a:srgbClr val="E8F5FB">
                  <a:alpha val="9803"/>
                </a:srgbClr>
              </a:gs>
              <a:gs pos="75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78"/>
          <p:cNvSpPr/>
          <p:nvPr/>
        </p:nvSpPr>
        <p:spPr>
          <a:xfrm>
            <a:off x="-839880" y="2895480"/>
            <a:ext cx="2361240" cy="2361240"/>
          </a:xfrm>
          <a:prstGeom prst="ellipse">
            <a:avLst/>
          </a:prstGeom>
          <a:gradFill>
            <a:gsLst>
              <a:gs pos="0">
                <a:srgbClr val="E8F5FB">
                  <a:alpha val="7843"/>
                </a:srgbClr>
              </a:gs>
              <a:gs pos="36000">
                <a:srgbClr val="E8F5FB">
                  <a:alpha val="7843"/>
                </a:srgbClr>
              </a:gs>
              <a:gs pos="72000">
                <a:srgbClr val="E8F5FB">
                  <a:alpha val="0"/>
                </a:srgbClr>
              </a:gs>
              <a:gs pos="100000">
                <a:srgbClr val="E8F5FB">
                  <a:alpha val="0"/>
                </a:srgbClr>
              </a:gs>
            </a:gsLst>
            <a:path path="circle">
              <a:fillToRect b="50%" l="50%" r="50%" t="50%"/>
            </a:path>
            <a:tileRect/>
          </a:gradFill>
          <a:ln>
            <a:noFill/>
          </a:ln>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78"/>
          <p:cNvSpPr/>
          <p:nvPr/>
        </p:nvSpPr>
        <p:spPr>
          <a:xfrm>
            <a:off x="7745760" y="0"/>
            <a:ext cx="684720" cy="1098360"/>
          </a:xfrm>
          <a:prstGeom prst="rect">
            <a:avLst/>
          </a:prstGeom>
          <a:solidFill>
            <a:schemeClr val="accent1"/>
          </a:solidFill>
          <a:ln>
            <a:noFill/>
          </a:ln>
          <a:effectLst>
            <a:outerShdw blurRad="38160" rotWithShape="0" dir="5400000" dist="25560">
              <a:srgbClr val="000000">
                <a:alpha val="44705"/>
              </a:srgbClr>
            </a:outerShdw>
          </a:effectLst>
        </p:spPr>
        <p:txBody>
          <a:bodyPr anchorCtr="0" anchor="ctr" bIns="91425" lIns="90000" spcFirstLastPara="1" rIns="90000"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pic>
        <p:nvPicPr>
          <p:cNvPr id="408" name="Google Shape;408;p78"/>
          <p:cNvPicPr preferRelativeResize="0"/>
          <p:nvPr/>
        </p:nvPicPr>
        <p:blipFill rotWithShape="1">
          <a:blip r:embed="rId1">
            <a:alphaModFix/>
          </a:blip>
          <a:srcRect b="0" l="0" r="0" t="0"/>
          <a:stretch/>
        </p:blipFill>
        <p:spPr>
          <a:xfrm>
            <a:off x="7627320" y="76320"/>
            <a:ext cx="921240" cy="921240"/>
          </a:xfrm>
          <a:prstGeom prst="rect">
            <a:avLst/>
          </a:prstGeom>
          <a:noFill/>
          <a:ln>
            <a:noFill/>
          </a:ln>
          <a:effectLst>
            <a:outerShdw blurRad="127080" rotWithShape="0" algn="tl">
              <a:srgbClr val="000000">
                <a:alpha val="88627"/>
              </a:srgbClr>
            </a:outerShdw>
          </a:effectLst>
        </p:spPr>
      </p:pic>
      <p:sp>
        <p:nvSpPr>
          <p:cNvPr id="409" name="Google Shape;409;p78"/>
          <p:cNvSpPr/>
          <p:nvPr/>
        </p:nvSpPr>
        <p:spPr>
          <a:xfrm>
            <a:off x="12600" y="6248520"/>
            <a:ext cx="9117720" cy="608400"/>
          </a:xfrm>
          <a:prstGeom prst="rect">
            <a:avLst/>
          </a:prstGeom>
          <a:solidFill>
            <a:srgbClr val="0B2036">
              <a:alpha val="81960"/>
            </a:srgbClr>
          </a:solidFill>
          <a:ln cap="flat" cmpd="sng" w="28575">
            <a:solidFill>
              <a:srgbClr val="0A5190"/>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
        <p:nvSpPr>
          <p:cNvPr id="410" name="Google Shape;410;p78"/>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11" name="Google Shape;411;p78"/>
          <p:cNvSpPr txBox="1"/>
          <p:nvPr>
            <p:ph idx="11" type="ftr"/>
          </p:nvPr>
        </p:nvSpPr>
        <p:spPr>
          <a:xfrm rot="5400000">
            <a:off x="6234120" y="3263400"/>
            <a:ext cx="3858840" cy="22752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12" name="Google Shape;412;p78"/>
          <p:cNvSpPr txBox="1"/>
          <p:nvPr>
            <p:ph idx="10" type="dt"/>
          </p:nvPr>
        </p:nvSpPr>
        <p:spPr>
          <a:xfrm rot="5400000">
            <a:off x="7495920" y="1828800"/>
            <a:ext cx="989640" cy="2275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1400"/>
              <a:buFont typeface="Times New Roman"/>
              <a:buNone/>
              <a:defRPr b="0" i="0" sz="1400" u="none" cap="none" strike="noStrike">
                <a:solidFill>
                  <a:srgbClr val="FFFFFF"/>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0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example.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comments" Target="../comments/commen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comments" Target="../comments/commen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1"/>
          <p:cNvSpPr txBox="1"/>
          <p:nvPr>
            <p:ph type="title"/>
          </p:nvPr>
        </p:nvSpPr>
        <p:spPr>
          <a:xfrm>
            <a:off x="800280" y="1276200"/>
            <a:ext cx="7771320" cy="182772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4400"/>
              <a:buNone/>
            </a:pPr>
            <a:r>
              <a:t/>
            </a:r>
            <a:endParaRPr b="0" sz="4400" u="none" strike="noStrike">
              <a:solidFill>
                <a:srgbClr val="FFFFFF"/>
              </a:solidFill>
              <a:latin typeface="Arial"/>
              <a:ea typeface="Arial"/>
              <a:cs typeface="Arial"/>
              <a:sym typeface="Arial"/>
            </a:endParaRPr>
          </a:p>
          <a:p>
            <a:pPr indent="0" lvl="0" marL="0" rtl="0" algn="l">
              <a:lnSpc>
                <a:spcPct val="100000"/>
              </a:lnSpc>
              <a:spcBef>
                <a:spcPts val="0"/>
              </a:spcBef>
              <a:spcAft>
                <a:spcPts val="0"/>
              </a:spcAft>
              <a:buClr>
                <a:schemeClr val="dk2"/>
              </a:buClr>
              <a:buSzPts val="3000"/>
              <a:buFont typeface="Arial"/>
              <a:buNone/>
            </a:pPr>
            <a:r>
              <a:rPr b="0" lang="en-US" sz="3000" u="none" strike="noStrike">
                <a:solidFill>
                  <a:schemeClr val="dk2"/>
                </a:solidFill>
                <a:latin typeface="Arial"/>
                <a:ea typeface="Arial"/>
                <a:cs typeface="Arial"/>
                <a:sym typeface="Arial"/>
              </a:rPr>
              <a:t>Lecture 2</a:t>
            </a:r>
            <a:endParaRPr b="0" sz="3000" u="none" strike="noStrike">
              <a:solidFill>
                <a:srgbClr val="FFFFFF"/>
              </a:solidFill>
              <a:latin typeface="Arial"/>
              <a:ea typeface="Arial"/>
              <a:cs typeface="Arial"/>
              <a:sym typeface="Arial"/>
            </a:endParaRPr>
          </a:p>
          <a:p>
            <a:pPr indent="0" lvl="0" marL="0" rtl="0" algn="l">
              <a:lnSpc>
                <a:spcPct val="100000"/>
              </a:lnSpc>
              <a:spcBef>
                <a:spcPts val="0"/>
              </a:spcBef>
              <a:spcAft>
                <a:spcPts val="0"/>
              </a:spcAft>
              <a:buClr>
                <a:schemeClr val="dk2"/>
              </a:buClr>
              <a:buSzPts val="3000"/>
              <a:buFont typeface="Arial"/>
              <a:buNone/>
            </a:pPr>
            <a:r>
              <a:rPr b="0" lang="en-US" sz="3000" u="none" strike="noStrike">
                <a:solidFill>
                  <a:schemeClr val="dk2"/>
                </a:solidFill>
                <a:latin typeface="Arial"/>
                <a:ea typeface="Arial"/>
                <a:cs typeface="Arial"/>
                <a:sym typeface="Arial"/>
              </a:rPr>
              <a:t>Web Programming</a:t>
            </a:r>
            <a:endParaRPr b="0" sz="3000" u="none" strike="noStrike">
              <a:solidFill>
                <a:srgbClr val="FFFFFF"/>
              </a:solidFill>
              <a:latin typeface="Arial"/>
              <a:ea typeface="Arial"/>
              <a:cs typeface="Arial"/>
              <a:sym typeface="Arial"/>
            </a:endParaRPr>
          </a:p>
          <a:p>
            <a:pPr indent="0" lvl="0" marL="0" rtl="0" algn="ctr">
              <a:lnSpc>
                <a:spcPct val="100000"/>
              </a:lnSpc>
              <a:spcBef>
                <a:spcPts val="0"/>
              </a:spcBef>
              <a:spcAft>
                <a:spcPts val="0"/>
              </a:spcAft>
              <a:buSzPts val="4400"/>
              <a:buNone/>
            </a:pPr>
            <a:r>
              <a:t/>
            </a:r>
            <a:endParaRPr b="0" sz="4400" u="none" strike="noStrike">
              <a:solidFill>
                <a:srgbClr val="FFFFFF"/>
              </a:solidFill>
              <a:latin typeface="Arial"/>
              <a:ea typeface="Arial"/>
              <a:cs typeface="Arial"/>
              <a:sym typeface="Arial"/>
            </a:endParaRPr>
          </a:p>
          <a:p>
            <a:pPr indent="0" lvl="0" marL="0" rtl="0" algn="ctr">
              <a:lnSpc>
                <a:spcPct val="100000"/>
              </a:lnSpc>
              <a:spcBef>
                <a:spcPts val="0"/>
              </a:spcBef>
              <a:spcAft>
                <a:spcPts val="0"/>
              </a:spcAft>
              <a:buClr>
                <a:schemeClr val="dk2"/>
              </a:buClr>
              <a:buSzPts val="4400"/>
              <a:buFont typeface="Arial"/>
              <a:buNone/>
            </a:pPr>
            <a:r>
              <a:rPr b="0" lang="en-US" sz="4400" u="none" strike="noStrike">
                <a:solidFill>
                  <a:schemeClr val="dk2"/>
                </a:solidFill>
                <a:latin typeface="Arial"/>
                <a:ea typeface="Arial"/>
                <a:cs typeface="Arial"/>
                <a:sym typeface="Arial"/>
              </a:rPr>
              <a:t>HTTP Protocol and HTML</a:t>
            </a:r>
            <a:endParaRPr b="0" sz="4400" u="none" strike="noStrike">
              <a:solidFill>
                <a:srgbClr val="FFFFFF"/>
              </a:solidFill>
              <a:latin typeface="Arial"/>
              <a:ea typeface="Arial"/>
              <a:cs typeface="Arial"/>
              <a:sym typeface="Arial"/>
            </a:endParaRPr>
          </a:p>
        </p:txBody>
      </p:sp>
      <p:pic>
        <p:nvPicPr>
          <p:cNvPr id="424" name="Google Shape;424;p1"/>
          <p:cNvPicPr preferRelativeResize="0"/>
          <p:nvPr/>
        </p:nvPicPr>
        <p:blipFill rotWithShape="1">
          <a:blip r:embed="rId3">
            <a:alphaModFix/>
          </a:blip>
          <a:srcRect b="0" l="0" r="0" t="50052"/>
          <a:stretch/>
        </p:blipFill>
        <p:spPr>
          <a:xfrm>
            <a:off x="1066680" y="3362400"/>
            <a:ext cx="7621920" cy="132120"/>
          </a:xfrm>
          <a:prstGeom prst="rect">
            <a:avLst/>
          </a:prstGeom>
          <a:noFill/>
          <a:ln>
            <a:noFill/>
          </a:ln>
        </p:spPr>
      </p:pic>
      <p:sp>
        <p:nvSpPr>
          <p:cNvPr id="425" name="Google Shape;425;p1"/>
          <p:cNvSpPr/>
          <p:nvPr/>
        </p:nvSpPr>
        <p:spPr>
          <a:xfrm>
            <a:off x="1272600" y="3783600"/>
            <a:ext cx="7160760" cy="487440"/>
          </a:xfrm>
          <a:prstGeom prst="rect">
            <a:avLst/>
          </a:prstGeom>
          <a:noFill/>
          <a:ln>
            <a:noFill/>
          </a:ln>
        </p:spPr>
        <p:txBody>
          <a:bodyPr anchorCtr="0" anchor="t" bIns="91425" lIns="90000" spcFirstLastPara="1" rIns="90000" wrap="square" tIns="91425">
            <a:spAutoFit/>
          </a:bodyPr>
          <a:lstStyle/>
          <a:p>
            <a:pPr indent="0" lvl="0" marL="0" marR="0" rtl="0" algn="l">
              <a:lnSpc>
                <a:spcPct val="100000"/>
              </a:lnSpc>
              <a:spcBef>
                <a:spcPts val="0"/>
              </a:spcBef>
              <a:spcAft>
                <a:spcPts val="0"/>
              </a:spcAft>
              <a:buNone/>
            </a:pPr>
            <a:r>
              <a:rPr b="0" i="0" lang="en-US" sz="2000" u="none" cap="none" strike="noStrike">
                <a:solidFill>
                  <a:schemeClr val="dk1"/>
                </a:solidFill>
                <a:latin typeface="Arial"/>
                <a:ea typeface="Arial"/>
                <a:cs typeface="Arial"/>
                <a:sym typeface="Arial"/>
              </a:rPr>
              <a:t>The Backbone of Web Communication and Content Structure</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2000">
              <a:solidFill>
                <a:schemeClr val="dk1"/>
              </a:solidFill>
            </a:endParaRPr>
          </a:p>
          <a:p>
            <a:pPr indent="0" lvl="0" marL="0" marR="0" rtl="0" algn="ctr">
              <a:lnSpc>
                <a:spcPct val="100000"/>
              </a:lnSpc>
              <a:spcBef>
                <a:spcPts val="0"/>
              </a:spcBef>
              <a:spcAft>
                <a:spcPts val="0"/>
              </a:spcAft>
              <a:buNone/>
            </a:pPr>
            <a:r>
              <a:rPr lang="en-US" sz="3000">
                <a:solidFill>
                  <a:schemeClr val="dk1"/>
                </a:solidFill>
              </a:rPr>
              <a:t>Mahhek Tahir</a:t>
            </a:r>
            <a:endParaRPr sz="30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
          <p:cNvSpPr txBox="1"/>
          <p:nvPr>
            <p:ph type="title"/>
          </p:nvPr>
        </p:nvSpPr>
        <p:spPr>
          <a:xfrm>
            <a:off x="731160" y="468000"/>
            <a:ext cx="6620040" cy="146772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Arial"/>
              <a:buNone/>
            </a:pPr>
            <a:r>
              <a:rPr b="0" lang="en-US" sz="4400" u="none" strike="noStrike">
                <a:solidFill>
                  <a:schemeClr val="dk2"/>
                </a:solidFill>
                <a:latin typeface="Arial"/>
                <a:ea typeface="Arial"/>
                <a:cs typeface="Arial"/>
                <a:sym typeface="Arial"/>
              </a:rPr>
              <a:t>Overview of the HTTP Protocol</a:t>
            </a:r>
            <a:endParaRPr b="0" sz="4400" u="none" strike="noStrike">
              <a:solidFill>
                <a:srgbClr val="FFFFFF"/>
              </a:solidFill>
              <a:latin typeface="Arial"/>
              <a:ea typeface="Arial"/>
              <a:cs typeface="Arial"/>
              <a:sym typeface="Arial"/>
            </a:endParaRPr>
          </a:p>
        </p:txBody>
      </p:sp>
      <p:sp>
        <p:nvSpPr>
          <p:cNvPr id="432" name="Google Shape;432;p2"/>
          <p:cNvSpPr/>
          <p:nvPr/>
        </p:nvSpPr>
        <p:spPr>
          <a:xfrm>
            <a:off x="798840" y="2026800"/>
            <a:ext cx="6485400" cy="3947760"/>
          </a:xfrm>
          <a:prstGeom prst="rect">
            <a:avLst/>
          </a:prstGeom>
          <a:noFill/>
          <a:ln>
            <a:noFill/>
          </a:ln>
        </p:spPr>
        <p:txBody>
          <a:bodyPr anchorCtr="0" anchor="t" bIns="91425" lIns="90000" spcFirstLastPara="1" rIns="90000" wrap="square" tIns="91425">
            <a:spAutoFit/>
          </a:bodyPr>
          <a:lstStyle/>
          <a:p>
            <a:pPr indent="0" lvl="0" marL="0" marR="0" rtl="0" algn="l">
              <a:lnSpc>
                <a:spcPct val="115000"/>
              </a:lnSpc>
              <a:spcBef>
                <a:spcPts val="0"/>
              </a:spcBef>
              <a:spcAft>
                <a:spcPts val="0"/>
              </a:spcAft>
              <a:buNone/>
            </a:pPr>
            <a:r>
              <a:rPr b="1" i="0" lang="en-US" sz="2000" u="none" cap="none" strike="noStrike">
                <a:solidFill>
                  <a:schemeClr val="dk1"/>
                </a:solidFill>
                <a:latin typeface="Arial"/>
                <a:ea typeface="Arial"/>
                <a:cs typeface="Arial"/>
                <a:sym typeface="Arial"/>
              </a:rPr>
              <a:t>Definition</a:t>
            </a:r>
            <a:r>
              <a:rPr b="0" i="0" lang="en-US" sz="2000" u="none" cap="none" strike="noStrike">
                <a:solidFill>
                  <a:schemeClr val="dk1"/>
                </a:solidFill>
                <a:latin typeface="Arial"/>
                <a:ea typeface="Arial"/>
                <a:cs typeface="Arial"/>
                <a:sym typeface="Arial"/>
              </a:rPr>
              <a:t>: HTTP (HyperText Transfer Protocol) is the protocol used for transferring data over the web. It enables communication between web clients (browsers) and web servers.</a:t>
            </a:r>
            <a:endParaRPr b="0" i="0" sz="2000" u="none" cap="none" strike="noStrike">
              <a:solidFill>
                <a:srgbClr val="FFFFFF"/>
              </a:solidFill>
              <a:latin typeface="Arial"/>
              <a:ea typeface="Arial"/>
              <a:cs typeface="Arial"/>
              <a:sym typeface="Arial"/>
            </a:endParaRPr>
          </a:p>
          <a:p>
            <a:pPr indent="0" lvl="0" marL="0" marR="0" rtl="0" algn="l">
              <a:lnSpc>
                <a:spcPct val="115000"/>
              </a:lnSpc>
              <a:spcBef>
                <a:spcPts val="1199"/>
              </a:spcBef>
              <a:spcAft>
                <a:spcPts val="0"/>
              </a:spcAft>
              <a:buNone/>
            </a:pPr>
            <a:r>
              <a:rPr b="1" i="0" lang="en-US" sz="2000" u="none" cap="none" strike="noStrike">
                <a:solidFill>
                  <a:schemeClr val="dk1"/>
                </a:solidFill>
                <a:latin typeface="Arial"/>
                <a:ea typeface="Arial"/>
                <a:cs typeface="Arial"/>
                <a:sym typeface="Arial"/>
              </a:rPr>
              <a:t>Why It’s Important</a:t>
            </a:r>
            <a:r>
              <a:rPr b="0" i="0" lang="en-US" sz="2000" u="none" cap="none" strike="noStrike">
                <a:solidFill>
                  <a:schemeClr val="dk1"/>
                </a:solidFill>
                <a:latin typeface="Arial"/>
                <a:ea typeface="Arial"/>
                <a:cs typeface="Arial"/>
                <a:sym typeface="Arial"/>
              </a:rPr>
              <a:t>: HTTP is the foundation of data exchange on the World Wide Web.</a:t>
            </a:r>
            <a:endParaRPr b="0" i="0" sz="2000" u="none" cap="none" strike="noStrike">
              <a:solidFill>
                <a:srgbClr val="FFFFFF"/>
              </a:solidFill>
              <a:latin typeface="Arial"/>
              <a:ea typeface="Arial"/>
              <a:cs typeface="Arial"/>
              <a:sym typeface="Arial"/>
            </a:endParaRPr>
          </a:p>
          <a:p>
            <a:pPr indent="0" lvl="0" marL="0" marR="0" rtl="0" algn="l">
              <a:lnSpc>
                <a:spcPct val="115000"/>
              </a:lnSpc>
              <a:spcBef>
                <a:spcPts val="1199"/>
              </a:spcBef>
              <a:spcAft>
                <a:spcPts val="0"/>
              </a:spcAft>
              <a:buNone/>
            </a:pPr>
            <a:r>
              <a:rPr b="1" i="0" lang="en-US" sz="2000" u="none" cap="none" strike="noStrike">
                <a:solidFill>
                  <a:schemeClr val="dk1"/>
                </a:solidFill>
                <a:latin typeface="Arial"/>
                <a:ea typeface="Arial"/>
                <a:cs typeface="Arial"/>
                <a:sym typeface="Arial"/>
              </a:rPr>
              <a:t>Key Point</a:t>
            </a:r>
            <a:r>
              <a:rPr b="0" i="0" lang="en-US" sz="2000" u="none" cap="none" strike="noStrike">
                <a:solidFill>
                  <a:schemeClr val="dk1"/>
                </a:solidFill>
                <a:latin typeface="Arial"/>
                <a:ea typeface="Arial"/>
                <a:cs typeface="Arial"/>
                <a:sym typeface="Arial"/>
              </a:rPr>
              <a:t>: HTTP is </a:t>
            </a:r>
            <a:r>
              <a:rPr b="1" i="0" lang="en-US" sz="2000" u="none" cap="none" strike="noStrike">
                <a:solidFill>
                  <a:schemeClr val="dk1"/>
                </a:solidFill>
                <a:latin typeface="Arial"/>
                <a:ea typeface="Arial"/>
                <a:cs typeface="Arial"/>
                <a:sym typeface="Arial"/>
              </a:rPr>
              <a:t>stateless</a:t>
            </a:r>
            <a:r>
              <a:rPr b="0" i="0" lang="en-US" sz="2000" u="none" cap="none" strike="noStrike">
                <a:solidFill>
                  <a:schemeClr val="dk1"/>
                </a:solidFill>
                <a:latin typeface="Arial"/>
                <a:ea typeface="Arial"/>
                <a:cs typeface="Arial"/>
                <a:sym typeface="Arial"/>
              </a:rPr>
              <a:t>, meaning each request is independent, and the server does not retain information about previous requests. Example.</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None/>
            </a:pPr>
            <a:r>
              <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How HTTP Works?</a:t>
            </a:r>
            <a:endParaRPr b="0" sz="4200" u="none" strike="noStrike">
              <a:solidFill>
                <a:srgbClr val="FFFFFF"/>
              </a:solidFill>
              <a:latin typeface="Arial"/>
              <a:ea typeface="Arial"/>
              <a:cs typeface="Arial"/>
              <a:sym typeface="Arial"/>
            </a:endParaRPr>
          </a:p>
        </p:txBody>
      </p:sp>
      <p:sp>
        <p:nvSpPr>
          <p:cNvPr id="438" name="Google Shape;438;p3"/>
          <p:cNvSpPr txBox="1"/>
          <p:nvPr>
            <p:ph idx="1" type="body"/>
          </p:nvPr>
        </p:nvSpPr>
        <p:spPr>
          <a:xfrm>
            <a:off x="609480" y="1185840"/>
            <a:ext cx="8398440" cy="2101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Request</a:t>
            </a:r>
            <a:r>
              <a:rPr b="0" i="0" lang="en-US" sz="2000" u="none" cap="none" strike="noStrike">
                <a:solidFill>
                  <a:schemeClr val="dk1"/>
                </a:solidFill>
                <a:latin typeface="Arial"/>
                <a:ea typeface="Arial"/>
                <a:cs typeface="Arial"/>
                <a:sym typeface="Arial"/>
              </a:rPr>
              <a:t>: A client (typically a web browser) sends an HTTP request to the web server. This request includes details like the type of request (GET, POST, etc.) and the resource (URL) being requested.</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Processing</a:t>
            </a:r>
            <a:r>
              <a:rPr b="0" i="0" lang="en-US" sz="2000" u="none" cap="none" strike="noStrike">
                <a:solidFill>
                  <a:schemeClr val="dk1"/>
                </a:solidFill>
                <a:latin typeface="Arial"/>
                <a:ea typeface="Arial"/>
                <a:cs typeface="Arial"/>
                <a:sym typeface="Arial"/>
              </a:rPr>
              <a:t>: The server processes the request, retrieves the requested resource (HTML file, image, etc.), and prepares a response.</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Response</a:t>
            </a:r>
            <a:r>
              <a:rPr b="0" i="0" lang="en-US" sz="2000" u="none" cap="none" strike="noStrike">
                <a:solidFill>
                  <a:schemeClr val="dk1"/>
                </a:solidFill>
                <a:latin typeface="Arial"/>
                <a:ea typeface="Arial"/>
                <a:cs typeface="Arial"/>
                <a:sym typeface="Arial"/>
              </a:rPr>
              <a:t>: The server sends an HTTP response back to the client, typically containing the requested resource or an error message if the resource cannot be found.</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SzPts val="2000"/>
              <a:buFont typeface="Arial"/>
              <a:buNone/>
            </a:pPr>
            <a:r>
              <a:t/>
            </a:r>
            <a:endParaRPr b="0" i="0" sz="2000" u="none" cap="none" strike="noStrike">
              <a:solidFill>
                <a:srgbClr val="FFFFFF"/>
              </a:solidFill>
              <a:latin typeface="Arial"/>
              <a:ea typeface="Arial"/>
              <a:cs typeface="Arial"/>
              <a:sym typeface="Arial"/>
            </a:endParaRPr>
          </a:p>
        </p:txBody>
      </p:sp>
      <p:pic>
        <p:nvPicPr>
          <p:cNvPr id="439" name="Google Shape;439;p3"/>
          <p:cNvPicPr preferRelativeResize="0"/>
          <p:nvPr/>
        </p:nvPicPr>
        <p:blipFill rotWithShape="1">
          <a:blip r:embed="rId3">
            <a:alphaModFix/>
          </a:blip>
          <a:srcRect b="0" l="0" r="0" t="0"/>
          <a:stretch/>
        </p:blipFill>
        <p:spPr>
          <a:xfrm>
            <a:off x="1252440" y="4008600"/>
            <a:ext cx="6637680" cy="22755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HTTP Request Structure</a:t>
            </a:r>
            <a:endParaRPr b="0" sz="4200" u="none" strike="noStrike">
              <a:solidFill>
                <a:srgbClr val="FFFFFF"/>
              </a:solidFill>
              <a:latin typeface="Arial"/>
              <a:ea typeface="Arial"/>
              <a:cs typeface="Arial"/>
              <a:sym typeface="Arial"/>
            </a:endParaRPr>
          </a:p>
        </p:txBody>
      </p:sp>
      <p:sp>
        <p:nvSpPr>
          <p:cNvPr id="445" name="Google Shape;445;p4"/>
          <p:cNvSpPr txBox="1"/>
          <p:nvPr>
            <p:ph idx="1" type="body"/>
          </p:nvPr>
        </p:nvSpPr>
        <p:spPr>
          <a:xfrm>
            <a:off x="609480" y="1185840"/>
            <a:ext cx="8398440" cy="210132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An HTTP request is made up of several parts:</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1199"/>
              </a:spcBef>
              <a:spcAft>
                <a:spcPts val="0"/>
              </a:spcAft>
              <a:buClr>
                <a:srgbClr val="000000"/>
              </a:buClr>
              <a:buSzPts val="1800"/>
              <a:buFont typeface="Arial"/>
              <a:buChar char="●"/>
            </a:pPr>
            <a:r>
              <a:rPr b="1" i="0" lang="en-US" sz="1800" u="none" cap="none" strike="noStrike">
                <a:solidFill>
                  <a:schemeClr val="dk1"/>
                </a:solidFill>
                <a:latin typeface="Arial"/>
                <a:ea typeface="Arial"/>
                <a:cs typeface="Arial"/>
                <a:sym typeface="Arial"/>
              </a:rPr>
              <a:t>Request Line</a:t>
            </a:r>
            <a:r>
              <a:rPr b="0" i="0" lang="en-US" sz="1800" u="none" cap="none" strike="noStrike">
                <a:solidFill>
                  <a:schemeClr val="dk1"/>
                </a:solidFill>
                <a:latin typeface="Arial"/>
                <a:ea typeface="Arial"/>
                <a:cs typeface="Arial"/>
                <a:sym typeface="Arial"/>
              </a:rPr>
              <a:t>: Contains the HTTP method, the URL, and the HTTP version.</a:t>
            </a:r>
            <a:endParaRPr b="0" i="0" sz="1800" u="none" cap="none" strike="noStrike">
              <a:solidFill>
                <a:srgbClr val="FFFFFF"/>
              </a:solidFill>
              <a:latin typeface="Arial"/>
              <a:ea typeface="Arial"/>
              <a:cs typeface="Arial"/>
              <a:sym typeface="Arial"/>
            </a:endParaRPr>
          </a:p>
          <a:p>
            <a:pPr indent="-343079" lvl="1" marL="914400" marR="0" rtl="0" algn="l">
              <a:lnSpc>
                <a:spcPct val="115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Example: </a:t>
            </a:r>
            <a:r>
              <a:rPr b="0" i="0" lang="en-US" sz="1800" u="none" cap="none" strike="noStrike">
                <a:solidFill>
                  <a:srgbClr val="188038"/>
                </a:solidFill>
                <a:latin typeface="Roboto Mono"/>
                <a:ea typeface="Roboto Mono"/>
                <a:cs typeface="Roboto Mono"/>
                <a:sym typeface="Roboto Mono"/>
              </a:rPr>
              <a:t>GET /index.html HTTP/1.1</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Char char="●"/>
            </a:pPr>
            <a:r>
              <a:rPr b="1" i="0" lang="en-US" sz="1800" u="none" cap="none" strike="noStrike">
                <a:solidFill>
                  <a:schemeClr val="dk1"/>
                </a:solidFill>
                <a:latin typeface="Arial"/>
                <a:ea typeface="Arial"/>
                <a:cs typeface="Arial"/>
                <a:sym typeface="Arial"/>
              </a:rPr>
              <a:t>Headers</a:t>
            </a:r>
            <a:r>
              <a:rPr b="0" i="0" lang="en-US" sz="1800" u="none" cap="none" strike="noStrike">
                <a:solidFill>
                  <a:schemeClr val="dk1"/>
                </a:solidFill>
                <a:latin typeface="Arial"/>
                <a:ea typeface="Arial"/>
                <a:cs typeface="Arial"/>
                <a:sym typeface="Arial"/>
              </a:rPr>
              <a:t>: Contain metadata about the request, such as the type of content requested or user-agent (browser).</a:t>
            </a:r>
            <a:endParaRPr b="0" i="0" sz="1800" u="none" cap="none" strike="noStrike">
              <a:solidFill>
                <a:srgbClr val="FFFFFF"/>
              </a:solidFill>
              <a:latin typeface="Arial"/>
              <a:ea typeface="Arial"/>
              <a:cs typeface="Arial"/>
              <a:sym typeface="Arial"/>
            </a:endParaRPr>
          </a:p>
          <a:p>
            <a:pPr indent="-343079" lvl="1" marL="914400" marR="0" rtl="0" algn="l">
              <a:lnSpc>
                <a:spcPct val="115000"/>
              </a:lnSpc>
              <a:spcBef>
                <a:spcPts val="0"/>
              </a:spcBef>
              <a:spcAft>
                <a:spcPts val="0"/>
              </a:spcAft>
              <a:buClr>
                <a:srgbClr val="000000"/>
              </a:buClr>
              <a:buSzPts val="1800"/>
              <a:buFont typeface="Arial"/>
              <a:buChar char="○"/>
            </a:pPr>
            <a:r>
              <a:rPr b="0" i="0" lang="en-US" sz="1800" u="none" cap="none" strike="noStrike">
                <a:solidFill>
                  <a:schemeClr val="dk1"/>
                </a:solidFill>
                <a:latin typeface="Arial"/>
                <a:ea typeface="Arial"/>
                <a:cs typeface="Arial"/>
                <a:sym typeface="Arial"/>
              </a:rPr>
              <a:t>Example: </a:t>
            </a:r>
            <a:r>
              <a:rPr b="0" i="0" lang="en-US" sz="1800" u="none" cap="none" strike="noStrike">
                <a:solidFill>
                  <a:srgbClr val="188038"/>
                </a:solidFill>
                <a:latin typeface="Roboto Mono"/>
                <a:ea typeface="Roboto Mono"/>
                <a:cs typeface="Roboto Mono"/>
                <a:sym typeface="Roboto Mono"/>
              </a:rPr>
              <a:t>User-Agent: Mozilla/5.0</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Char char="●"/>
            </a:pPr>
            <a:r>
              <a:rPr b="1" i="0" lang="en-US" sz="1800" u="none" cap="none" strike="noStrike">
                <a:solidFill>
                  <a:schemeClr val="dk1"/>
                </a:solidFill>
                <a:latin typeface="Arial"/>
                <a:ea typeface="Arial"/>
                <a:cs typeface="Arial"/>
                <a:sym typeface="Arial"/>
              </a:rPr>
              <a:t>Body (optional)</a:t>
            </a:r>
            <a:r>
              <a:rPr b="0" i="0" lang="en-US" sz="1800" u="none" cap="none" strike="noStrike">
                <a:solidFill>
                  <a:schemeClr val="dk1"/>
                </a:solidFill>
                <a:latin typeface="Arial"/>
                <a:ea typeface="Arial"/>
                <a:cs typeface="Arial"/>
                <a:sym typeface="Arial"/>
              </a:rPr>
              <a:t>: Contains data sent with the request (e.g., form submissions).</a:t>
            </a:r>
            <a:endParaRPr b="0" i="0" sz="1800" u="none" cap="none" strike="noStrike">
              <a:solidFill>
                <a:srgbClr val="FFFFFF"/>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Example</a:t>
            </a:r>
            <a:r>
              <a:rPr b="0" i="0" lang="en-US" sz="1800" u="none" cap="none" strike="noStrike">
                <a:solidFill>
                  <a:schemeClr val="dk1"/>
                </a:solidFill>
                <a:latin typeface="Arial"/>
                <a:ea typeface="Arial"/>
                <a:cs typeface="Arial"/>
                <a:sym typeface="Arial"/>
              </a:rPr>
              <a:t>:</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Clr>
                <a:srgbClr val="188038"/>
              </a:buClr>
              <a:buSzPts val="1800"/>
              <a:buFont typeface="Roboto Mono"/>
              <a:buNone/>
            </a:pPr>
            <a:r>
              <a:rPr b="0" i="0" lang="en-US" sz="1800" u="none" cap="none" strike="noStrike">
                <a:solidFill>
                  <a:srgbClr val="188038"/>
                </a:solidFill>
                <a:latin typeface="Roboto Mono"/>
                <a:ea typeface="Roboto Mono"/>
                <a:cs typeface="Roboto Mono"/>
                <a:sym typeface="Roboto Mono"/>
              </a:rPr>
              <a:t>GET /home HTTP/1.1</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800"/>
              <a:buFont typeface="Roboto Mono"/>
              <a:buNone/>
            </a:pPr>
            <a:r>
              <a:rPr b="0" i="0" lang="en-US" sz="1800" u="none" cap="none" strike="noStrike">
                <a:solidFill>
                  <a:srgbClr val="188038"/>
                </a:solidFill>
                <a:latin typeface="Roboto Mono"/>
                <a:ea typeface="Roboto Mono"/>
                <a:cs typeface="Roboto Mono"/>
                <a:sym typeface="Roboto Mono"/>
              </a:rPr>
              <a:t>Host: www.example.com</a:t>
            </a:r>
            <a:endParaRPr b="0" i="0" sz="18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Clr>
                <a:srgbClr val="188038"/>
              </a:buClr>
              <a:buSzPts val="1800"/>
              <a:buFont typeface="Roboto Mono"/>
              <a:buNone/>
            </a:pPr>
            <a:r>
              <a:rPr b="0" i="0" lang="en-US" sz="1800" u="none" cap="none" strike="noStrike">
                <a:solidFill>
                  <a:srgbClr val="188038"/>
                </a:solidFill>
                <a:latin typeface="Roboto Mono"/>
                <a:ea typeface="Roboto Mono"/>
                <a:cs typeface="Roboto Mono"/>
                <a:sym typeface="Roboto Mono"/>
              </a:rPr>
              <a:t>User-Agent: Mozilla/5.0</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SzPts val="1800"/>
              <a:buFont typeface="Arial"/>
              <a:buNone/>
            </a:pPr>
            <a:r>
              <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HTTP Response Structure</a:t>
            </a:r>
            <a:endParaRPr b="0" sz="4200" u="none" strike="noStrike">
              <a:solidFill>
                <a:srgbClr val="FFFFFF"/>
              </a:solidFill>
              <a:latin typeface="Arial"/>
              <a:ea typeface="Arial"/>
              <a:cs typeface="Arial"/>
              <a:sym typeface="Arial"/>
            </a:endParaRPr>
          </a:p>
        </p:txBody>
      </p:sp>
      <p:sp>
        <p:nvSpPr>
          <p:cNvPr id="451" name="Google Shape;451;p5"/>
          <p:cNvSpPr txBox="1"/>
          <p:nvPr>
            <p:ph idx="1" type="body"/>
          </p:nvPr>
        </p:nvSpPr>
        <p:spPr>
          <a:xfrm>
            <a:off x="609480" y="1185840"/>
            <a:ext cx="8398440" cy="210132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The HTTP response sent from the server contains:</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1199"/>
              </a:spcBef>
              <a:spcAft>
                <a:spcPts val="0"/>
              </a:spcAft>
              <a:buClr>
                <a:srgbClr val="000000"/>
              </a:buClr>
              <a:buSzPts val="1600"/>
              <a:buFont typeface="Arial"/>
              <a:buAutoNum type="arabicPeriod"/>
            </a:pPr>
            <a:r>
              <a:rPr b="1" i="0" lang="en-US" sz="1600" u="none" cap="none" strike="noStrike">
                <a:solidFill>
                  <a:schemeClr val="dk1"/>
                </a:solidFill>
                <a:latin typeface="Arial"/>
                <a:ea typeface="Arial"/>
                <a:cs typeface="Arial"/>
                <a:sym typeface="Arial"/>
              </a:rPr>
              <a:t>Status Line</a:t>
            </a:r>
            <a:r>
              <a:rPr b="0" i="0" lang="en-US" sz="1600" u="none" cap="none" strike="noStrike">
                <a:solidFill>
                  <a:schemeClr val="dk1"/>
                </a:solidFill>
                <a:latin typeface="Arial"/>
                <a:ea typeface="Arial"/>
                <a:cs typeface="Arial"/>
                <a:sym typeface="Arial"/>
              </a:rPr>
              <a:t>: Includes the HTTP version, status code, and a brief description of the status.</a:t>
            </a:r>
            <a:endParaRPr b="0" i="0" sz="1600" u="none" cap="none" strike="noStrike">
              <a:solidFill>
                <a:srgbClr val="FFFFFF"/>
              </a:solidFill>
              <a:latin typeface="Arial"/>
              <a:ea typeface="Arial"/>
              <a:cs typeface="Arial"/>
              <a:sym typeface="Arial"/>
            </a:endParaRPr>
          </a:p>
          <a:p>
            <a:pPr indent="-330120" lvl="1" marL="914400" marR="0" rtl="0" algn="l">
              <a:lnSpc>
                <a:spcPct val="115000"/>
              </a:lnSpc>
              <a:spcBef>
                <a:spcPts val="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Example: </a:t>
            </a:r>
            <a:r>
              <a:rPr b="0" i="0" lang="en-US" sz="1600" u="none" cap="none" strike="noStrike">
                <a:solidFill>
                  <a:srgbClr val="188038"/>
                </a:solidFill>
                <a:latin typeface="Roboto Mono"/>
                <a:ea typeface="Roboto Mono"/>
                <a:cs typeface="Roboto Mono"/>
                <a:sym typeface="Roboto Mono"/>
              </a:rPr>
              <a:t>HTTP/1.1 200 OK</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AutoNum type="arabicPeriod"/>
            </a:pPr>
            <a:r>
              <a:rPr b="1" i="0" lang="en-US" sz="1600" u="none" cap="none" strike="noStrike">
                <a:solidFill>
                  <a:schemeClr val="dk1"/>
                </a:solidFill>
                <a:latin typeface="Arial"/>
                <a:ea typeface="Arial"/>
                <a:cs typeface="Arial"/>
                <a:sym typeface="Arial"/>
              </a:rPr>
              <a:t>Headers</a:t>
            </a:r>
            <a:r>
              <a:rPr b="0" i="0" lang="en-US" sz="1600" u="none" cap="none" strike="noStrike">
                <a:solidFill>
                  <a:schemeClr val="dk1"/>
                </a:solidFill>
                <a:latin typeface="Arial"/>
                <a:ea typeface="Arial"/>
                <a:cs typeface="Arial"/>
                <a:sym typeface="Arial"/>
              </a:rPr>
              <a:t>: Provide metadata about the response, such as content type, server information, or cookies.</a:t>
            </a:r>
            <a:endParaRPr b="0" i="0" sz="1600" u="none" cap="none" strike="noStrike">
              <a:solidFill>
                <a:srgbClr val="FFFFFF"/>
              </a:solidFill>
              <a:latin typeface="Arial"/>
              <a:ea typeface="Arial"/>
              <a:cs typeface="Arial"/>
              <a:sym typeface="Arial"/>
            </a:endParaRPr>
          </a:p>
          <a:p>
            <a:pPr indent="-330120" lvl="1" marL="914400" marR="0" rtl="0" algn="l">
              <a:lnSpc>
                <a:spcPct val="115000"/>
              </a:lnSpc>
              <a:spcBef>
                <a:spcPts val="0"/>
              </a:spcBef>
              <a:spcAft>
                <a:spcPts val="0"/>
              </a:spcAft>
              <a:buClr>
                <a:srgbClr val="000000"/>
              </a:buClr>
              <a:buSzPts val="1600"/>
              <a:buFont typeface="Arial"/>
              <a:buChar char="○"/>
            </a:pPr>
            <a:r>
              <a:rPr b="0" i="0" lang="en-US" sz="1600" u="none" cap="none" strike="noStrike">
                <a:solidFill>
                  <a:schemeClr val="dk1"/>
                </a:solidFill>
                <a:latin typeface="Arial"/>
                <a:ea typeface="Arial"/>
                <a:cs typeface="Arial"/>
                <a:sym typeface="Arial"/>
              </a:rPr>
              <a:t>Example: </a:t>
            </a:r>
            <a:r>
              <a:rPr b="0" i="0" lang="en-US" sz="1600" u="none" cap="none" strike="noStrike">
                <a:solidFill>
                  <a:srgbClr val="188038"/>
                </a:solidFill>
                <a:latin typeface="Roboto Mono"/>
                <a:ea typeface="Roboto Mono"/>
                <a:cs typeface="Roboto Mono"/>
                <a:sym typeface="Roboto Mono"/>
              </a:rPr>
              <a:t>Content-Type: text/html</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AutoNum type="arabicPeriod"/>
            </a:pPr>
            <a:r>
              <a:rPr b="1" i="0" lang="en-US" sz="1600" u="none" cap="none" strike="noStrike">
                <a:solidFill>
                  <a:schemeClr val="dk1"/>
                </a:solidFill>
                <a:latin typeface="Arial"/>
                <a:ea typeface="Arial"/>
                <a:cs typeface="Arial"/>
                <a:sym typeface="Arial"/>
              </a:rPr>
              <a:t>Body</a:t>
            </a:r>
            <a:r>
              <a:rPr b="0" i="0" lang="en-US" sz="1600" u="none" cap="none" strike="noStrike">
                <a:solidFill>
                  <a:schemeClr val="dk1"/>
                </a:solidFill>
                <a:latin typeface="Arial"/>
                <a:ea typeface="Arial"/>
                <a:cs typeface="Arial"/>
                <a:sym typeface="Arial"/>
              </a:rPr>
              <a:t>: The content of the response (HTML, images, JSON, etc.).</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Example</a:t>
            </a:r>
            <a:r>
              <a:rPr b="0" i="0" lang="en-US" sz="1600" u="none" cap="none" strike="noStrike">
                <a:solidFill>
                  <a:schemeClr val="dk1"/>
                </a:solidFill>
                <a:latin typeface="Arial"/>
                <a:ea typeface="Arial"/>
                <a:cs typeface="Arial"/>
                <a:sym typeface="Arial"/>
              </a:rPr>
              <a:t>:</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less</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Copy code</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600"/>
              <a:buFont typeface="Roboto Mono"/>
              <a:buNone/>
            </a:pPr>
            <a:r>
              <a:rPr b="0" i="0" lang="en-US" sz="1600" u="none" cap="none" strike="noStrike">
                <a:solidFill>
                  <a:srgbClr val="188038"/>
                </a:solidFill>
                <a:latin typeface="Roboto Mono"/>
                <a:ea typeface="Roboto Mono"/>
                <a:cs typeface="Roboto Mono"/>
                <a:sym typeface="Roboto Mono"/>
              </a:rPr>
              <a:t>HTTP/1.1 200 OK</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600"/>
              <a:buFont typeface="Roboto Mono"/>
              <a:buNone/>
            </a:pPr>
            <a:r>
              <a:rPr b="0" i="0" lang="en-US" sz="1600" u="none" cap="none" strike="noStrike">
                <a:solidFill>
                  <a:srgbClr val="188038"/>
                </a:solidFill>
                <a:latin typeface="Roboto Mono"/>
                <a:ea typeface="Roboto Mono"/>
                <a:cs typeface="Roboto Mono"/>
                <a:sym typeface="Roboto Mono"/>
              </a:rPr>
              <a:t>Content-Type: text/html</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600"/>
              <a:buFont typeface="Roboto Mono"/>
              <a:buNone/>
            </a:pPr>
            <a:r>
              <a:rPr b="0" i="0" lang="en-US" sz="1600" u="none" cap="none" strike="noStrike">
                <a:solidFill>
                  <a:srgbClr val="188038"/>
                </a:solidFill>
                <a:latin typeface="Roboto Mono"/>
                <a:ea typeface="Roboto Mono"/>
                <a:cs typeface="Roboto Mono"/>
                <a:sym typeface="Roboto Mono"/>
              </a:rPr>
              <a:t>Content-Length: 1234</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Clr>
                <a:srgbClr val="188038"/>
              </a:buClr>
              <a:buSzPts val="1600"/>
              <a:buFont typeface="Roboto Mono"/>
              <a:buNone/>
            </a:pPr>
            <a:r>
              <a:rPr b="0" i="0" lang="en-US" sz="1600" u="none" cap="none" strike="noStrike">
                <a:solidFill>
                  <a:srgbClr val="188038"/>
                </a:solidFill>
                <a:latin typeface="Roboto Mono"/>
                <a:ea typeface="Roboto Mono"/>
                <a:cs typeface="Roboto Mono"/>
                <a:sym typeface="Roboto Mono"/>
              </a:rPr>
              <a:t>&lt;html&gt;...&lt;/html&gt;</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SzPts val="1600"/>
              <a:buFont typeface="Arial"/>
              <a:buNone/>
            </a:pPr>
            <a:r>
              <a:t/>
            </a:r>
            <a:endParaRPr b="0" i="0" sz="1600" u="none" cap="none" strike="noStrike">
              <a:solidFill>
                <a:srgbClr val="FFFFFF"/>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HTTP Status Codes</a:t>
            </a:r>
            <a:endParaRPr b="0" sz="4200" u="none" strike="noStrike">
              <a:solidFill>
                <a:srgbClr val="FFFFFF"/>
              </a:solidFill>
              <a:latin typeface="Arial"/>
              <a:ea typeface="Arial"/>
              <a:cs typeface="Arial"/>
              <a:sym typeface="Arial"/>
            </a:endParaRPr>
          </a:p>
        </p:txBody>
      </p:sp>
      <p:sp>
        <p:nvSpPr>
          <p:cNvPr id="457" name="Google Shape;457;p6"/>
          <p:cNvSpPr txBox="1"/>
          <p:nvPr>
            <p:ph idx="1" type="body"/>
          </p:nvPr>
        </p:nvSpPr>
        <p:spPr>
          <a:xfrm>
            <a:off x="609480" y="1185840"/>
            <a:ext cx="8398440" cy="210132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HTTP status codes indicate the result of a client’s request. Some important status codes include:</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1199"/>
              </a:spcBef>
              <a:spcAft>
                <a:spcPts val="0"/>
              </a:spcAft>
              <a:buClr>
                <a:srgbClr val="000000"/>
              </a:buClr>
              <a:buSzPts val="1800"/>
              <a:buFont typeface="Arial"/>
              <a:buChar char="●"/>
            </a:pPr>
            <a:r>
              <a:rPr b="1" i="0" lang="en-US" sz="1800" u="none" cap="none" strike="noStrike">
                <a:solidFill>
                  <a:schemeClr val="dk1"/>
                </a:solidFill>
                <a:latin typeface="Arial"/>
                <a:ea typeface="Arial"/>
                <a:cs typeface="Arial"/>
                <a:sym typeface="Arial"/>
              </a:rPr>
              <a:t>200 OK</a:t>
            </a:r>
            <a:r>
              <a:rPr b="0" i="0" lang="en-US" sz="1800" u="none" cap="none" strike="noStrike">
                <a:solidFill>
                  <a:schemeClr val="dk1"/>
                </a:solidFill>
                <a:latin typeface="Arial"/>
                <a:ea typeface="Arial"/>
                <a:cs typeface="Arial"/>
                <a:sym typeface="Arial"/>
              </a:rPr>
              <a:t>: The request was successful.</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Char char="●"/>
            </a:pPr>
            <a:r>
              <a:rPr b="1" i="0" lang="en-US" sz="1800" u="none" cap="none" strike="noStrike">
                <a:solidFill>
                  <a:schemeClr val="dk1"/>
                </a:solidFill>
                <a:latin typeface="Arial"/>
                <a:ea typeface="Arial"/>
                <a:cs typeface="Arial"/>
                <a:sym typeface="Arial"/>
              </a:rPr>
              <a:t>404 Not Found</a:t>
            </a:r>
            <a:r>
              <a:rPr b="0" i="0" lang="en-US" sz="1800" u="none" cap="none" strike="noStrike">
                <a:solidFill>
                  <a:schemeClr val="dk1"/>
                </a:solidFill>
                <a:latin typeface="Arial"/>
                <a:ea typeface="Arial"/>
                <a:cs typeface="Arial"/>
                <a:sym typeface="Arial"/>
              </a:rPr>
              <a:t>: The requested resource could not be found on the server.</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Char char="●"/>
            </a:pPr>
            <a:r>
              <a:rPr b="1" i="0" lang="en-US" sz="1800" u="none" cap="none" strike="noStrike">
                <a:solidFill>
                  <a:schemeClr val="dk1"/>
                </a:solidFill>
                <a:latin typeface="Arial"/>
                <a:ea typeface="Arial"/>
                <a:cs typeface="Arial"/>
                <a:sym typeface="Arial"/>
              </a:rPr>
              <a:t>500 Internal Server Error</a:t>
            </a:r>
            <a:r>
              <a:rPr b="0" i="0" lang="en-US" sz="1800" u="none" cap="none" strike="noStrike">
                <a:solidFill>
                  <a:schemeClr val="dk1"/>
                </a:solidFill>
                <a:latin typeface="Arial"/>
                <a:ea typeface="Arial"/>
                <a:cs typeface="Arial"/>
                <a:sym typeface="Arial"/>
              </a:rPr>
              <a:t>: There was an error on the server.</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Char char="●"/>
            </a:pPr>
            <a:r>
              <a:rPr b="1" i="0" lang="en-US" sz="1800" u="none" cap="none" strike="noStrike">
                <a:solidFill>
                  <a:schemeClr val="dk1"/>
                </a:solidFill>
                <a:latin typeface="Arial"/>
                <a:ea typeface="Arial"/>
                <a:cs typeface="Arial"/>
                <a:sym typeface="Arial"/>
              </a:rPr>
              <a:t>301 Moved Permanently</a:t>
            </a:r>
            <a:r>
              <a:rPr b="0" i="0" lang="en-US" sz="1800" u="none" cap="none" strike="noStrike">
                <a:solidFill>
                  <a:schemeClr val="dk1"/>
                </a:solidFill>
                <a:latin typeface="Arial"/>
                <a:ea typeface="Arial"/>
                <a:cs typeface="Arial"/>
                <a:sym typeface="Arial"/>
              </a:rPr>
              <a:t>: The resource has been permanently moved to a new location.</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Char char="●"/>
            </a:pPr>
            <a:r>
              <a:rPr b="1" i="0" lang="en-US" sz="1800" u="none" cap="none" strike="noStrike">
                <a:solidFill>
                  <a:schemeClr val="dk1"/>
                </a:solidFill>
                <a:latin typeface="Arial"/>
                <a:ea typeface="Arial"/>
                <a:cs typeface="Arial"/>
                <a:sym typeface="Arial"/>
              </a:rPr>
              <a:t>403 Forbidden</a:t>
            </a:r>
            <a:r>
              <a:rPr b="0" i="0" lang="en-US" sz="1800" u="none" cap="none" strike="noStrike">
                <a:solidFill>
                  <a:schemeClr val="dk1"/>
                </a:solidFill>
                <a:latin typeface="Arial"/>
                <a:ea typeface="Arial"/>
                <a:cs typeface="Arial"/>
                <a:sym typeface="Arial"/>
              </a:rPr>
              <a:t>: The server understands the request but refuses to authorize it.</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SzPts val="1800"/>
              <a:buFont typeface="Arial"/>
              <a:buNone/>
            </a:pPr>
            <a:r>
              <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HTTP Methods</a:t>
            </a:r>
            <a:endParaRPr b="0" sz="4200" u="none" strike="noStrike">
              <a:solidFill>
                <a:srgbClr val="FFFFFF"/>
              </a:solidFill>
              <a:latin typeface="Arial"/>
              <a:ea typeface="Arial"/>
              <a:cs typeface="Arial"/>
              <a:sym typeface="Arial"/>
            </a:endParaRPr>
          </a:p>
        </p:txBody>
      </p:sp>
      <p:sp>
        <p:nvSpPr>
          <p:cNvPr id="463" name="Google Shape;463;p7"/>
          <p:cNvSpPr txBox="1"/>
          <p:nvPr>
            <p:ph idx="1" type="body"/>
          </p:nvPr>
        </p:nvSpPr>
        <p:spPr>
          <a:xfrm>
            <a:off x="609480" y="1185840"/>
            <a:ext cx="4197600" cy="210132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HTTP defines several methods for interacting with resources:</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1199"/>
              </a:spcBef>
              <a:spcAft>
                <a:spcPts val="0"/>
              </a:spcAft>
              <a:buClr>
                <a:srgbClr val="000000"/>
              </a:buClr>
              <a:buSzPts val="1800"/>
              <a:buFont typeface="Arial"/>
              <a:buAutoNum type="arabicPeriod"/>
            </a:pPr>
            <a:r>
              <a:rPr b="1" i="0" lang="en-US" sz="1800" u="none" cap="none" strike="noStrike">
                <a:solidFill>
                  <a:schemeClr val="dk1"/>
                </a:solidFill>
                <a:latin typeface="Arial"/>
                <a:ea typeface="Arial"/>
                <a:cs typeface="Arial"/>
                <a:sym typeface="Arial"/>
              </a:rPr>
              <a:t>GET</a:t>
            </a:r>
            <a:r>
              <a:rPr b="0" i="0" lang="en-US" sz="1800" u="none" cap="none" strike="noStrike">
                <a:solidFill>
                  <a:schemeClr val="dk1"/>
                </a:solidFill>
                <a:latin typeface="Arial"/>
                <a:ea typeface="Arial"/>
                <a:cs typeface="Arial"/>
                <a:sym typeface="Arial"/>
              </a:rPr>
              <a:t>: Retrieve a resource (e.g., an HTML file, image).</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AutoNum type="arabicPeriod"/>
            </a:pPr>
            <a:r>
              <a:rPr b="1" i="0" lang="en-US" sz="1800" u="none" cap="none" strike="noStrike">
                <a:solidFill>
                  <a:schemeClr val="dk1"/>
                </a:solidFill>
                <a:latin typeface="Arial"/>
                <a:ea typeface="Arial"/>
                <a:cs typeface="Arial"/>
                <a:sym typeface="Arial"/>
              </a:rPr>
              <a:t>POST</a:t>
            </a:r>
            <a:r>
              <a:rPr b="0" i="0" lang="en-US" sz="1800" u="none" cap="none" strike="noStrike">
                <a:solidFill>
                  <a:schemeClr val="dk1"/>
                </a:solidFill>
                <a:latin typeface="Arial"/>
                <a:ea typeface="Arial"/>
                <a:cs typeface="Arial"/>
                <a:sym typeface="Arial"/>
              </a:rPr>
              <a:t>: Send data to the server (e.g., form submission).</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AutoNum type="arabicPeriod"/>
            </a:pPr>
            <a:r>
              <a:rPr b="1" i="0" lang="en-US" sz="1800" u="none" cap="none" strike="noStrike">
                <a:solidFill>
                  <a:schemeClr val="dk1"/>
                </a:solidFill>
                <a:latin typeface="Arial"/>
                <a:ea typeface="Arial"/>
                <a:cs typeface="Arial"/>
                <a:sym typeface="Arial"/>
              </a:rPr>
              <a:t>PUT</a:t>
            </a:r>
            <a:r>
              <a:rPr b="0" i="0" lang="en-US" sz="1800" u="none" cap="none" strike="noStrike">
                <a:solidFill>
                  <a:schemeClr val="dk1"/>
                </a:solidFill>
                <a:latin typeface="Arial"/>
                <a:ea typeface="Arial"/>
                <a:cs typeface="Arial"/>
                <a:sym typeface="Arial"/>
              </a:rPr>
              <a:t>: Update a resource on the server.</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AutoNum type="arabicPeriod"/>
            </a:pPr>
            <a:r>
              <a:rPr b="1" i="0" lang="en-US" sz="1800" u="none" cap="none" strike="noStrike">
                <a:solidFill>
                  <a:schemeClr val="dk1"/>
                </a:solidFill>
                <a:latin typeface="Arial"/>
                <a:ea typeface="Arial"/>
                <a:cs typeface="Arial"/>
                <a:sym typeface="Arial"/>
              </a:rPr>
              <a:t>DELETE</a:t>
            </a:r>
            <a:r>
              <a:rPr b="0" i="0" lang="en-US" sz="1800" u="none" cap="none" strike="noStrike">
                <a:solidFill>
                  <a:schemeClr val="dk1"/>
                </a:solidFill>
                <a:latin typeface="Arial"/>
                <a:ea typeface="Arial"/>
                <a:cs typeface="Arial"/>
                <a:sym typeface="Arial"/>
              </a:rPr>
              <a:t>: Remove a resource from the server.</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AutoNum type="arabicPeriod"/>
            </a:pPr>
            <a:r>
              <a:rPr b="1" i="0" lang="en-US" sz="1800" u="none" cap="none" strike="noStrike">
                <a:solidFill>
                  <a:schemeClr val="dk1"/>
                </a:solidFill>
                <a:latin typeface="Arial"/>
                <a:ea typeface="Arial"/>
                <a:cs typeface="Arial"/>
                <a:sym typeface="Arial"/>
              </a:rPr>
              <a:t>HEAD</a:t>
            </a:r>
            <a:r>
              <a:rPr b="0" i="0" lang="en-US" sz="1800" u="none" cap="none" strike="noStrike">
                <a:solidFill>
                  <a:schemeClr val="dk1"/>
                </a:solidFill>
                <a:latin typeface="Arial"/>
                <a:ea typeface="Arial"/>
                <a:cs typeface="Arial"/>
                <a:sym typeface="Arial"/>
              </a:rPr>
              <a:t>: Retrieve only the headers (no body content).</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AutoNum type="arabicPeriod"/>
            </a:pPr>
            <a:r>
              <a:rPr b="1" i="0" lang="en-US" sz="1800" u="none" cap="none" strike="noStrike">
                <a:solidFill>
                  <a:schemeClr val="dk1"/>
                </a:solidFill>
                <a:latin typeface="Arial"/>
                <a:ea typeface="Arial"/>
                <a:cs typeface="Arial"/>
                <a:sym typeface="Arial"/>
              </a:rPr>
              <a:t>PATCH</a:t>
            </a:r>
            <a:r>
              <a:rPr b="0" i="0" lang="en-US" sz="1800" u="none" cap="none" strike="noStrike">
                <a:solidFill>
                  <a:schemeClr val="dk1"/>
                </a:solidFill>
                <a:latin typeface="Arial"/>
                <a:ea typeface="Arial"/>
                <a:cs typeface="Arial"/>
                <a:sym typeface="Arial"/>
              </a:rPr>
              <a:t>: Apply partial modifications to a resource.</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464" name="Google Shape;464;p7"/>
          <p:cNvPicPr preferRelativeResize="0"/>
          <p:nvPr/>
        </p:nvPicPr>
        <p:blipFill rotWithShape="1">
          <a:blip r:embed="rId3">
            <a:alphaModFix/>
          </a:blip>
          <a:srcRect b="0" l="0" r="0" t="0"/>
          <a:stretch/>
        </p:blipFill>
        <p:spPr>
          <a:xfrm>
            <a:off x="4752000" y="1559880"/>
            <a:ext cx="4300920" cy="3945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8"/>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Introduction to HTML</a:t>
            </a:r>
            <a:endParaRPr b="0" sz="4200" u="none" strike="noStrike">
              <a:solidFill>
                <a:srgbClr val="FFFFFF"/>
              </a:solidFill>
              <a:latin typeface="Arial"/>
              <a:ea typeface="Arial"/>
              <a:cs typeface="Arial"/>
              <a:sym typeface="Arial"/>
            </a:endParaRPr>
          </a:p>
        </p:txBody>
      </p:sp>
      <p:sp>
        <p:nvSpPr>
          <p:cNvPr id="471" name="Google Shape;471;p8"/>
          <p:cNvSpPr txBox="1"/>
          <p:nvPr>
            <p:ph idx="1" type="body"/>
          </p:nvPr>
        </p:nvSpPr>
        <p:spPr>
          <a:xfrm>
            <a:off x="827640" y="2053080"/>
            <a:ext cx="6710400" cy="4194360"/>
          </a:xfrm>
          <a:prstGeom prst="rect">
            <a:avLst/>
          </a:prstGeom>
          <a:noFill/>
          <a:ln>
            <a:noFill/>
          </a:ln>
        </p:spPr>
        <p:txBody>
          <a:bodyPr anchorCtr="0" anchor="t" bIns="45700" lIns="91425" spcFirstLastPara="1" rIns="91425" wrap="square" tIns="45700">
            <a:normAutofit/>
          </a:bodyPr>
          <a:lstStyle/>
          <a:p>
            <a:pPr indent="-368280" lvl="0" marL="457200" marR="0" rtl="0" algn="l">
              <a:lnSpc>
                <a:spcPct val="115000"/>
              </a:lnSpc>
              <a:spcBef>
                <a:spcPts val="0"/>
              </a:spcBef>
              <a:spcAft>
                <a:spcPts val="0"/>
              </a:spcAft>
              <a:buClr>
                <a:srgbClr val="000000"/>
              </a:buClr>
              <a:buSzPts val="2200"/>
              <a:buFont typeface="Arial"/>
              <a:buChar char="●"/>
            </a:pPr>
            <a:r>
              <a:rPr b="1" i="0" lang="en-US" sz="2200" u="none" cap="none" strike="noStrike">
                <a:solidFill>
                  <a:schemeClr val="dk1"/>
                </a:solidFill>
                <a:latin typeface="Arial"/>
                <a:ea typeface="Arial"/>
                <a:cs typeface="Arial"/>
                <a:sym typeface="Arial"/>
              </a:rPr>
              <a:t>Definition</a:t>
            </a:r>
            <a:r>
              <a:rPr b="0" i="0" lang="en-US" sz="2200" u="none" cap="none" strike="noStrike">
                <a:solidFill>
                  <a:schemeClr val="dk1"/>
                </a:solidFill>
                <a:latin typeface="Arial"/>
                <a:ea typeface="Arial"/>
                <a:cs typeface="Arial"/>
                <a:sym typeface="Arial"/>
              </a:rPr>
              <a:t>: HTML is the standard language used to create and design web pages.</a:t>
            </a:r>
            <a:endParaRPr b="0" i="0" sz="2200" u="none" cap="none" strike="noStrike">
              <a:solidFill>
                <a:srgbClr val="FFFFFF"/>
              </a:solidFill>
              <a:latin typeface="Arial"/>
              <a:ea typeface="Arial"/>
              <a:cs typeface="Arial"/>
              <a:sym typeface="Arial"/>
            </a:endParaRPr>
          </a:p>
          <a:p>
            <a:pPr indent="-368280" lvl="0" marL="457200" marR="0" rtl="0" algn="l">
              <a:lnSpc>
                <a:spcPct val="115000"/>
              </a:lnSpc>
              <a:spcBef>
                <a:spcPts val="0"/>
              </a:spcBef>
              <a:spcAft>
                <a:spcPts val="0"/>
              </a:spcAft>
              <a:buClr>
                <a:srgbClr val="000000"/>
              </a:buClr>
              <a:buSzPts val="2200"/>
              <a:buFont typeface="Arial"/>
              <a:buChar char="●"/>
            </a:pPr>
            <a:r>
              <a:rPr b="1" i="0" lang="en-US" sz="2200" u="none" cap="none" strike="noStrike">
                <a:solidFill>
                  <a:schemeClr val="dk1"/>
                </a:solidFill>
                <a:latin typeface="Arial"/>
                <a:ea typeface="Arial"/>
                <a:cs typeface="Arial"/>
                <a:sym typeface="Arial"/>
              </a:rPr>
              <a:t>Purpose</a:t>
            </a:r>
            <a:r>
              <a:rPr b="0" i="0" lang="en-US" sz="2200" u="none" cap="none" strike="noStrike">
                <a:solidFill>
                  <a:schemeClr val="dk1"/>
                </a:solidFill>
                <a:latin typeface="Arial"/>
                <a:ea typeface="Arial"/>
                <a:cs typeface="Arial"/>
                <a:sym typeface="Arial"/>
              </a:rPr>
              <a:t>: It structures the content on a webpage, such as text, images, videos, and links.</a:t>
            </a:r>
            <a:endParaRPr b="0" i="0" sz="2200" u="none" cap="none" strike="noStrike">
              <a:solidFill>
                <a:srgbClr val="FFFFFF"/>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Key Point</a:t>
            </a:r>
            <a:r>
              <a:rPr b="0" i="0" lang="en-US" sz="2200" u="none" cap="none" strike="noStrike">
                <a:solidFill>
                  <a:schemeClr val="dk1"/>
                </a:solidFill>
                <a:latin typeface="Arial"/>
                <a:ea typeface="Arial"/>
                <a:cs typeface="Arial"/>
                <a:sym typeface="Arial"/>
              </a:rPr>
              <a:t>: HTML uses </a:t>
            </a:r>
            <a:r>
              <a:rPr b="1" i="0" lang="en-US" sz="2200" u="none" cap="none" strike="noStrike">
                <a:solidFill>
                  <a:schemeClr val="dk1"/>
                </a:solidFill>
                <a:latin typeface="Arial"/>
                <a:ea typeface="Arial"/>
                <a:cs typeface="Arial"/>
                <a:sym typeface="Arial"/>
              </a:rPr>
              <a:t>elements</a:t>
            </a:r>
            <a:r>
              <a:rPr b="0" i="0" lang="en-US" sz="2200" u="none" cap="none" strike="noStrike">
                <a:solidFill>
                  <a:schemeClr val="dk1"/>
                </a:solidFill>
                <a:latin typeface="Arial"/>
                <a:ea typeface="Arial"/>
                <a:cs typeface="Arial"/>
                <a:sym typeface="Arial"/>
              </a:rPr>
              <a:t> (tags) to define the structure and content of a webpage.</a:t>
            </a:r>
            <a:endParaRPr b="0" i="0" sz="220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SzPts val="2200"/>
              <a:buFont typeface="Arial"/>
              <a:buNone/>
            </a:pPr>
            <a:r>
              <a:t/>
            </a:r>
            <a:endParaRPr b="0" i="0" sz="2200" u="none" cap="none" strike="noStrike">
              <a:solidFill>
                <a:srgbClr val="FFFF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9"/>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Basic HTML Structure</a:t>
            </a:r>
            <a:endParaRPr b="0" sz="4200" u="none" strike="noStrike">
              <a:solidFill>
                <a:srgbClr val="FFFFFF"/>
              </a:solidFill>
              <a:latin typeface="Arial"/>
              <a:ea typeface="Arial"/>
              <a:cs typeface="Arial"/>
              <a:sym typeface="Arial"/>
            </a:endParaRPr>
          </a:p>
        </p:txBody>
      </p:sp>
      <p:sp>
        <p:nvSpPr>
          <p:cNvPr id="477" name="Google Shape;477;p9"/>
          <p:cNvSpPr txBox="1"/>
          <p:nvPr>
            <p:ph idx="1" type="body"/>
          </p:nvPr>
        </p:nvSpPr>
        <p:spPr>
          <a:xfrm>
            <a:off x="609480" y="1249920"/>
            <a:ext cx="5673240" cy="4921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A basic HTML document includes several essential elements:</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&lt;!DOCTYPE html&gt;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&lt;html lang="en"&gt;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&lt;head&gt;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  &lt;meta charset="UTF-8"&gt;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  &lt;meta name="viewport" content="width=device-width, initial-scale=1.0"&gt;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  &lt;title&gt;My Web Page&lt;/title&gt;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&lt;/head&gt;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&lt;body&gt;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  &lt;h1&gt;Welcome to My Web Page&lt;/h1&gt;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  &lt;p&gt;This is a paragraph of text.&lt;/p&gt;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&lt;/body&gt;</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400"/>
              <a:buFont typeface="Roboto Mono"/>
              <a:buNone/>
            </a:pPr>
            <a:r>
              <a:rPr b="0" i="0" lang="en-US" sz="1400" u="none" cap="none" strike="noStrike">
                <a:solidFill>
                  <a:srgbClr val="188038"/>
                </a:solidFill>
                <a:latin typeface="Roboto Mono"/>
                <a:ea typeface="Roboto Mono"/>
                <a:cs typeface="Roboto Mono"/>
                <a:sym typeface="Roboto Mono"/>
              </a:rPr>
              <a:t>&lt;/html&gt;</a:t>
            </a:r>
            <a:endParaRPr b="0" i="0" sz="14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SzPts val="1400"/>
              <a:buFont typeface="Arial"/>
              <a:buNone/>
            </a:pPr>
            <a:r>
              <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78" name="Google Shape;478;p9"/>
          <p:cNvSpPr/>
          <p:nvPr/>
        </p:nvSpPr>
        <p:spPr>
          <a:xfrm>
            <a:off x="6002280" y="1831320"/>
            <a:ext cx="2825640" cy="3008160"/>
          </a:xfrm>
          <a:prstGeom prst="rect">
            <a:avLst/>
          </a:prstGeom>
          <a:noFill/>
          <a:ln>
            <a:noFill/>
          </a:ln>
        </p:spPr>
        <p:txBody>
          <a:bodyPr anchorCtr="0" anchor="t" bIns="91425" lIns="90000" spcFirstLastPara="1" rIns="90000" wrap="square" tIns="91425">
            <a:spAutoFit/>
          </a:bodyPr>
          <a:lstStyle/>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&lt;!DOCTYPE html&gt;</a:t>
            </a:r>
            <a:r>
              <a:rPr b="0" i="0" lang="en-US" sz="1600" u="none" cap="none" strike="noStrike">
                <a:solidFill>
                  <a:schemeClr val="dk1"/>
                </a:solidFill>
                <a:latin typeface="Arial"/>
                <a:ea typeface="Arial"/>
                <a:cs typeface="Arial"/>
                <a:sym typeface="Arial"/>
              </a:rPr>
              <a:t>: Declares the document type.</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&lt;html&gt;</a:t>
            </a:r>
            <a:r>
              <a:rPr b="0" i="0" lang="en-US" sz="1600" u="none" cap="none" strike="noStrike">
                <a:solidFill>
                  <a:schemeClr val="dk1"/>
                </a:solidFill>
                <a:latin typeface="Arial"/>
                <a:ea typeface="Arial"/>
                <a:cs typeface="Arial"/>
                <a:sym typeface="Arial"/>
              </a:rPr>
              <a:t>: Root element of the document.</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&lt;head&gt;</a:t>
            </a:r>
            <a:r>
              <a:rPr b="0" i="0" lang="en-US" sz="1600" u="none" cap="none" strike="noStrike">
                <a:solidFill>
                  <a:schemeClr val="dk1"/>
                </a:solidFill>
                <a:latin typeface="Arial"/>
                <a:ea typeface="Arial"/>
                <a:cs typeface="Arial"/>
                <a:sym typeface="Arial"/>
              </a:rPr>
              <a:t>: Contains metadata about the webpage (title, character encoding).</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None/>
            </a:pPr>
            <a:r>
              <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10"/>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 Key HTML Elements</a:t>
            </a:r>
            <a:endParaRPr b="0" sz="4200" u="none" strike="noStrike">
              <a:solidFill>
                <a:srgbClr val="FFFFFF"/>
              </a:solidFill>
              <a:latin typeface="Arial"/>
              <a:ea typeface="Arial"/>
              <a:cs typeface="Arial"/>
              <a:sym typeface="Arial"/>
            </a:endParaRPr>
          </a:p>
        </p:txBody>
      </p:sp>
      <p:sp>
        <p:nvSpPr>
          <p:cNvPr id="485" name="Google Shape;485;p10"/>
          <p:cNvSpPr txBox="1"/>
          <p:nvPr>
            <p:ph idx="1" type="body"/>
          </p:nvPr>
        </p:nvSpPr>
        <p:spPr>
          <a:xfrm>
            <a:off x="827640" y="1126080"/>
            <a:ext cx="6710400" cy="512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Text Elements</a:t>
            </a:r>
            <a:r>
              <a:rPr b="0" i="0" lang="en-US" sz="1600" u="none" cap="none" strike="noStrike">
                <a:solidFill>
                  <a:schemeClr val="dk1"/>
                </a:solidFill>
                <a:latin typeface="Arial"/>
                <a:ea typeface="Arial"/>
                <a:cs typeface="Arial"/>
                <a:sym typeface="Arial"/>
              </a:rPr>
              <a:t>:</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1199"/>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&lt;h1&gt;</a:t>
            </a:r>
            <a:r>
              <a:rPr b="1" i="0" lang="en-US" sz="1600" u="none" cap="none" strike="noStrike">
                <a:solidFill>
                  <a:schemeClr val="dk1"/>
                </a:solidFill>
                <a:latin typeface="Arial"/>
                <a:ea typeface="Arial"/>
                <a:cs typeface="Arial"/>
                <a:sym typeface="Arial"/>
              </a:rPr>
              <a:t> to </a:t>
            </a:r>
            <a:r>
              <a:rPr b="1" i="0" lang="en-US" sz="1600" u="none" cap="none" strike="noStrike">
                <a:solidFill>
                  <a:srgbClr val="188038"/>
                </a:solidFill>
                <a:latin typeface="Roboto Mono"/>
                <a:ea typeface="Roboto Mono"/>
                <a:cs typeface="Roboto Mono"/>
                <a:sym typeface="Roboto Mono"/>
              </a:rPr>
              <a:t>&lt;h6&gt;</a:t>
            </a:r>
            <a:r>
              <a:rPr b="0" i="0" lang="en-US" sz="1600" u="none" cap="none" strike="noStrike">
                <a:solidFill>
                  <a:schemeClr val="dk1"/>
                </a:solidFill>
                <a:latin typeface="Arial"/>
                <a:ea typeface="Arial"/>
                <a:cs typeface="Arial"/>
                <a:sym typeface="Arial"/>
              </a:rPr>
              <a:t>: Headings (from largest to smallest).</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&lt;p&gt;</a:t>
            </a:r>
            <a:r>
              <a:rPr b="0" i="0" lang="en-US" sz="1600" u="none" cap="none" strike="noStrike">
                <a:solidFill>
                  <a:schemeClr val="dk1"/>
                </a:solidFill>
                <a:latin typeface="Arial"/>
                <a:ea typeface="Arial"/>
                <a:cs typeface="Arial"/>
                <a:sym typeface="Arial"/>
              </a:rPr>
              <a:t>: Paragraph.</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&lt;a&gt;</a:t>
            </a:r>
            <a:r>
              <a:rPr b="0" i="0" lang="en-US" sz="1600" u="none" cap="none" strike="noStrike">
                <a:solidFill>
                  <a:schemeClr val="dk1"/>
                </a:solidFill>
                <a:latin typeface="Arial"/>
                <a:ea typeface="Arial"/>
                <a:cs typeface="Arial"/>
                <a:sym typeface="Arial"/>
              </a:rPr>
              <a:t>: Anchor (for links).</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&lt;ul&gt;</a:t>
            </a:r>
            <a:r>
              <a:rPr b="0" i="0" lang="en-US" sz="1600" u="none" cap="none" strike="noStrike">
                <a:solidFill>
                  <a:schemeClr val="dk1"/>
                </a:solidFill>
                <a:latin typeface="Arial"/>
                <a:ea typeface="Arial"/>
                <a:cs typeface="Arial"/>
                <a:sym typeface="Arial"/>
              </a:rPr>
              <a:t>: Unordered list.</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&lt;ol&gt;</a:t>
            </a:r>
            <a:r>
              <a:rPr b="0" i="0" lang="en-US" sz="1600" u="none" cap="none" strike="noStrike">
                <a:solidFill>
                  <a:schemeClr val="dk1"/>
                </a:solidFill>
                <a:latin typeface="Arial"/>
                <a:ea typeface="Arial"/>
                <a:cs typeface="Arial"/>
                <a:sym typeface="Arial"/>
              </a:rPr>
              <a:t>: Ordered list.</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&lt;li&gt;</a:t>
            </a:r>
            <a:r>
              <a:rPr b="0" i="0" lang="en-US" sz="1600" u="none" cap="none" strike="noStrike">
                <a:solidFill>
                  <a:schemeClr val="dk1"/>
                </a:solidFill>
                <a:latin typeface="Arial"/>
                <a:ea typeface="Arial"/>
                <a:cs typeface="Arial"/>
                <a:sym typeface="Arial"/>
              </a:rPr>
              <a:t>: List item.</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Media Elements</a:t>
            </a:r>
            <a:r>
              <a:rPr b="0" i="0" lang="en-US" sz="1600" u="none" cap="none" strike="noStrike">
                <a:solidFill>
                  <a:schemeClr val="dk1"/>
                </a:solidFill>
                <a:latin typeface="Arial"/>
                <a:ea typeface="Arial"/>
                <a:cs typeface="Arial"/>
                <a:sym typeface="Arial"/>
              </a:rPr>
              <a:t>:</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1199"/>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&lt;img&gt;</a:t>
            </a:r>
            <a:r>
              <a:rPr b="0" i="0" lang="en-US" sz="1600" u="none" cap="none" strike="noStrike">
                <a:solidFill>
                  <a:schemeClr val="dk1"/>
                </a:solidFill>
                <a:latin typeface="Arial"/>
                <a:ea typeface="Arial"/>
                <a:cs typeface="Arial"/>
                <a:sym typeface="Arial"/>
              </a:rPr>
              <a:t>: Embeds an image.</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&lt;audio&gt;</a:t>
            </a:r>
            <a:r>
              <a:rPr b="0" i="0" lang="en-US" sz="1600" u="none" cap="none" strike="noStrike">
                <a:solidFill>
                  <a:schemeClr val="dk1"/>
                </a:solidFill>
                <a:latin typeface="Arial"/>
                <a:ea typeface="Arial"/>
                <a:cs typeface="Arial"/>
                <a:sym typeface="Arial"/>
              </a:rPr>
              <a:t>: Embeds an audio file.</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&lt;video&gt;</a:t>
            </a:r>
            <a:r>
              <a:rPr b="0" i="0" lang="en-US" sz="1600" u="none" cap="none" strike="noStrike">
                <a:solidFill>
                  <a:schemeClr val="dk1"/>
                </a:solidFill>
                <a:latin typeface="Arial"/>
                <a:ea typeface="Arial"/>
                <a:cs typeface="Arial"/>
                <a:sym typeface="Arial"/>
              </a:rPr>
              <a:t>: Embeds a video file.</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Form Elements</a:t>
            </a:r>
            <a:r>
              <a:rPr b="0" i="0" lang="en-US" sz="1600" u="none" cap="none" strike="noStrike">
                <a:solidFill>
                  <a:schemeClr val="dk1"/>
                </a:solidFill>
                <a:latin typeface="Arial"/>
                <a:ea typeface="Arial"/>
                <a:cs typeface="Arial"/>
                <a:sym typeface="Arial"/>
              </a:rPr>
              <a:t>:</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1199"/>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&lt;form&gt;</a:t>
            </a:r>
            <a:r>
              <a:rPr b="0" i="0" lang="en-US" sz="1600" u="none" cap="none" strike="noStrike">
                <a:solidFill>
                  <a:schemeClr val="dk1"/>
                </a:solidFill>
                <a:latin typeface="Arial"/>
                <a:ea typeface="Arial"/>
                <a:cs typeface="Arial"/>
                <a:sym typeface="Arial"/>
              </a:rPr>
              <a:t>: Defines a form for user input.</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&lt;input&gt;</a:t>
            </a:r>
            <a:r>
              <a:rPr b="0" i="0" lang="en-US" sz="1600" u="none" cap="none" strike="noStrike">
                <a:solidFill>
                  <a:schemeClr val="dk1"/>
                </a:solidFill>
                <a:latin typeface="Arial"/>
                <a:ea typeface="Arial"/>
                <a:cs typeface="Arial"/>
                <a:sym typeface="Arial"/>
              </a:rPr>
              <a:t>: Defines an input field.</a:t>
            </a:r>
            <a:endParaRPr b="0" i="0" sz="1600" u="none" cap="none" strike="noStrike">
              <a:solidFill>
                <a:srgbClr val="FFFFFF"/>
              </a:solidFill>
              <a:latin typeface="Arial"/>
              <a:ea typeface="Arial"/>
              <a:cs typeface="Arial"/>
              <a:sym typeface="Arial"/>
            </a:endParaRPr>
          </a:p>
          <a:p>
            <a:pPr indent="-330120" lvl="0" marL="457200" marR="0" rtl="0" algn="l">
              <a:lnSpc>
                <a:spcPct val="115000"/>
              </a:lnSpc>
              <a:spcBef>
                <a:spcPts val="0"/>
              </a:spcBef>
              <a:spcAft>
                <a:spcPts val="0"/>
              </a:spcAft>
              <a:buClr>
                <a:srgbClr val="000000"/>
              </a:buClr>
              <a:buSzPts val="1600"/>
              <a:buFont typeface="Arial"/>
              <a:buChar char="●"/>
            </a:pPr>
            <a:r>
              <a:rPr b="1" i="0" lang="en-US" sz="1600" u="none" cap="none" strike="noStrike">
                <a:solidFill>
                  <a:srgbClr val="188038"/>
                </a:solidFill>
                <a:latin typeface="Roboto Mono"/>
                <a:ea typeface="Roboto Mono"/>
                <a:cs typeface="Roboto Mono"/>
                <a:sym typeface="Roboto Mono"/>
              </a:rPr>
              <a:t>&lt;textarea&gt;</a:t>
            </a:r>
            <a:r>
              <a:rPr b="0" i="0" lang="en-US" sz="1600" u="none" cap="none" strike="noStrike">
                <a:solidFill>
                  <a:schemeClr val="dk1"/>
                </a:solidFill>
                <a:latin typeface="Arial"/>
                <a:ea typeface="Arial"/>
                <a:cs typeface="Arial"/>
                <a:sym typeface="Arial"/>
              </a:rPr>
              <a:t>: Defines a text area.</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SzPts val="1600"/>
              <a:buFont typeface="Arial"/>
              <a:buNone/>
            </a:pPr>
            <a:r>
              <a:t/>
            </a:r>
            <a:endParaRPr b="0" i="0" sz="1600" u="none" cap="none" strike="noStrike">
              <a:solidFill>
                <a:srgbClr val="FFFFF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11"/>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Heading and paragraph</a:t>
            </a:r>
            <a:endParaRPr b="0" sz="4200" u="none" strike="noStrike">
              <a:solidFill>
                <a:srgbClr val="FFFFFF"/>
              </a:solidFill>
              <a:latin typeface="Arial"/>
              <a:ea typeface="Arial"/>
              <a:cs typeface="Arial"/>
              <a:sym typeface="Arial"/>
            </a:endParaRPr>
          </a:p>
        </p:txBody>
      </p:sp>
      <p:sp>
        <p:nvSpPr>
          <p:cNvPr id="491" name="Google Shape;491;p11"/>
          <p:cNvSpPr txBox="1"/>
          <p:nvPr>
            <p:ph idx="1" type="body"/>
          </p:nvPr>
        </p:nvSpPr>
        <p:spPr>
          <a:xfrm>
            <a:off x="484560" y="2209680"/>
            <a:ext cx="7054200" cy="3632040"/>
          </a:xfrm>
          <a:prstGeom prst="rect">
            <a:avLst/>
          </a:prstGeom>
          <a:noFill/>
          <a:ln>
            <a:noFill/>
          </a:ln>
        </p:spPr>
        <p:txBody>
          <a:bodyPr anchorCtr="0" anchor="t" bIns="45700" lIns="91425" spcFirstLastPara="1" rIns="91425" wrap="square" tIns="45700">
            <a:normAutofit fontScale="77500" lnSpcReduction="19999"/>
          </a:bodyPr>
          <a:lstStyle/>
          <a:p>
            <a:pPr indent="0" lvl="0" marL="0" marR="0" rtl="0" algn="l">
              <a:lnSpc>
                <a:spcPct val="100000"/>
              </a:lnSpc>
              <a:spcBef>
                <a:spcPts val="0"/>
              </a:spcBef>
              <a:spcAft>
                <a:spcPts val="0"/>
              </a:spcAft>
              <a:buSzPct val="100000"/>
              <a:buFont typeface="Arial"/>
              <a:buNone/>
            </a:pPr>
            <a:r>
              <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&lt;!DOCTYPE html&gt;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&lt;html&gt;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&lt;body&gt;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&lt;h1&gt;My First Heading&lt;/h1&gt;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&lt;h2&gt;This is heading 2&lt;/h2&gt;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&lt;h3&gt;This is heading 3&lt;/h3&gt;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&lt;h6&gt;This is heading 6&lt;/h6&gt;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&lt;p&gt;My first paragraph.&lt;/p&gt;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&lt;/body&gt;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&lt;/html&gt;</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2"/>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Links and navigation - Anchor Tag</a:t>
            </a:r>
            <a:endParaRPr b="0" sz="4200" u="none" strike="noStrike">
              <a:solidFill>
                <a:srgbClr val="FFFFFF"/>
              </a:solidFill>
              <a:latin typeface="Arial"/>
              <a:ea typeface="Arial"/>
              <a:cs typeface="Arial"/>
              <a:sym typeface="Arial"/>
            </a:endParaRPr>
          </a:p>
        </p:txBody>
      </p:sp>
      <p:sp>
        <p:nvSpPr>
          <p:cNvPr id="497" name="Google Shape;497;p12"/>
          <p:cNvSpPr txBox="1"/>
          <p:nvPr>
            <p:ph idx="1" type="body"/>
          </p:nvPr>
        </p:nvSpPr>
        <p:spPr>
          <a:xfrm>
            <a:off x="484550" y="1915850"/>
            <a:ext cx="7054200" cy="4546800"/>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lnSpc>
                <a:spcPct val="100000"/>
              </a:lnSpc>
              <a:spcBef>
                <a:spcPts val="0"/>
              </a:spcBef>
              <a:spcAft>
                <a:spcPts val="0"/>
              </a:spcAft>
              <a:buSzPct val="100000"/>
              <a:buFont typeface="Arial"/>
              <a:buNone/>
            </a:pPr>
            <a:r>
              <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&lt;!DOCTYPE html&gt;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&lt;html&gt;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&lt;body&gt;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&lt;h1&gt;My First Heading&lt;/h1&gt;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&lt;a href="https://www.wolframalpha.com/"&gt;This is a link&lt;/a&gt;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&lt;/body&gt;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&lt;/html&gt;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1" i="0" lang="en-US" sz="2200" u="none" cap="none" strike="noStrike">
                <a:solidFill>
                  <a:schemeClr val="dk1"/>
                </a:solidFill>
                <a:latin typeface="Arial"/>
                <a:ea typeface="Arial"/>
                <a:cs typeface="Arial"/>
                <a:sym typeface="Arial"/>
              </a:rPr>
              <a:t>Relative vs. Absolute URLs</a:t>
            </a:r>
            <a:r>
              <a:rPr b="0" i="0" lang="en-US" sz="2200" u="none" cap="none" strike="noStrike">
                <a:solidFill>
                  <a:schemeClr val="dk1"/>
                </a:solidFill>
                <a:latin typeface="Arial"/>
                <a:ea typeface="Arial"/>
                <a:cs typeface="Arial"/>
                <a:sym typeface="Arial"/>
              </a:rPr>
              <a:t>:</a:t>
            </a:r>
            <a:endParaRPr b="0" i="0" sz="2200" u="none" cap="none" strike="noStrike">
              <a:solidFill>
                <a:srgbClr val="FFFFFF"/>
              </a:solidFill>
              <a:latin typeface="Arial"/>
              <a:ea typeface="Arial"/>
              <a:cs typeface="Arial"/>
              <a:sym typeface="Arial"/>
            </a:endParaRPr>
          </a:p>
          <a:p>
            <a:pPr indent="-305565" lvl="0" marL="457200" marR="0" rtl="0" algn="l">
              <a:lnSpc>
                <a:spcPct val="115000"/>
              </a:lnSpc>
              <a:spcBef>
                <a:spcPts val="1199"/>
              </a:spcBef>
              <a:spcAft>
                <a:spcPts val="0"/>
              </a:spcAft>
              <a:buClr>
                <a:srgbClr val="000000"/>
              </a:buClr>
              <a:buSzPct val="100000"/>
              <a:buFont typeface="Arial"/>
              <a:buChar char="●"/>
            </a:pPr>
            <a:r>
              <a:rPr b="1" i="0" lang="en-US" sz="2200" u="none" cap="none" strike="noStrike">
                <a:solidFill>
                  <a:schemeClr val="dk1"/>
                </a:solidFill>
                <a:latin typeface="Arial"/>
                <a:ea typeface="Arial"/>
                <a:cs typeface="Arial"/>
                <a:sym typeface="Arial"/>
              </a:rPr>
              <a:t>Relative URL</a:t>
            </a:r>
            <a:r>
              <a:rPr b="0" i="0" lang="en-US" sz="2200" u="none" cap="none" strike="noStrike">
                <a:solidFill>
                  <a:schemeClr val="dk1"/>
                </a:solidFill>
                <a:latin typeface="Arial"/>
                <a:ea typeface="Arial"/>
                <a:cs typeface="Arial"/>
                <a:sym typeface="Arial"/>
              </a:rPr>
              <a:t>: Links to a resource within the same website (e.g., </a:t>
            </a:r>
            <a:r>
              <a:rPr b="0" i="0" lang="en-US" sz="2200" u="none" cap="none" strike="noStrike">
                <a:solidFill>
                  <a:srgbClr val="188038"/>
                </a:solidFill>
                <a:latin typeface="Roboto Mono"/>
                <a:ea typeface="Roboto Mono"/>
                <a:cs typeface="Roboto Mono"/>
                <a:sym typeface="Roboto Mono"/>
              </a:rPr>
              <a:t>page2.html</a:t>
            </a:r>
            <a:r>
              <a:rPr b="0" i="0" lang="en-US" sz="2200" u="none" cap="none" strike="noStrike">
                <a:solidFill>
                  <a:schemeClr val="dk1"/>
                </a:solidFill>
                <a:latin typeface="Arial"/>
                <a:ea typeface="Arial"/>
                <a:cs typeface="Arial"/>
                <a:sym typeface="Arial"/>
              </a:rPr>
              <a:t>).</a:t>
            </a:r>
            <a:endParaRPr b="0" i="0" sz="2200" u="none" cap="none" strike="noStrike">
              <a:solidFill>
                <a:srgbClr val="FFFFFF"/>
              </a:solidFill>
              <a:latin typeface="Arial"/>
              <a:ea typeface="Arial"/>
              <a:cs typeface="Arial"/>
              <a:sym typeface="Arial"/>
            </a:endParaRPr>
          </a:p>
          <a:p>
            <a:pPr indent="-305564" lvl="0" marL="457200" marR="0" rtl="0" algn="l">
              <a:lnSpc>
                <a:spcPct val="115000"/>
              </a:lnSpc>
              <a:spcBef>
                <a:spcPts val="0"/>
              </a:spcBef>
              <a:spcAft>
                <a:spcPts val="0"/>
              </a:spcAft>
              <a:buClr>
                <a:srgbClr val="000000"/>
              </a:buClr>
              <a:buSzPct val="100000"/>
              <a:buFont typeface="Arial"/>
              <a:buChar char="●"/>
            </a:pPr>
            <a:r>
              <a:rPr b="1" i="0" lang="en-US" sz="2200" u="none" cap="none" strike="noStrike">
                <a:solidFill>
                  <a:schemeClr val="dk1"/>
                </a:solidFill>
                <a:latin typeface="Arial"/>
                <a:ea typeface="Arial"/>
                <a:cs typeface="Arial"/>
                <a:sym typeface="Arial"/>
              </a:rPr>
              <a:t>Absolute URL</a:t>
            </a:r>
            <a:r>
              <a:rPr b="0" i="0" lang="en-US" sz="2200" u="none" cap="none" strike="noStrike">
                <a:solidFill>
                  <a:schemeClr val="dk1"/>
                </a:solidFill>
                <a:latin typeface="Arial"/>
                <a:ea typeface="Arial"/>
                <a:cs typeface="Arial"/>
                <a:sym typeface="Arial"/>
              </a:rPr>
              <a:t>: Links to a resource on any website (e.g., </a:t>
            </a:r>
            <a:r>
              <a:rPr b="0" i="0" lang="en-US" sz="2200" u="sng" cap="none" strike="noStrike">
                <a:solidFill>
                  <a:schemeClr val="hlink"/>
                </a:solidFill>
                <a:latin typeface="Roboto Mono"/>
                <a:ea typeface="Roboto Mono"/>
                <a:cs typeface="Roboto Mono"/>
                <a:sym typeface="Roboto Mono"/>
                <a:hlinkClick r:id="rId3"/>
              </a:rPr>
              <a:t>https://www.example.com</a:t>
            </a:r>
            <a:r>
              <a:rPr b="0" i="0" lang="en-US" sz="2200" u="none" cap="none" strike="noStrike">
                <a:solidFill>
                  <a:schemeClr val="dk1"/>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None/>
            </a:pPr>
            <a:r>
              <a:t/>
            </a:r>
            <a:endParaRPr sz="2200">
              <a:solidFill>
                <a:schemeClr val="dk1"/>
              </a:solidFill>
            </a:endParaRPr>
          </a:p>
          <a:p>
            <a:pPr indent="0" lvl="0" marL="0" marR="0" rtl="0" algn="l">
              <a:lnSpc>
                <a:spcPct val="115000"/>
              </a:lnSpc>
              <a:spcBef>
                <a:spcPts val="0"/>
              </a:spcBef>
              <a:spcAft>
                <a:spcPts val="0"/>
              </a:spcAft>
              <a:buNone/>
            </a:pPr>
            <a:r>
              <a:rPr b="1" lang="en-US" sz="2200">
                <a:solidFill>
                  <a:schemeClr val="dk1"/>
                </a:solidFill>
              </a:rPr>
              <a:t>NOTE: target=”_blank” = &gt; opens a new window</a:t>
            </a:r>
            <a:endParaRPr b="1" sz="2200">
              <a:solidFill>
                <a:schemeClr val="dk1"/>
              </a:solidFill>
            </a:endParaRPr>
          </a:p>
          <a:p>
            <a:pPr indent="0" lvl="0" marL="0" marR="0" rtl="0" algn="l">
              <a:lnSpc>
                <a:spcPct val="100000"/>
              </a:lnSpc>
              <a:spcBef>
                <a:spcPts val="1199"/>
              </a:spcBef>
              <a:spcAft>
                <a:spcPts val="0"/>
              </a:spcAft>
              <a:buSzPct val="100000"/>
              <a:buFont typeface="Arial"/>
              <a:buNone/>
            </a:pPr>
            <a:r>
              <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3"/>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HTML Documents – image</a:t>
            </a:r>
            <a:endParaRPr b="0" sz="4200" u="none" strike="noStrike">
              <a:solidFill>
                <a:srgbClr val="FFFFFF"/>
              </a:solidFill>
              <a:latin typeface="Arial"/>
              <a:ea typeface="Arial"/>
              <a:cs typeface="Arial"/>
              <a:sym typeface="Arial"/>
            </a:endParaRPr>
          </a:p>
        </p:txBody>
      </p:sp>
      <p:sp>
        <p:nvSpPr>
          <p:cNvPr id="503" name="Google Shape;503;p13"/>
          <p:cNvSpPr txBox="1"/>
          <p:nvPr>
            <p:ph idx="1" type="body"/>
          </p:nvPr>
        </p:nvSpPr>
        <p:spPr>
          <a:xfrm>
            <a:off x="484560" y="2209680"/>
            <a:ext cx="7896240" cy="3632040"/>
          </a:xfrm>
          <a:prstGeom prst="rect">
            <a:avLst/>
          </a:prstGeom>
          <a:noFill/>
          <a:ln>
            <a:noFill/>
          </a:ln>
        </p:spPr>
        <p:txBody>
          <a:bodyPr anchorCtr="0" anchor="t" bIns="45700" lIns="91425" spcFirstLastPara="1" rIns="91425" wrap="square" tIns="45700">
            <a:normAutofit fontScale="92500" lnSpcReduction="19999"/>
          </a:bodyPr>
          <a:lstStyle/>
          <a:p>
            <a:pPr indent="0" lvl="0" marL="0" marR="0" rtl="0" algn="l">
              <a:lnSpc>
                <a:spcPct val="100000"/>
              </a:lnSpc>
              <a:spcBef>
                <a:spcPts val="0"/>
              </a:spcBef>
              <a:spcAft>
                <a:spcPts val="0"/>
              </a:spcAft>
              <a:buSzPct val="100000"/>
              <a:buFont typeface="Arial"/>
              <a:buNone/>
            </a:pPr>
            <a:r>
              <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&lt;!DOCTYPE html&gt;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&lt;html&gt;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&lt;body&gt;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&lt;h1&gt;My First Heading&lt;/h1&gt;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&lt;img src="sunflower.jpg"  width="104" height="142"&gt;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&lt;/body&gt;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0" i="1" lang="en-US" sz="2000" u="none" cap="none" strike="noStrike">
                <a:solidFill>
                  <a:schemeClr val="dk1"/>
                </a:solidFill>
                <a:latin typeface="Arial"/>
                <a:ea typeface="Arial"/>
                <a:cs typeface="Arial"/>
                <a:sym typeface="Arial"/>
              </a:rPr>
              <a:t>&lt;/html&gt;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SzPct val="100000"/>
              <a:buFont typeface="Arial"/>
              <a:buNone/>
            </a:pPr>
            <a:r>
              <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ct val="100000"/>
              <a:buFont typeface="Arial"/>
              <a:buNone/>
            </a:pPr>
            <a:r>
              <a:rPr b="1" i="0" lang="en-US" sz="2000" u="none" cap="none" strike="noStrike">
                <a:solidFill>
                  <a:schemeClr val="dk1"/>
                </a:solidFill>
                <a:latin typeface="Arial"/>
                <a:ea typeface="Arial"/>
                <a:cs typeface="Arial"/>
                <a:sym typeface="Arial"/>
              </a:rPr>
              <a:t>Note: src also have relative and absolute url</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4"/>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HTML Document - Buttons</a:t>
            </a:r>
            <a:endParaRPr b="0" sz="4200" u="none" strike="noStrike">
              <a:solidFill>
                <a:srgbClr val="FFFFFF"/>
              </a:solidFill>
              <a:latin typeface="Arial"/>
              <a:ea typeface="Arial"/>
              <a:cs typeface="Arial"/>
              <a:sym typeface="Arial"/>
            </a:endParaRPr>
          </a:p>
        </p:txBody>
      </p:sp>
      <p:sp>
        <p:nvSpPr>
          <p:cNvPr id="509" name="Google Shape;509;p14"/>
          <p:cNvSpPr txBox="1"/>
          <p:nvPr>
            <p:ph idx="1" type="body"/>
          </p:nvPr>
        </p:nvSpPr>
        <p:spPr>
          <a:xfrm>
            <a:off x="827640" y="1600200"/>
            <a:ext cx="6710400" cy="4647240"/>
          </a:xfrm>
          <a:prstGeom prst="rect">
            <a:avLst/>
          </a:prstGeom>
          <a:noFill/>
          <a:ln>
            <a:noFill/>
          </a:ln>
        </p:spPr>
        <p:txBody>
          <a:bodyPr anchorCtr="0" anchor="t" bIns="45700" lIns="91425" spcFirstLastPara="1" rIns="91425" wrap="square" tIns="45700">
            <a:normAutofit/>
          </a:bodyPr>
          <a:lstStyle/>
          <a:p>
            <a:pPr indent="-241200" lvl="0" marL="343080" marR="0" rtl="0" algn="l">
              <a:lnSpc>
                <a:spcPct val="100000"/>
              </a:lnSpc>
              <a:spcBef>
                <a:spcPts val="0"/>
              </a:spcBef>
              <a:spcAft>
                <a:spcPts val="0"/>
              </a:spcAft>
              <a:buSzPts val="2000"/>
              <a:buFont typeface="Arial"/>
              <a:buNone/>
            </a:pPr>
            <a:r>
              <a:t/>
            </a:r>
            <a:endParaRPr b="0" i="0" sz="2000" u="none" cap="none" strike="noStrike">
              <a:solidFill>
                <a:srgbClr val="FFFFFF"/>
              </a:solidFill>
              <a:latin typeface="Arial"/>
              <a:ea typeface="Arial"/>
              <a:cs typeface="Arial"/>
              <a:sym typeface="Arial"/>
            </a:endParaRPr>
          </a:p>
          <a:p>
            <a:pPr indent="0" lvl="0" marL="34308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&lt;!DOCTYPE html&gt;</a:t>
            </a:r>
            <a:endParaRPr b="0" i="0" sz="2000" u="none" cap="none" strike="noStrike">
              <a:solidFill>
                <a:srgbClr val="FFFFFF"/>
              </a:solidFill>
              <a:latin typeface="Arial"/>
              <a:ea typeface="Arial"/>
              <a:cs typeface="Arial"/>
              <a:sym typeface="Arial"/>
            </a:endParaRPr>
          </a:p>
          <a:p>
            <a:pPr indent="0" lvl="0" marL="34308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&lt;html&gt;</a:t>
            </a:r>
            <a:endParaRPr b="0" i="0" sz="2000" u="none" cap="none" strike="noStrike">
              <a:solidFill>
                <a:srgbClr val="FFFFFF"/>
              </a:solidFill>
              <a:latin typeface="Arial"/>
              <a:ea typeface="Arial"/>
              <a:cs typeface="Arial"/>
              <a:sym typeface="Arial"/>
            </a:endParaRPr>
          </a:p>
          <a:p>
            <a:pPr indent="0" lvl="0" marL="34308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&lt;body&gt;</a:t>
            </a:r>
            <a:endParaRPr b="0" i="0" sz="2000" u="none" cap="none" strike="noStrike">
              <a:solidFill>
                <a:srgbClr val="FFFFFF"/>
              </a:solidFill>
              <a:latin typeface="Arial"/>
              <a:ea typeface="Arial"/>
              <a:cs typeface="Arial"/>
              <a:sym typeface="Arial"/>
            </a:endParaRPr>
          </a:p>
          <a:p>
            <a:pPr indent="0" lvl="0" marL="34308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&lt;h2&gt;HTML Buttons&lt;/h2&gt;</a:t>
            </a:r>
            <a:endParaRPr b="0" i="0" sz="2000" u="none" cap="none" strike="noStrike">
              <a:solidFill>
                <a:srgbClr val="FFFFFF"/>
              </a:solidFill>
              <a:latin typeface="Arial"/>
              <a:ea typeface="Arial"/>
              <a:cs typeface="Arial"/>
              <a:sym typeface="Arial"/>
            </a:endParaRPr>
          </a:p>
          <a:p>
            <a:pPr indent="0" lvl="0" marL="34308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&lt;p&gt;HTML buttons are defined with the button tag:&lt;/p&gt;</a:t>
            </a:r>
            <a:endParaRPr b="0" i="0" sz="2000" u="none" cap="none" strike="noStrike">
              <a:solidFill>
                <a:srgbClr val="FFFFFF"/>
              </a:solidFill>
              <a:latin typeface="Arial"/>
              <a:ea typeface="Arial"/>
              <a:cs typeface="Arial"/>
              <a:sym typeface="Arial"/>
            </a:endParaRPr>
          </a:p>
          <a:p>
            <a:pPr indent="0" lvl="0" marL="34308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&lt;button&gt;Click me&lt;/button&gt;</a:t>
            </a:r>
            <a:endParaRPr b="0" i="0" sz="2000" u="none" cap="none" strike="noStrike">
              <a:solidFill>
                <a:srgbClr val="FFFFFF"/>
              </a:solidFill>
              <a:latin typeface="Arial"/>
              <a:ea typeface="Arial"/>
              <a:cs typeface="Arial"/>
              <a:sym typeface="Arial"/>
            </a:endParaRPr>
          </a:p>
          <a:p>
            <a:pPr indent="0" lvl="0" marL="34308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&lt;/body&gt;</a:t>
            </a:r>
            <a:endParaRPr b="0" i="0" sz="2000" u="none" cap="none" strike="noStrike">
              <a:solidFill>
                <a:srgbClr val="FFFFFF"/>
              </a:solidFill>
              <a:latin typeface="Arial"/>
              <a:ea typeface="Arial"/>
              <a:cs typeface="Arial"/>
              <a:sym typeface="Arial"/>
            </a:endParaRPr>
          </a:p>
          <a:p>
            <a:pPr indent="0" lvl="0" marL="34308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&lt;/html&gt;</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15"/>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HTML Forms</a:t>
            </a:r>
            <a:endParaRPr b="0" sz="4200" u="none" strike="noStrike">
              <a:solidFill>
                <a:srgbClr val="FFFFFF"/>
              </a:solidFill>
              <a:latin typeface="Arial"/>
              <a:ea typeface="Arial"/>
              <a:cs typeface="Arial"/>
              <a:sym typeface="Arial"/>
            </a:endParaRPr>
          </a:p>
        </p:txBody>
      </p:sp>
      <p:sp>
        <p:nvSpPr>
          <p:cNvPr id="516" name="Google Shape;516;p15"/>
          <p:cNvSpPr txBox="1"/>
          <p:nvPr>
            <p:ph idx="1" type="body"/>
          </p:nvPr>
        </p:nvSpPr>
        <p:spPr>
          <a:xfrm>
            <a:off x="828360" y="1717920"/>
            <a:ext cx="6710400" cy="419436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Forms allow users to submit data to a server:</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1199"/>
              </a:spcBef>
              <a:spcAft>
                <a:spcPts val="0"/>
              </a:spcAft>
              <a:buClr>
                <a:srgbClr val="000000"/>
              </a:buClr>
              <a:buSzPts val="1800"/>
              <a:buFont typeface="Arial"/>
              <a:buChar char="●"/>
            </a:pPr>
            <a:r>
              <a:rPr b="1" i="0" lang="en-US" sz="1800" u="none" cap="none" strike="noStrike">
                <a:solidFill>
                  <a:srgbClr val="188038"/>
                </a:solidFill>
                <a:latin typeface="Roboto Mono"/>
                <a:ea typeface="Roboto Mono"/>
                <a:cs typeface="Roboto Mono"/>
                <a:sym typeface="Roboto Mono"/>
              </a:rPr>
              <a:t>&lt;form&gt;</a:t>
            </a:r>
            <a:r>
              <a:rPr b="0" i="0" lang="en-US" sz="1800" u="none" cap="none" strike="noStrike">
                <a:solidFill>
                  <a:schemeClr val="dk1"/>
                </a:solidFill>
                <a:latin typeface="Arial"/>
                <a:ea typeface="Arial"/>
                <a:cs typeface="Arial"/>
                <a:sym typeface="Arial"/>
              </a:rPr>
              <a:t>: Defines the start of a form.</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Char char="●"/>
            </a:pPr>
            <a:r>
              <a:rPr b="1" i="0" lang="en-US" sz="1800" u="none" cap="none" strike="noStrike">
                <a:solidFill>
                  <a:srgbClr val="188038"/>
                </a:solidFill>
                <a:latin typeface="Roboto Mono"/>
                <a:ea typeface="Roboto Mono"/>
                <a:cs typeface="Roboto Mono"/>
                <a:sym typeface="Roboto Mono"/>
              </a:rPr>
              <a:t>&lt;input&gt;</a:t>
            </a:r>
            <a:r>
              <a:rPr b="0" i="0" lang="en-US" sz="1800" u="none" cap="none" strike="noStrike">
                <a:solidFill>
                  <a:schemeClr val="dk1"/>
                </a:solidFill>
                <a:latin typeface="Arial"/>
                <a:ea typeface="Arial"/>
                <a:cs typeface="Arial"/>
                <a:sym typeface="Arial"/>
              </a:rPr>
              <a:t>: Defines an input field (e.g., text box, button).</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Char char="●"/>
            </a:pPr>
            <a:r>
              <a:rPr b="1" i="0" lang="en-US" sz="1800" u="none" cap="none" strike="noStrike">
                <a:solidFill>
                  <a:srgbClr val="188038"/>
                </a:solidFill>
                <a:latin typeface="Roboto Mono"/>
                <a:ea typeface="Roboto Mono"/>
                <a:cs typeface="Roboto Mono"/>
                <a:sym typeface="Roboto Mono"/>
              </a:rPr>
              <a:t>&lt;label&gt;</a:t>
            </a:r>
            <a:r>
              <a:rPr b="0" i="0" lang="en-US" sz="1800" u="none" cap="none" strike="noStrike">
                <a:solidFill>
                  <a:schemeClr val="dk1"/>
                </a:solidFill>
                <a:latin typeface="Arial"/>
                <a:ea typeface="Arial"/>
                <a:cs typeface="Arial"/>
                <a:sym typeface="Arial"/>
              </a:rPr>
              <a:t>: Defines a label for input elements.</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Char char="●"/>
            </a:pPr>
            <a:r>
              <a:rPr b="1" i="0" lang="en-US" sz="1800" u="none" cap="none" strike="noStrike">
                <a:solidFill>
                  <a:srgbClr val="188038"/>
                </a:solidFill>
                <a:latin typeface="Roboto Mono"/>
                <a:ea typeface="Roboto Mono"/>
                <a:cs typeface="Roboto Mono"/>
                <a:sym typeface="Roboto Mono"/>
              </a:rPr>
              <a:t>&lt;select&gt;</a:t>
            </a:r>
            <a:r>
              <a:rPr b="0" i="0" lang="en-US" sz="1800" u="none" cap="none" strike="noStrike">
                <a:solidFill>
                  <a:schemeClr val="dk1"/>
                </a:solidFill>
                <a:latin typeface="Arial"/>
                <a:ea typeface="Arial"/>
                <a:cs typeface="Arial"/>
                <a:sym typeface="Arial"/>
              </a:rPr>
              <a:t>: Defines a drop-down menu.</a:t>
            </a:r>
            <a:endParaRPr b="0" i="0" sz="1800" u="none" cap="none" strike="noStrike">
              <a:solidFill>
                <a:srgbClr val="FFFFFF"/>
              </a:solidFill>
              <a:latin typeface="Arial"/>
              <a:ea typeface="Arial"/>
              <a:cs typeface="Arial"/>
              <a:sym typeface="Arial"/>
            </a:endParaRPr>
          </a:p>
          <a:p>
            <a:pPr indent="-343080" lvl="0" marL="457200" marR="0" rtl="0" algn="l">
              <a:lnSpc>
                <a:spcPct val="115000"/>
              </a:lnSpc>
              <a:spcBef>
                <a:spcPts val="0"/>
              </a:spcBef>
              <a:spcAft>
                <a:spcPts val="0"/>
              </a:spcAft>
              <a:buClr>
                <a:srgbClr val="000000"/>
              </a:buClr>
              <a:buSzPts val="1800"/>
              <a:buFont typeface="Arial"/>
              <a:buChar char="●"/>
            </a:pPr>
            <a:r>
              <a:rPr b="1" i="0" lang="en-US" sz="1800" u="none" cap="none" strike="noStrike">
                <a:solidFill>
                  <a:srgbClr val="188038"/>
                </a:solidFill>
                <a:latin typeface="Roboto Mono"/>
                <a:ea typeface="Roboto Mono"/>
                <a:cs typeface="Roboto Mono"/>
                <a:sym typeface="Roboto Mono"/>
              </a:rPr>
              <a:t>&lt;textarea&gt;</a:t>
            </a:r>
            <a:r>
              <a:rPr b="0" i="0" lang="en-US" sz="1800" u="none" cap="none" strike="noStrike">
                <a:solidFill>
                  <a:schemeClr val="dk1"/>
                </a:solidFill>
                <a:latin typeface="Arial"/>
                <a:ea typeface="Arial"/>
                <a:cs typeface="Arial"/>
                <a:sym typeface="Arial"/>
              </a:rPr>
              <a:t>: Defines a multi-line text input.</a:t>
            </a:r>
            <a:endParaRPr b="0" i="0" sz="1800" u="none" cap="none" strike="noStrike">
              <a:solidFill>
                <a:srgbClr val="FFFFFF"/>
              </a:solidFill>
              <a:latin typeface="Arial"/>
              <a:ea typeface="Arial"/>
              <a:cs typeface="Arial"/>
              <a:sym typeface="Arial"/>
            </a:endParaRPr>
          </a:p>
          <a:p>
            <a:pPr indent="0" lvl="0" marL="0" marR="0" rtl="0" algn="l">
              <a:lnSpc>
                <a:spcPct val="115000"/>
              </a:lnSpc>
              <a:spcBef>
                <a:spcPts val="1199"/>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Example:</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Clr>
                <a:srgbClr val="188038"/>
              </a:buClr>
              <a:buSzPts val="1800"/>
              <a:buFont typeface="Roboto Mono"/>
              <a:buNone/>
            </a:pPr>
            <a:r>
              <a:rPr b="0" i="0" lang="en-US" sz="1800" u="none" cap="none" strike="noStrike">
                <a:solidFill>
                  <a:srgbClr val="188038"/>
                </a:solidFill>
                <a:latin typeface="Roboto Mono"/>
                <a:ea typeface="Roboto Mono"/>
                <a:cs typeface="Roboto Mono"/>
                <a:sym typeface="Roboto Mono"/>
              </a:rPr>
              <a:t>&lt;form action="/submit" method="POST"&gt;</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800"/>
              <a:buFont typeface="Roboto Mono"/>
              <a:buNone/>
            </a:pPr>
            <a:r>
              <a:rPr b="0" i="0" lang="en-US" sz="1800" u="none" cap="none" strike="noStrike">
                <a:solidFill>
                  <a:srgbClr val="188038"/>
                </a:solidFill>
                <a:latin typeface="Roboto Mono"/>
                <a:ea typeface="Roboto Mono"/>
                <a:cs typeface="Roboto Mono"/>
                <a:sym typeface="Roboto Mono"/>
              </a:rPr>
              <a:t>  &lt;label for="name"&gt;Name:&lt;/label&gt;</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800"/>
              <a:buFont typeface="Roboto Mono"/>
              <a:buNone/>
            </a:pPr>
            <a:r>
              <a:rPr b="0" i="0" lang="en-US" sz="1800" u="none" cap="none" strike="noStrike">
                <a:solidFill>
                  <a:srgbClr val="188038"/>
                </a:solidFill>
                <a:latin typeface="Roboto Mono"/>
                <a:ea typeface="Roboto Mono"/>
                <a:cs typeface="Roboto Mono"/>
                <a:sym typeface="Roboto Mono"/>
              </a:rPr>
              <a:t>  &lt;input type="text" id="name" name="name"&gt;</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800"/>
              <a:buFont typeface="Roboto Mono"/>
              <a:buNone/>
            </a:pPr>
            <a:r>
              <a:rPr b="0" i="0" lang="en-US" sz="1800" u="none" cap="none" strike="noStrike">
                <a:solidFill>
                  <a:srgbClr val="188038"/>
                </a:solidFill>
                <a:latin typeface="Roboto Mono"/>
                <a:ea typeface="Roboto Mono"/>
                <a:cs typeface="Roboto Mono"/>
                <a:sym typeface="Roboto Mono"/>
              </a:rPr>
              <a:t>  &lt;input type="submit" value="Submit"&gt;</a:t>
            </a:r>
            <a:endParaRPr b="0" i="0" sz="18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Clr>
                <a:srgbClr val="188038"/>
              </a:buClr>
              <a:buSzPts val="1800"/>
              <a:buFont typeface="Roboto Mono"/>
              <a:buNone/>
            </a:pPr>
            <a:r>
              <a:rPr b="0" i="0" lang="en-US" sz="1800" u="none" cap="none" strike="noStrike">
                <a:solidFill>
                  <a:srgbClr val="188038"/>
                </a:solidFill>
                <a:latin typeface="Roboto Mono"/>
                <a:ea typeface="Roboto Mono"/>
                <a:cs typeface="Roboto Mono"/>
                <a:sym typeface="Roboto Mono"/>
              </a:rPr>
              <a:t>&lt;/form&gt;</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SzPts val="1800"/>
              <a:buFont typeface="Arial"/>
              <a:buNone/>
            </a:pPr>
            <a:r>
              <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16"/>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Types of Input</a:t>
            </a:r>
            <a:endParaRPr b="0" sz="4200" u="none" strike="noStrike">
              <a:solidFill>
                <a:srgbClr val="FFFFFF"/>
              </a:solidFill>
              <a:latin typeface="Arial"/>
              <a:ea typeface="Arial"/>
              <a:cs typeface="Arial"/>
              <a:sym typeface="Arial"/>
            </a:endParaRPr>
          </a:p>
        </p:txBody>
      </p:sp>
      <p:sp>
        <p:nvSpPr>
          <p:cNvPr id="522" name="Google Shape;522;p16"/>
          <p:cNvSpPr/>
          <p:nvPr/>
        </p:nvSpPr>
        <p:spPr>
          <a:xfrm>
            <a:off x="734760" y="1600200"/>
            <a:ext cx="5415120" cy="102708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00000"/>
              </a:lnSpc>
              <a:spcBef>
                <a:spcPts val="0"/>
              </a:spcBef>
              <a:spcAft>
                <a:spcPts val="0"/>
              </a:spcAft>
              <a:buClr>
                <a:srgbClr val="FFFFFF"/>
              </a:buClr>
              <a:buSzPts val="810"/>
              <a:buFont typeface="Noto Sans Symbols"/>
              <a:buChar char="●"/>
            </a:pPr>
            <a:r>
              <a:rPr b="1" i="0" lang="en-US" sz="1800" u="none" cap="none" strike="noStrike">
                <a:solidFill>
                  <a:srgbClr val="000000"/>
                </a:solidFill>
                <a:latin typeface="Arial"/>
                <a:ea typeface="Arial"/>
                <a:cs typeface="Arial"/>
                <a:sym typeface="Arial"/>
              </a:rPr>
              <a:t>1. Text</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0"/>
              </a:spcBef>
              <a:spcAft>
                <a:spcPts val="0"/>
              </a:spcAft>
              <a:buClr>
                <a:srgbClr val="FFFFFF"/>
              </a:buClr>
              <a:buSzPts val="810"/>
              <a:buFont typeface="Noto Sans Symbols"/>
              <a:buChar char="●"/>
            </a:pPr>
            <a:r>
              <a:rPr b="0" i="0" lang="en-US" sz="1800" u="none" cap="none" strike="noStrike">
                <a:solidFill>
                  <a:srgbClr val="000000"/>
                </a:solidFill>
                <a:latin typeface="Arial"/>
                <a:ea typeface="Arial"/>
                <a:cs typeface="Arial"/>
                <a:sym typeface="Arial"/>
              </a:rPr>
              <a:t>Allows the user to enter a single line of plain text.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000" u="none" cap="none" strike="noStrike">
              <a:solidFill>
                <a:srgbClr val="FFFFFF"/>
              </a:solidFill>
              <a:latin typeface="Arial"/>
              <a:ea typeface="Arial"/>
              <a:cs typeface="Arial"/>
              <a:sym typeface="Arial"/>
            </a:endParaRPr>
          </a:p>
          <a:p>
            <a:pPr indent="-216000" lvl="0" marL="216000" marR="0" rtl="0" algn="l">
              <a:lnSpc>
                <a:spcPct val="100000"/>
              </a:lnSpc>
              <a:spcBef>
                <a:spcPts val="0"/>
              </a:spcBef>
              <a:spcAft>
                <a:spcPts val="0"/>
              </a:spcAft>
              <a:buClr>
                <a:srgbClr val="FFFFFF"/>
              </a:buClr>
              <a:buSzPts val="450"/>
              <a:buFont typeface="Noto Sans Symbols"/>
              <a:buChar char="●"/>
            </a:pPr>
            <a:r>
              <a:rPr b="0" i="0" lang="en-US" sz="1000" u="none" cap="none" strike="noStrike">
                <a:solidFill>
                  <a:srgbClr val="000000"/>
                </a:solidFill>
                <a:latin typeface="Arial"/>
                <a:ea typeface="Arial"/>
                <a:cs typeface="Arial"/>
                <a:sym typeface="Arial"/>
              </a:rPr>
              <a:t>&lt;input type="text" placeholder="Enter name"&gt; </a:t>
            </a:r>
            <a:endParaRPr b="0" i="0" sz="1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000" u="none" cap="none" strike="noStrike">
              <a:solidFill>
                <a:srgbClr val="FFFFFF"/>
              </a:solidFill>
              <a:latin typeface="Arial"/>
              <a:ea typeface="Arial"/>
              <a:cs typeface="Arial"/>
              <a:sym typeface="Arial"/>
            </a:endParaRPr>
          </a:p>
        </p:txBody>
      </p:sp>
      <p:sp>
        <p:nvSpPr>
          <p:cNvPr id="523" name="Google Shape;523;p16"/>
          <p:cNvSpPr/>
          <p:nvPr/>
        </p:nvSpPr>
        <p:spPr>
          <a:xfrm>
            <a:off x="756360" y="4114800"/>
            <a:ext cx="5677920" cy="116244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00000"/>
              </a:lnSpc>
              <a:spcBef>
                <a:spcPts val="0"/>
              </a:spcBef>
              <a:spcAft>
                <a:spcPts val="0"/>
              </a:spcAft>
              <a:buClr>
                <a:srgbClr val="FFFFFF"/>
              </a:buClr>
              <a:buSzPts val="810"/>
              <a:buFont typeface="Noto Sans Symbols"/>
              <a:buChar char="●"/>
            </a:pPr>
            <a:r>
              <a:rPr b="1" i="0" lang="en-US" sz="1800" u="none" cap="none" strike="noStrike">
                <a:solidFill>
                  <a:srgbClr val="000000"/>
                </a:solidFill>
                <a:latin typeface="Arial"/>
                <a:ea typeface="Arial"/>
                <a:cs typeface="Arial"/>
                <a:sym typeface="Arial"/>
              </a:rPr>
              <a:t>3. File</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0"/>
              </a:spcBef>
              <a:spcAft>
                <a:spcPts val="0"/>
              </a:spcAft>
              <a:buClr>
                <a:srgbClr val="FFFFFF"/>
              </a:buClr>
              <a:buSzPts val="810"/>
              <a:buFont typeface="Noto Sans Symbols"/>
              <a:buChar char="●"/>
            </a:pPr>
            <a:r>
              <a:rPr b="0" i="0" lang="en-US" sz="1800" u="none" cap="none" strike="noStrike">
                <a:solidFill>
                  <a:srgbClr val="000000"/>
                </a:solidFill>
                <a:latin typeface="Arial"/>
                <a:ea typeface="Arial"/>
                <a:cs typeface="Arial"/>
                <a:sym typeface="Arial"/>
              </a:rPr>
              <a:t>Let’s the user upload a file. A Filepicker is displayed.</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1191"/>
              </a:spcBef>
              <a:spcAft>
                <a:spcPts val="0"/>
              </a:spcAft>
              <a:buClr>
                <a:srgbClr val="FFFFFF"/>
              </a:buClr>
              <a:buSzPts val="450"/>
              <a:buFont typeface="Noto Sans Symbols"/>
              <a:buChar char="●"/>
            </a:pPr>
            <a:r>
              <a:rPr b="0" i="0" lang="en-US" sz="1000" u="none" cap="none" strike="noStrike">
                <a:solidFill>
                  <a:srgbClr val="000000"/>
                </a:solidFill>
                <a:latin typeface="Arial"/>
                <a:ea typeface="Arial"/>
                <a:cs typeface="Arial"/>
                <a:sym typeface="Arial"/>
              </a:rPr>
              <a:t>&lt;input type="file" accept="image/*"&gt; </a:t>
            </a:r>
            <a:endParaRPr b="0" i="0" sz="1000" u="none" cap="none" strike="noStrike">
              <a:solidFill>
                <a:srgbClr val="FFFFFF"/>
              </a:solidFill>
              <a:latin typeface="Arial"/>
              <a:ea typeface="Arial"/>
              <a:cs typeface="Arial"/>
              <a:sym typeface="Arial"/>
            </a:endParaRPr>
          </a:p>
          <a:p>
            <a:pPr indent="0" lvl="0" marL="0" marR="0" rtl="0" algn="l">
              <a:lnSpc>
                <a:spcPct val="100000"/>
              </a:lnSpc>
              <a:spcBef>
                <a:spcPts val="992"/>
              </a:spcBef>
              <a:spcAft>
                <a:spcPts val="0"/>
              </a:spcAft>
              <a:buNone/>
            </a:pPr>
            <a:r>
              <a:t/>
            </a:r>
            <a:endParaRPr b="0" i="0" sz="1000" u="none" cap="none" strike="noStrike">
              <a:solidFill>
                <a:srgbClr val="FFFFFF"/>
              </a:solidFill>
              <a:latin typeface="Arial"/>
              <a:ea typeface="Arial"/>
              <a:cs typeface="Arial"/>
              <a:sym typeface="Arial"/>
            </a:endParaRPr>
          </a:p>
        </p:txBody>
      </p:sp>
      <p:sp>
        <p:nvSpPr>
          <p:cNvPr id="524" name="Google Shape;524;p16"/>
          <p:cNvSpPr/>
          <p:nvPr/>
        </p:nvSpPr>
        <p:spPr>
          <a:xfrm>
            <a:off x="756360" y="2743200"/>
            <a:ext cx="5643720" cy="114228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00000"/>
              </a:lnSpc>
              <a:spcBef>
                <a:spcPts val="0"/>
              </a:spcBef>
              <a:spcAft>
                <a:spcPts val="0"/>
              </a:spcAft>
              <a:buClr>
                <a:srgbClr val="FFFFFF"/>
              </a:buClr>
              <a:buSzPts val="810"/>
              <a:buFont typeface="Noto Sans Symbols"/>
              <a:buChar char="●"/>
            </a:pPr>
            <a:r>
              <a:rPr b="1" i="0" lang="en-US" sz="1800" u="none" cap="none" strike="noStrike">
                <a:solidFill>
                  <a:srgbClr val="000000"/>
                </a:solidFill>
                <a:latin typeface="Arial"/>
                <a:ea typeface="Arial"/>
                <a:cs typeface="Arial"/>
                <a:sym typeface="Arial"/>
              </a:rPr>
              <a:t>2. Password</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0"/>
              </a:spcBef>
              <a:spcAft>
                <a:spcPts val="0"/>
              </a:spcAft>
              <a:buClr>
                <a:srgbClr val="FFFFFF"/>
              </a:buClr>
              <a:buSzPts val="810"/>
              <a:buFont typeface="Noto Sans Symbols"/>
              <a:buChar char="●"/>
            </a:pPr>
            <a:r>
              <a:rPr b="0" i="0" lang="en-US" sz="1800" u="none" cap="none" strike="noStrike">
                <a:solidFill>
                  <a:srgbClr val="000000"/>
                </a:solidFill>
                <a:latin typeface="Arial"/>
                <a:ea typeface="Arial"/>
                <a:cs typeface="Arial"/>
                <a:sym typeface="Arial"/>
              </a:rPr>
              <a:t>Hides the text.</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1191"/>
              </a:spcBef>
              <a:spcAft>
                <a:spcPts val="0"/>
              </a:spcAft>
              <a:buClr>
                <a:srgbClr val="FFFFFF"/>
              </a:buClr>
              <a:buSzPts val="450"/>
              <a:buFont typeface="Noto Sans Symbols"/>
              <a:buChar char="●"/>
            </a:pPr>
            <a:r>
              <a:rPr b="0" i="0" lang="en-US" sz="1000" u="none" cap="none" strike="noStrike">
                <a:solidFill>
                  <a:srgbClr val="000000"/>
                </a:solidFill>
                <a:latin typeface="Arial"/>
                <a:ea typeface="Arial"/>
                <a:cs typeface="Arial"/>
                <a:sym typeface="Arial"/>
              </a:rPr>
              <a:t>&lt;input type="password" placeholder="Password"&gt; </a:t>
            </a:r>
            <a:endParaRPr b="0" i="0" sz="1000" u="none" cap="none" strike="noStrike">
              <a:solidFill>
                <a:srgbClr val="FFFFFF"/>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17"/>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Types of Input</a:t>
            </a:r>
            <a:endParaRPr b="0" sz="4200" u="none" strike="noStrike">
              <a:solidFill>
                <a:srgbClr val="FFFFFF"/>
              </a:solidFill>
              <a:latin typeface="Arial"/>
              <a:ea typeface="Arial"/>
              <a:cs typeface="Arial"/>
              <a:sym typeface="Arial"/>
            </a:endParaRPr>
          </a:p>
        </p:txBody>
      </p:sp>
      <p:sp>
        <p:nvSpPr>
          <p:cNvPr id="530" name="Google Shape;530;p17"/>
          <p:cNvSpPr/>
          <p:nvPr/>
        </p:nvSpPr>
        <p:spPr>
          <a:xfrm>
            <a:off x="734760" y="1600200"/>
            <a:ext cx="5465880" cy="116244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00000"/>
              </a:lnSpc>
              <a:spcBef>
                <a:spcPts val="0"/>
              </a:spcBef>
              <a:spcAft>
                <a:spcPts val="0"/>
              </a:spcAft>
              <a:buClr>
                <a:srgbClr val="FFFFFF"/>
              </a:buClr>
              <a:buSzPts val="810"/>
              <a:buFont typeface="Noto Sans Symbols"/>
              <a:buChar char="●"/>
            </a:pPr>
            <a:r>
              <a:rPr b="1" i="0" lang="en-US" sz="1800" u="none" cap="none" strike="noStrike">
                <a:solidFill>
                  <a:srgbClr val="000000"/>
                </a:solidFill>
                <a:latin typeface="Arial"/>
                <a:ea typeface="Arial"/>
                <a:cs typeface="Arial"/>
                <a:sym typeface="Arial"/>
              </a:rPr>
              <a:t>1. Checkbox</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0"/>
              </a:spcBef>
              <a:spcAft>
                <a:spcPts val="0"/>
              </a:spcAft>
              <a:buClr>
                <a:srgbClr val="FFFFFF"/>
              </a:buClr>
              <a:buSzPts val="810"/>
              <a:buFont typeface="Noto Sans Symbols"/>
              <a:buChar char="●"/>
            </a:pPr>
            <a:r>
              <a:rPr b="0" i="0" lang="en-US" sz="1800" u="none" cap="none" strike="noStrike">
                <a:solidFill>
                  <a:srgbClr val="000000"/>
                </a:solidFill>
                <a:latin typeface="Arial"/>
                <a:ea typeface="Arial"/>
                <a:cs typeface="Arial"/>
                <a:sym typeface="Arial"/>
              </a:rPr>
              <a:t>Represents a binary choice (checked/unchecked).</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1191"/>
              </a:spcBef>
              <a:spcAft>
                <a:spcPts val="0"/>
              </a:spcAft>
              <a:buClr>
                <a:srgbClr val="FFFFFF"/>
              </a:buClr>
              <a:buSzPts val="450"/>
              <a:buFont typeface="Noto Sans Symbols"/>
              <a:buChar char="●"/>
            </a:pPr>
            <a:r>
              <a:rPr b="0" i="0" lang="en-US" sz="1000" u="none" cap="none" strike="noStrike">
                <a:solidFill>
                  <a:srgbClr val="000000"/>
                </a:solidFill>
                <a:latin typeface="Arial"/>
                <a:ea typeface="Arial"/>
                <a:cs typeface="Arial"/>
                <a:sym typeface="Arial"/>
              </a:rPr>
              <a:t>&lt;input type="checkbox" id="subscribe"&gt; </a:t>
            </a:r>
            <a:endParaRPr b="0" i="0" sz="1000" u="none" cap="none" strike="noStrike">
              <a:solidFill>
                <a:srgbClr val="FFFFFF"/>
              </a:solidFill>
              <a:latin typeface="Arial"/>
              <a:ea typeface="Arial"/>
              <a:cs typeface="Arial"/>
              <a:sym typeface="Arial"/>
            </a:endParaRPr>
          </a:p>
          <a:p>
            <a:pPr indent="0" lvl="0" marL="0" marR="0" rtl="0" algn="l">
              <a:lnSpc>
                <a:spcPct val="100000"/>
              </a:lnSpc>
              <a:spcBef>
                <a:spcPts val="992"/>
              </a:spcBef>
              <a:spcAft>
                <a:spcPts val="0"/>
              </a:spcAft>
              <a:buNone/>
            </a:pPr>
            <a:r>
              <a:t/>
            </a:r>
            <a:endParaRPr b="0" i="0" sz="1000" u="none" cap="none" strike="noStrike">
              <a:solidFill>
                <a:srgbClr val="FFFFFF"/>
              </a:solidFill>
              <a:latin typeface="Arial"/>
              <a:ea typeface="Arial"/>
              <a:cs typeface="Arial"/>
              <a:sym typeface="Arial"/>
            </a:endParaRPr>
          </a:p>
        </p:txBody>
      </p:sp>
      <p:sp>
        <p:nvSpPr>
          <p:cNvPr id="531" name="Google Shape;531;p17"/>
          <p:cNvSpPr/>
          <p:nvPr/>
        </p:nvSpPr>
        <p:spPr>
          <a:xfrm>
            <a:off x="756360" y="4343400"/>
            <a:ext cx="6558120" cy="158148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00000"/>
              </a:lnSpc>
              <a:spcBef>
                <a:spcPts val="0"/>
              </a:spcBef>
              <a:spcAft>
                <a:spcPts val="0"/>
              </a:spcAft>
              <a:buClr>
                <a:srgbClr val="FFFFFF"/>
              </a:buClr>
              <a:buSzPts val="810"/>
              <a:buFont typeface="Noto Sans Symbols"/>
              <a:buChar char="●"/>
            </a:pPr>
            <a:r>
              <a:rPr b="1" i="0" lang="en-US" sz="1800" u="none" cap="none" strike="noStrike">
                <a:solidFill>
                  <a:srgbClr val="000000"/>
                </a:solidFill>
                <a:latin typeface="Arial"/>
                <a:ea typeface="Arial"/>
                <a:cs typeface="Arial"/>
                <a:sym typeface="Arial"/>
              </a:rPr>
              <a:t>3. Date</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0"/>
              </a:spcBef>
              <a:spcAft>
                <a:spcPts val="0"/>
              </a:spcAft>
              <a:buClr>
                <a:srgbClr val="FFFFFF"/>
              </a:buClr>
              <a:buSzPts val="810"/>
              <a:buFont typeface="Noto Sans Symbols"/>
              <a:buChar char="●"/>
            </a:pPr>
            <a:r>
              <a:rPr b="0" i="0" lang="en-US" sz="1800" u="none" cap="none" strike="noStrike">
                <a:solidFill>
                  <a:srgbClr val="000000"/>
                </a:solidFill>
                <a:latin typeface="Arial"/>
                <a:ea typeface="Arial"/>
                <a:cs typeface="Arial"/>
                <a:sym typeface="Arial"/>
              </a:rPr>
              <a:t>Allows a user to select a date using a datepicker.</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1191"/>
              </a:spcBef>
              <a:spcAft>
                <a:spcPts val="0"/>
              </a:spcAft>
              <a:buClr>
                <a:srgbClr val="FFFFFF"/>
              </a:buClr>
              <a:buSzPts val="450"/>
              <a:buFont typeface="Noto Sans Symbols"/>
              <a:buChar char="●"/>
            </a:pPr>
            <a:r>
              <a:rPr b="0" i="0" lang="en-US" sz="1000" u="none" cap="none" strike="noStrike">
                <a:solidFill>
                  <a:srgbClr val="000000"/>
                </a:solidFill>
                <a:latin typeface="Arial"/>
                <a:ea typeface="Arial"/>
                <a:cs typeface="Arial"/>
                <a:sym typeface="Arial"/>
              </a:rPr>
              <a:t>&lt;input type="date"&gt;. </a:t>
            </a:r>
            <a:endParaRPr b="0" i="0" sz="1000" u="none" cap="none" strike="noStrike">
              <a:solidFill>
                <a:srgbClr val="FFFFFF"/>
              </a:solidFill>
              <a:latin typeface="Arial"/>
              <a:ea typeface="Arial"/>
              <a:cs typeface="Arial"/>
              <a:sym typeface="Arial"/>
            </a:endParaRPr>
          </a:p>
          <a:p>
            <a:pPr indent="0" lvl="0" marL="0" marR="0" rtl="0" algn="l">
              <a:lnSpc>
                <a:spcPct val="100000"/>
              </a:lnSpc>
              <a:spcBef>
                <a:spcPts val="2183"/>
              </a:spcBef>
              <a:spcAft>
                <a:spcPts val="0"/>
              </a:spcAft>
              <a:buNone/>
            </a:pPr>
            <a:r>
              <a:t/>
            </a:r>
            <a:endParaRPr b="0" i="0" sz="1000" u="none" cap="none" strike="noStrike">
              <a:solidFill>
                <a:srgbClr val="FFFFFF"/>
              </a:solidFill>
              <a:latin typeface="Arial"/>
              <a:ea typeface="Arial"/>
              <a:cs typeface="Arial"/>
              <a:sym typeface="Arial"/>
            </a:endParaRPr>
          </a:p>
          <a:p>
            <a:pPr indent="0" lvl="0" marL="0" marR="0" rtl="0" algn="l">
              <a:lnSpc>
                <a:spcPct val="100000"/>
              </a:lnSpc>
              <a:spcBef>
                <a:spcPts val="992"/>
              </a:spcBef>
              <a:spcAft>
                <a:spcPts val="0"/>
              </a:spcAft>
              <a:buNone/>
            </a:pPr>
            <a:r>
              <a:t/>
            </a:r>
            <a:endParaRPr b="0" i="0" sz="1000" u="none" cap="none" strike="noStrike">
              <a:solidFill>
                <a:srgbClr val="FFFFFF"/>
              </a:solidFill>
              <a:latin typeface="Arial"/>
              <a:ea typeface="Arial"/>
              <a:cs typeface="Arial"/>
              <a:sym typeface="Arial"/>
            </a:endParaRPr>
          </a:p>
        </p:txBody>
      </p:sp>
      <p:sp>
        <p:nvSpPr>
          <p:cNvPr id="532" name="Google Shape;532;p17"/>
          <p:cNvSpPr/>
          <p:nvPr/>
        </p:nvSpPr>
        <p:spPr>
          <a:xfrm>
            <a:off x="756360" y="2743200"/>
            <a:ext cx="5643720" cy="154836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00000"/>
              </a:lnSpc>
              <a:spcBef>
                <a:spcPts val="0"/>
              </a:spcBef>
              <a:spcAft>
                <a:spcPts val="0"/>
              </a:spcAft>
              <a:buClr>
                <a:srgbClr val="FFFFFF"/>
              </a:buClr>
              <a:buSzPts val="810"/>
              <a:buFont typeface="Noto Sans Symbols"/>
              <a:buChar char="●"/>
            </a:pPr>
            <a:r>
              <a:rPr b="1" i="0" lang="en-US" sz="1800" u="none" cap="none" strike="noStrike">
                <a:solidFill>
                  <a:srgbClr val="000000"/>
                </a:solidFill>
                <a:latin typeface="Arial"/>
                <a:ea typeface="Arial"/>
                <a:cs typeface="Arial"/>
                <a:sym typeface="Arial"/>
              </a:rPr>
              <a:t>2. Radio</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0"/>
              </a:spcBef>
              <a:spcAft>
                <a:spcPts val="0"/>
              </a:spcAft>
              <a:buClr>
                <a:srgbClr val="FFFFFF"/>
              </a:buClr>
              <a:buSzPts val="810"/>
              <a:buFont typeface="Noto Sans Symbols"/>
              <a:buChar char="●"/>
            </a:pPr>
            <a:r>
              <a:rPr b="0" i="0" lang="en-US" sz="1800" u="none" cap="none" strike="noStrike">
                <a:solidFill>
                  <a:srgbClr val="000000"/>
                </a:solidFill>
                <a:latin typeface="Arial"/>
                <a:ea typeface="Arial"/>
                <a:cs typeface="Arial"/>
                <a:sym typeface="Arial"/>
              </a:rPr>
              <a:t>Allows selecting one option from a group of options. Multiple radio buttons that form part of the same group will have the same name value.</a:t>
            </a:r>
            <a:endParaRPr b="0" i="0" sz="1800" u="none" cap="none" strike="noStrike">
              <a:solidFill>
                <a:srgbClr val="FFFFFF"/>
              </a:solidFill>
              <a:latin typeface="Arial"/>
              <a:ea typeface="Arial"/>
              <a:cs typeface="Arial"/>
              <a:sym typeface="Arial"/>
            </a:endParaRPr>
          </a:p>
          <a:p>
            <a:pPr indent="-216000" lvl="0" marL="216000" marR="0" rtl="0" algn="l">
              <a:lnSpc>
                <a:spcPct val="100000"/>
              </a:lnSpc>
              <a:spcBef>
                <a:spcPts val="1191"/>
              </a:spcBef>
              <a:spcAft>
                <a:spcPts val="0"/>
              </a:spcAft>
              <a:buClr>
                <a:srgbClr val="FFFFFF"/>
              </a:buClr>
              <a:buSzPts val="450"/>
              <a:buFont typeface="Noto Sans Symbols"/>
              <a:buChar char="●"/>
            </a:pPr>
            <a:r>
              <a:rPr b="0" i="0" lang="en-US" sz="1000" u="none" cap="none" strike="noStrike">
                <a:solidFill>
                  <a:srgbClr val="000000"/>
                </a:solidFill>
                <a:latin typeface="Arial"/>
                <a:ea typeface="Arial"/>
                <a:cs typeface="Arial"/>
                <a:sym typeface="Arial"/>
              </a:rPr>
              <a:t>&lt;input type="radio" name="gender" value="male"&gt;                                                                     &lt;input type="radio" name="gender" value="female"&gt; </a:t>
            </a:r>
            <a:endParaRPr b="0" i="0" sz="1000" u="none" cap="none" strike="noStrike">
              <a:solidFill>
                <a:srgbClr val="FFFFFF"/>
              </a:solidFill>
              <a:latin typeface="Arial"/>
              <a:ea typeface="Arial"/>
              <a:cs typeface="Arial"/>
              <a:sym typeface="Arial"/>
            </a:endParaRPr>
          </a:p>
        </p:txBody>
      </p:sp>
      <p:sp>
        <p:nvSpPr>
          <p:cNvPr id="533" name="Google Shape;533;p17"/>
          <p:cNvSpPr/>
          <p:nvPr/>
        </p:nvSpPr>
        <p:spPr>
          <a:xfrm>
            <a:off x="1264680" y="6400800"/>
            <a:ext cx="6278400" cy="3459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US" sz="1800" u="none" cap="none" strike="noStrike">
                <a:solidFill>
                  <a:srgbClr val="FFFFFF"/>
                </a:solidFill>
                <a:latin typeface="Arial"/>
                <a:ea typeface="Arial"/>
                <a:cs typeface="Arial"/>
                <a:sym typeface="Arial"/>
              </a:rPr>
              <a:t>https://www.w3schools.com/html/html_form_input_types.asp</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18"/>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HTML Tables</a:t>
            </a:r>
            <a:endParaRPr b="0" sz="4200" u="none" strike="noStrike">
              <a:solidFill>
                <a:srgbClr val="FFFFFF"/>
              </a:solidFill>
              <a:latin typeface="Arial"/>
              <a:ea typeface="Arial"/>
              <a:cs typeface="Arial"/>
              <a:sym typeface="Arial"/>
            </a:endParaRPr>
          </a:p>
        </p:txBody>
      </p:sp>
      <p:sp>
        <p:nvSpPr>
          <p:cNvPr id="540" name="Google Shape;540;p18"/>
          <p:cNvSpPr txBox="1"/>
          <p:nvPr>
            <p:ph idx="1" type="body"/>
          </p:nvPr>
        </p:nvSpPr>
        <p:spPr>
          <a:xfrm>
            <a:off x="783360" y="1060920"/>
            <a:ext cx="6710400" cy="419436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550"/>
              <a:buFont typeface="Arial"/>
              <a:buNone/>
            </a:pPr>
            <a:r>
              <a:rPr b="0" i="0" lang="en-US" sz="1550" u="none" cap="none" strike="noStrike">
                <a:solidFill>
                  <a:schemeClr val="dk1"/>
                </a:solidFill>
                <a:latin typeface="Arial"/>
                <a:ea typeface="Arial"/>
                <a:cs typeface="Arial"/>
                <a:sym typeface="Arial"/>
              </a:rPr>
              <a:t>HTML tables are used to display data in a grid format.</a:t>
            </a:r>
            <a:endParaRPr b="0" i="0" sz="1550" u="none" cap="none" strike="noStrike">
              <a:solidFill>
                <a:srgbClr val="FFFFFF"/>
              </a:solidFill>
              <a:latin typeface="Arial"/>
              <a:ea typeface="Arial"/>
              <a:cs typeface="Arial"/>
              <a:sym typeface="Arial"/>
            </a:endParaRPr>
          </a:p>
          <a:p>
            <a:pPr indent="-326880" lvl="0" marL="457200" marR="0" rtl="0" algn="l">
              <a:lnSpc>
                <a:spcPct val="115000"/>
              </a:lnSpc>
              <a:spcBef>
                <a:spcPts val="1199"/>
              </a:spcBef>
              <a:spcAft>
                <a:spcPts val="0"/>
              </a:spcAft>
              <a:buClr>
                <a:srgbClr val="000000"/>
              </a:buClr>
              <a:buSzPts val="1550"/>
              <a:buFont typeface="Arial"/>
              <a:buChar char="●"/>
            </a:pPr>
            <a:r>
              <a:rPr b="1" i="0" lang="en-US" sz="1550" u="none" cap="none" strike="noStrike">
                <a:solidFill>
                  <a:srgbClr val="188038"/>
                </a:solidFill>
                <a:latin typeface="Roboto Mono"/>
                <a:ea typeface="Roboto Mono"/>
                <a:cs typeface="Roboto Mono"/>
                <a:sym typeface="Roboto Mono"/>
              </a:rPr>
              <a:t>&lt;table&gt;</a:t>
            </a:r>
            <a:r>
              <a:rPr b="0" i="0" lang="en-US" sz="1550" u="none" cap="none" strike="noStrike">
                <a:solidFill>
                  <a:schemeClr val="dk1"/>
                </a:solidFill>
                <a:latin typeface="Arial"/>
                <a:ea typeface="Arial"/>
                <a:cs typeface="Arial"/>
                <a:sym typeface="Arial"/>
              </a:rPr>
              <a:t>: Defines the table.</a:t>
            </a:r>
            <a:endParaRPr b="0" i="0" sz="1550" u="none" cap="none" strike="noStrike">
              <a:solidFill>
                <a:srgbClr val="FFFFFF"/>
              </a:solidFill>
              <a:latin typeface="Arial"/>
              <a:ea typeface="Arial"/>
              <a:cs typeface="Arial"/>
              <a:sym typeface="Arial"/>
            </a:endParaRPr>
          </a:p>
          <a:p>
            <a:pPr indent="-326880" lvl="0" marL="457200" marR="0" rtl="0" algn="l">
              <a:lnSpc>
                <a:spcPct val="115000"/>
              </a:lnSpc>
              <a:spcBef>
                <a:spcPts val="0"/>
              </a:spcBef>
              <a:spcAft>
                <a:spcPts val="0"/>
              </a:spcAft>
              <a:buClr>
                <a:srgbClr val="000000"/>
              </a:buClr>
              <a:buSzPts val="1550"/>
              <a:buFont typeface="Arial"/>
              <a:buChar char="●"/>
            </a:pPr>
            <a:r>
              <a:rPr b="1" i="0" lang="en-US" sz="1550" u="none" cap="none" strike="noStrike">
                <a:solidFill>
                  <a:srgbClr val="188038"/>
                </a:solidFill>
                <a:latin typeface="Roboto Mono"/>
                <a:ea typeface="Roboto Mono"/>
                <a:cs typeface="Roboto Mono"/>
                <a:sym typeface="Roboto Mono"/>
              </a:rPr>
              <a:t>&lt;tr&gt;</a:t>
            </a:r>
            <a:r>
              <a:rPr b="0" i="0" lang="en-US" sz="1550" u="none" cap="none" strike="noStrike">
                <a:solidFill>
                  <a:schemeClr val="dk1"/>
                </a:solidFill>
                <a:latin typeface="Arial"/>
                <a:ea typeface="Arial"/>
                <a:cs typeface="Arial"/>
                <a:sym typeface="Arial"/>
              </a:rPr>
              <a:t>: Table row.</a:t>
            </a:r>
            <a:endParaRPr b="0" i="0" sz="1550" u="none" cap="none" strike="noStrike">
              <a:solidFill>
                <a:srgbClr val="FFFFFF"/>
              </a:solidFill>
              <a:latin typeface="Arial"/>
              <a:ea typeface="Arial"/>
              <a:cs typeface="Arial"/>
              <a:sym typeface="Arial"/>
            </a:endParaRPr>
          </a:p>
          <a:p>
            <a:pPr indent="-326880" lvl="0" marL="457200" marR="0" rtl="0" algn="l">
              <a:lnSpc>
                <a:spcPct val="115000"/>
              </a:lnSpc>
              <a:spcBef>
                <a:spcPts val="0"/>
              </a:spcBef>
              <a:spcAft>
                <a:spcPts val="0"/>
              </a:spcAft>
              <a:buClr>
                <a:srgbClr val="000000"/>
              </a:buClr>
              <a:buSzPts val="1550"/>
              <a:buFont typeface="Arial"/>
              <a:buChar char="●"/>
            </a:pPr>
            <a:r>
              <a:rPr b="1" i="0" lang="en-US" sz="1550" u="none" cap="none" strike="noStrike">
                <a:solidFill>
                  <a:srgbClr val="188038"/>
                </a:solidFill>
                <a:latin typeface="Roboto Mono"/>
                <a:ea typeface="Roboto Mono"/>
                <a:cs typeface="Roboto Mono"/>
                <a:sym typeface="Roboto Mono"/>
              </a:rPr>
              <a:t>&lt;td&gt;</a:t>
            </a:r>
            <a:r>
              <a:rPr b="0" i="0" lang="en-US" sz="1550" u="none" cap="none" strike="noStrike">
                <a:solidFill>
                  <a:schemeClr val="dk1"/>
                </a:solidFill>
                <a:latin typeface="Arial"/>
                <a:ea typeface="Arial"/>
                <a:cs typeface="Arial"/>
                <a:sym typeface="Arial"/>
              </a:rPr>
              <a:t>: Table data (cell).</a:t>
            </a:r>
            <a:endParaRPr b="0" i="0" sz="1550" u="none" cap="none" strike="noStrike">
              <a:solidFill>
                <a:srgbClr val="FFFFFF"/>
              </a:solidFill>
              <a:latin typeface="Arial"/>
              <a:ea typeface="Arial"/>
              <a:cs typeface="Arial"/>
              <a:sym typeface="Arial"/>
            </a:endParaRPr>
          </a:p>
          <a:p>
            <a:pPr indent="-326880" lvl="0" marL="457200" marR="0" rtl="0" algn="l">
              <a:lnSpc>
                <a:spcPct val="115000"/>
              </a:lnSpc>
              <a:spcBef>
                <a:spcPts val="0"/>
              </a:spcBef>
              <a:spcAft>
                <a:spcPts val="0"/>
              </a:spcAft>
              <a:buClr>
                <a:srgbClr val="000000"/>
              </a:buClr>
              <a:buSzPts val="1550"/>
              <a:buFont typeface="Arial"/>
              <a:buChar char="●"/>
            </a:pPr>
            <a:r>
              <a:rPr b="1" i="0" lang="en-US" sz="1550" u="none" cap="none" strike="noStrike">
                <a:solidFill>
                  <a:srgbClr val="188038"/>
                </a:solidFill>
                <a:latin typeface="Roboto Mono"/>
                <a:ea typeface="Roboto Mono"/>
                <a:cs typeface="Roboto Mono"/>
                <a:sym typeface="Roboto Mono"/>
              </a:rPr>
              <a:t>&lt;th&gt;</a:t>
            </a:r>
            <a:r>
              <a:rPr b="0" i="0" lang="en-US" sz="1550" u="none" cap="none" strike="noStrike">
                <a:solidFill>
                  <a:schemeClr val="dk1"/>
                </a:solidFill>
                <a:latin typeface="Arial"/>
                <a:ea typeface="Arial"/>
                <a:cs typeface="Arial"/>
                <a:sym typeface="Arial"/>
              </a:rPr>
              <a:t>: Table header. </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Clr>
                <a:srgbClr val="188038"/>
              </a:buClr>
              <a:buSzPts val="1550"/>
              <a:buFont typeface="Roboto Mono"/>
              <a:buNone/>
            </a:pPr>
            <a:r>
              <a:rPr b="0" i="0" lang="en-US" sz="1550" u="none" cap="none" strike="noStrike">
                <a:solidFill>
                  <a:srgbClr val="188038"/>
                </a:solidFill>
                <a:latin typeface="Roboto Mono"/>
                <a:ea typeface="Roboto Mono"/>
                <a:cs typeface="Roboto Mono"/>
                <a:sym typeface="Roboto Mono"/>
              </a:rPr>
              <a:t>&lt;table&gt;</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550"/>
              <a:buFont typeface="Roboto Mono"/>
              <a:buNone/>
            </a:pPr>
            <a:r>
              <a:rPr b="0" i="0" lang="en-US" sz="1550" u="none" cap="none" strike="noStrike">
                <a:solidFill>
                  <a:srgbClr val="188038"/>
                </a:solidFill>
                <a:latin typeface="Roboto Mono"/>
                <a:ea typeface="Roboto Mono"/>
                <a:cs typeface="Roboto Mono"/>
                <a:sym typeface="Roboto Mono"/>
              </a:rPr>
              <a:t>  &lt;tr&gt;</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550"/>
              <a:buFont typeface="Roboto Mono"/>
              <a:buNone/>
            </a:pPr>
            <a:r>
              <a:rPr b="0" i="0" lang="en-US" sz="1550" u="none" cap="none" strike="noStrike">
                <a:solidFill>
                  <a:srgbClr val="188038"/>
                </a:solidFill>
                <a:latin typeface="Roboto Mono"/>
                <a:ea typeface="Roboto Mono"/>
                <a:cs typeface="Roboto Mono"/>
                <a:sym typeface="Roboto Mono"/>
              </a:rPr>
              <a:t>    &lt;th&gt;Name&lt;/th&gt;</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550"/>
              <a:buFont typeface="Roboto Mono"/>
              <a:buNone/>
            </a:pPr>
            <a:r>
              <a:rPr b="0" i="0" lang="en-US" sz="1550" u="none" cap="none" strike="noStrike">
                <a:solidFill>
                  <a:srgbClr val="188038"/>
                </a:solidFill>
                <a:latin typeface="Roboto Mono"/>
                <a:ea typeface="Roboto Mono"/>
                <a:cs typeface="Roboto Mono"/>
                <a:sym typeface="Roboto Mono"/>
              </a:rPr>
              <a:t>    &lt;th&gt;Age&lt;/th&gt;</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550"/>
              <a:buFont typeface="Roboto Mono"/>
              <a:buNone/>
            </a:pPr>
            <a:r>
              <a:rPr b="0" i="0" lang="en-US" sz="1550" u="none" cap="none" strike="noStrike">
                <a:solidFill>
                  <a:srgbClr val="188038"/>
                </a:solidFill>
                <a:latin typeface="Roboto Mono"/>
                <a:ea typeface="Roboto Mono"/>
                <a:cs typeface="Roboto Mono"/>
                <a:sym typeface="Roboto Mono"/>
              </a:rPr>
              <a:t>  &lt;/tr&gt;</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550"/>
              <a:buFont typeface="Roboto Mono"/>
              <a:buNone/>
            </a:pPr>
            <a:r>
              <a:rPr b="0" i="0" lang="en-US" sz="1550" u="none" cap="none" strike="noStrike">
                <a:solidFill>
                  <a:srgbClr val="188038"/>
                </a:solidFill>
                <a:latin typeface="Roboto Mono"/>
                <a:ea typeface="Roboto Mono"/>
                <a:cs typeface="Roboto Mono"/>
                <a:sym typeface="Roboto Mono"/>
              </a:rPr>
              <a:t>  &lt;tr&gt;</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550"/>
              <a:buFont typeface="Roboto Mono"/>
              <a:buNone/>
            </a:pPr>
            <a:r>
              <a:rPr b="0" i="0" lang="en-US" sz="1550" u="none" cap="none" strike="noStrike">
                <a:solidFill>
                  <a:srgbClr val="188038"/>
                </a:solidFill>
                <a:latin typeface="Roboto Mono"/>
                <a:ea typeface="Roboto Mono"/>
                <a:cs typeface="Roboto Mono"/>
                <a:sym typeface="Roboto Mono"/>
              </a:rPr>
              <a:t>    &lt;td&gt;John&lt;/td&gt;</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550"/>
              <a:buFont typeface="Roboto Mono"/>
              <a:buNone/>
            </a:pPr>
            <a:r>
              <a:rPr b="0" i="0" lang="en-US" sz="1550" u="none" cap="none" strike="noStrike">
                <a:solidFill>
                  <a:srgbClr val="188038"/>
                </a:solidFill>
                <a:latin typeface="Roboto Mono"/>
                <a:ea typeface="Roboto Mono"/>
                <a:cs typeface="Roboto Mono"/>
                <a:sym typeface="Roboto Mono"/>
              </a:rPr>
              <a:t>    &lt;td&gt;30&lt;/td&gt;</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550"/>
              <a:buFont typeface="Roboto Mono"/>
              <a:buNone/>
            </a:pPr>
            <a:r>
              <a:rPr b="0" i="0" lang="en-US" sz="1550" u="none" cap="none" strike="noStrike">
                <a:solidFill>
                  <a:srgbClr val="188038"/>
                </a:solidFill>
                <a:latin typeface="Roboto Mono"/>
                <a:ea typeface="Roboto Mono"/>
                <a:cs typeface="Roboto Mono"/>
                <a:sym typeface="Roboto Mono"/>
              </a:rPr>
              <a:t>  &lt;/tr&gt;</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rgbClr val="188038"/>
              </a:buClr>
              <a:buSzPts val="1550"/>
              <a:buFont typeface="Roboto Mono"/>
              <a:buNone/>
            </a:pPr>
            <a:r>
              <a:rPr b="0" i="0" lang="en-US" sz="1550" u="none" cap="none" strike="noStrike">
                <a:solidFill>
                  <a:srgbClr val="188038"/>
                </a:solidFill>
                <a:latin typeface="Roboto Mono"/>
                <a:ea typeface="Roboto Mono"/>
                <a:cs typeface="Roboto Mono"/>
                <a:sym typeface="Roboto Mono"/>
              </a:rPr>
              <a:t>&lt;/table&gt;</a:t>
            </a:r>
            <a:endParaRPr b="0" i="0" sz="155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SzPts val="1550"/>
              <a:buFont typeface="Arial"/>
              <a:buNone/>
            </a:pPr>
            <a:r>
              <a:t/>
            </a:r>
            <a:endParaRPr b="0" i="0" sz="155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SzPts val="1550"/>
              <a:buFont typeface="Arial"/>
              <a:buNone/>
            </a:pPr>
            <a:r>
              <a:t/>
            </a:r>
            <a:endParaRPr b="0" i="0" sz="1550" u="none" cap="none" strike="noStrike">
              <a:solidFill>
                <a:srgbClr val="FFFFFF"/>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19"/>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HTML Comment Tags</a:t>
            </a:r>
            <a:endParaRPr b="0" sz="4200" u="none" strike="noStrike">
              <a:solidFill>
                <a:srgbClr val="FFFFFF"/>
              </a:solidFill>
              <a:latin typeface="Arial"/>
              <a:ea typeface="Arial"/>
              <a:cs typeface="Arial"/>
              <a:sym typeface="Arial"/>
            </a:endParaRPr>
          </a:p>
        </p:txBody>
      </p:sp>
      <p:sp>
        <p:nvSpPr>
          <p:cNvPr id="546" name="Google Shape;546;p19"/>
          <p:cNvSpPr txBox="1"/>
          <p:nvPr>
            <p:ph idx="1" type="body"/>
          </p:nvPr>
        </p:nvSpPr>
        <p:spPr>
          <a:xfrm>
            <a:off x="827640" y="2053080"/>
            <a:ext cx="6710400" cy="381348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&lt;!DOCTYPE html&gt;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&lt;html&gt;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&lt;body style="background-color : powderblue;"&gt;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000"/>
              <a:buFont typeface="Arial"/>
              <a:buNone/>
            </a:pPr>
            <a:r>
              <a:rPr b="1" i="1" lang="en-US" sz="2000" u="none" cap="none" strike="noStrike">
                <a:solidFill>
                  <a:schemeClr val="dk1"/>
                </a:solidFill>
                <a:latin typeface="Arial"/>
                <a:ea typeface="Arial"/>
                <a:cs typeface="Arial"/>
                <a:sym typeface="Arial"/>
              </a:rPr>
              <a:t>&lt;!-- Write your comments here --&gt;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&lt;h1 style="text-align:center;"&gt;Centered Heading&lt;/h1&gt;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&lt;p style="text-align:center;"&gt;Centered paragraph.&lt;/p&gt;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&lt;/body&gt;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&lt;/html&gt;</a:t>
            </a:r>
            <a:endParaRPr b="0" i="0" sz="2000" u="none" cap="none" strike="noStrike">
              <a:solidFill>
                <a:srgbClr val="FFFFFF"/>
              </a:solidFill>
              <a:latin typeface="Arial"/>
              <a:ea typeface="Arial"/>
              <a:cs typeface="Arial"/>
              <a:sym typeface="Arial"/>
            </a:endParaRPr>
          </a:p>
          <a:p>
            <a:pPr indent="-241200" lvl="0" marL="343080" marR="0" rtl="0" algn="l">
              <a:lnSpc>
                <a:spcPct val="100000"/>
              </a:lnSpc>
              <a:spcBef>
                <a:spcPts val="1001"/>
              </a:spcBef>
              <a:spcAft>
                <a:spcPts val="0"/>
              </a:spcAft>
              <a:buSzPts val="2000"/>
              <a:buFont typeface="Arial"/>
              <a:buNone/>
            </a:pPr>
            <a:r>
              <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0"/>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HTML Document - list</a:t>
            </a:r>
            <a:endParaRPr b="0" sz="4200" u="none" strike="noStrike">
              <a:solidFill>
                <a:srgbClr val="FFFFFF"/>
              </a:solidFill>
              <a:latin typeface="Arial"/>
              <a:ea typeface="Arial"/>
              <a:cs typeface="Arial"/>
              <a:sym typeface="Arial"/>
            </a:endParaRPr>
          </a:p>
        </p:txBody>
      </p:sp>
      <p:sp>
        <p:nvSpPr>
          <p:cNvPr id="552" name="Google Shape;552;p20"/>
          <p:cNvSpPr txBox="1"/>
          <p:nvPr>
            <p:ph idx="1" type="body"/>
          </p:nvPr>
        </p:nvSpPr>
        <p:spPr>
          <a:xfrm>
            <a:off x="827640" y="2053080"/>
            <a:ext cx="3209760" cy="3813480"/>
          </a:xfrm>
          <a:prstGeom prst="rect">
            <a:avLst/>
          </a:prstGeom>
          <a:noFill/>
          <a:ln>
            <a:noFill/>
          </a:ln>
        </p:spPr>
        <p:txBody>
          <a:bodyPr anchorCtr="0" anchor="t" bIns="45700" lIns="91425" spcFirstLastPara="1" rIns="91425" wrap="square" tIns="45700">
            <a:noAutofit/>
          </a:bodyPr>
          <a:lstStyle/>
          <a:p>
            <a:pPr indent="-343080" lvl="0" marL="343080" marR="0" rtl="0" algn="l">
              <a:lnSpc>
                <a:spcPct val="100000"/>
              </a:lnSpc>
              <a:spcBef>
                <a:spcPts val="0"/>
              </a:spcBef>
              <a:spcAft>
                <a:spcPts val="0"/>
              </a:spcAft>
              <a:buClr>
                <a:srgbClr val="EFF8FC"/>
              </a:buClr>
              <a:buSzPts val="2800"/>
              <a:buFont typeface="Noto Sans Symbols"/>
              <a:buChar char="►"/>
            </a:pPr>
            <a:r>
              <a:rPr b="1" i="0" lang="en-US" sz="2800" u="none" cap="none" strike="noStrike">
                <a:solidFill>
                  <a:schemeClr val="dk1"/>
                </a:solidFill>
                <a:latin typeface="Arial"/>
                <a:ea typeface="Arial"/>
                <a:cs typeface="Arial"/>
                <a:sym typeface="Arial"/>
              </a:rPr>
              <a:t>Ordered List</a:t>
            </a:r>
            <a:endParaRPr b="0" i="0" sz="2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800"/>
              <a:buFont typeface="Arial"/>
              <a:buNone/>
            </a:pPr>
            <a:r>
              <a:rPr b="0" i="1" lang="en-US" sz="2800" u="none" cap="none" strike="noStrike">
                <a:solidFill>
                  <a:schemeClr val="dk1"/>
                </a:solidFill>
                <a:latin typeface="Arial"/>
                <a:ea typeface="Arial"/>
                <a:cs typeface="Arial"/>
                <a:sym typeface="Arial"/>
              </a:rPr>
              <a:t>&lt;ol&gt;</a:t>
            </a:r>
            <a:endParaRPr b="0" i="0" sz="2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800"/>
              <a:buFont typeface="Arial"/>
              <a:buNone/>
            </a:pPr>
            <a:r>
              <a:rPr b="0" i="1" lang="en-US" sz="2800" u="none" cap="none" strike="noStrike">
                <a:solidFill>
                  <a:schemeClr val="dk1"/>
                </a:solidFill>
                <a:latin typeface="Arial"/>
                <a:ea typeface="Arial"/>
                <a:cs typeface="Arial"/>
                <a:sym typeface="Arial"/>
              </a:rPr>
              <a:t> &lt;li&gt;Coffee&lt;/li&gt;</a:t>
            </a:r>
            <a:endParaRPr b="0" i="0" sz="2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800"/>
              <a:buFont typeface="Arial"/>
              <a:buNone/>
            </a:pPr>
            <a:r>
              <a:rPr b="0" i="1" lang="en-US" sz="2800" u="none" cap="none" strike="noStrike">
                <a:solidFill>
                  <a:schemeClr val="dk1"/>
                </a:solidFill>
                <a:latin typeface="Arial"/>
                <a:ea typeface="Arial"/>
                <a:cs typeface="Arial"/>
                <a:sym typeface="Arial"/>
              </a:rPr>
              <a:t> &lt;li&gt;Tea&lt;/li&gt;</a:t>
            </a:r>
            <a:endParaRPr b="0" i="0" sz="2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800"/>
              <a:buFont typeface="Arial"/>
              <a:buNone/>
            </a:pPr>
            <a:r>
              <a:rPr b="0" i="1" lang="en-US" sz="2800" u="none" cap="none" strike="noStrike">
                <a:solidFill>
                  <a:schemeClr val="dk1"/>
                </a:solidFill>
                <a:latin typeface="Arial"/>
                <a:ea typeface="Arial"/>
                <a:cs typeface="Arial"/>
                <a:sym typeface="Arial"/>
              </a:rPr>
              <a:t> &lt;li&gt;Milk&lt;/li&gt;</a:t>
            </a:r>
            <a:endParaRPr b="0" i="0" sz="2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Clr>
                <a:schemeClr val="dk1"/>
              </a:buClr>
              <a:buSzPts val="2800"/>
              <a:buFont typeface="Arial"/>
              <a:buNone/>
            </a:pPr>
            <a:r>
              <a:rPr b="0" i="1" lang="en-US" sz="2800" u="none" cap="none" strike="noStrike">
                <a:solidFill>
                  <a:schemeClr val="dk1"/>
                </a:solidFill>
                <a:latin typeface="Arial"/>
                <a:ea typeface="Arial"/>
                <a:cs typeface="Arial"/>
                <a:sym typeface="Arial"/>
              </a:rPr>
              <a:t>&lt;/ol&gt;</a:t>
            </a:r>
            <a:endParaRPr b="0" i="0" sz="2800" u="none" cap="none" strike="noStrike">
              <a:solidFill>
                <a:srgbClr val="FFFFFF"/>
              </a:solidFill>
              <a:latin typeface="Arial"/>
              <a:ea typeface="Arial"/>
              <a:cs typeface="Arial"/>
              <a:sym typeface="Arial"/>
            </a:endParaRPr>
          </a:p>
        </p:txBody>
      </p:sp>
      <p:sp>
        <p:nvSpPr>
          <p:cNvPr id="553" name="Google Shape;553;p20"/>
          <p:cNvSpPr/>
          <p:nvPr/>
        </p:nvSpPr>
        <p:spPr>
          <a:xfrm>
            <a:off x="4724280" y="2053080"/>
            <a:ext cx="3999600" cy="327996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EFF8FC"/>
              </a:buClr>
              <a:buSzPts val="2800"/>
              <a:buFont typeface="Noto Sans Symbols"/>
              <a:buChar char="►"/>
            </a:pPr>
            <a:r>
              <a:rPr b="1" i="0" lang="en-US" sz="2800" u="none" cap="none" strike="noStrike">
                <a:solidFill>
                  <a:schemeClr val="dk1"/>
                </a:solidFill>
                <a:latin typeface="Arial"/>
                <a:ea typeface="Arial"/>
                <a:cs typeface="Arial"/>
                <a:sym typeface="Arial"/>
              </a:rPr>
              <a:t>Unordered List</a:t>
            </a:r>
            <a:endParaRPr b="0" i="0" sz="2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None/>
            </a:pPr>
            <a:r>
              <a:rPr b="0" i="1" lang="en-US" sz="2800" u="none" cap="none" strike="noStrike">
                <a:solidFill>
                  <a:schemeClr val="dk1"/>
                </a:solidFill>
                <a:latin typeface="Arial"/>
                <a:ea typeface="Arial"/>
                <a:cs typeface="Arial"/>
                <a:sym typeface="Arial"/>
              </a:rPr>
              <a:t>&lt;ul&gt;</a:t>
            </a:r>
            <a:endParaRPr b="0" i="0" sz="2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None/>
            </a:pPr>
            <a:r>
              <a:rPr b="0" i="1" lang="en-US" sz="2800" u="none" cap="none" strike="noStrike">
                <a:solidFill>
                  <a:schemeClr val="dk1"/>
                </a:solidFill>
                <a:latin typeface="Arial"/>
                <a:ea typeface="Arial"/>
                <a:cs typeface="Arial"/>
                <a:sym typeface="Arial"/>
              </a:rPr>
              <a:t> &lt;li&gt;Coffee&lt;/li&gt;</a:t>
            </a:r>
            <a:endParaRPr b="0" i="0" sz="2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None/>
            </a:pPr>
            <a:r>
              <a:rPr b="0" i="1" lang="en-US" sz="2800" u="none" cap="none" strike="noStrike">
                <a:solidFill>
                  <a:schemeClr val="dk1"/>
                </a:solidFill>
                <a:latin typeface="Arial"/>
                <a:ea typeface="Arial"/>
                <a:cs typeface="Arial"/>
                <a:sym typeface="Arial"/>
              </a:rPr>
              <a:t> &lt;li&gt;Tea&lt;/li&gt;</a:t>
            </a:r>
            <a:endParaRPr b="0" i="0" sz="2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None/>
            </a:pPr>
            <a:r>
              <a:rPr b="0" i="1" lang="en-US" sz="2800" u="none" cap="none" strike="noStrike">
                <a:solidFill>
                  <a:schemeClr val="dk1"/>
                </a:solidFill>
                <a:latin typeface="Arial"/>
                <a:ea typeface="Arial"/>
                <a:cs typeface="Arial"/>
                <a:sym typeface="Arial"/>
              </a:rPr>
              <a:t> &lt;li&gt;Milk&lt;/li&gt;</a:t>
            </a:r>
            <a:endParaRPr b="0" i="0" sz="2800" u="none" cap="none" strike="noStrike">
              <a:solidFill>
                <a:srgbClr val="FFFFFF"/>
              </a:solidFill>
              <a:latin typeface="Arial"/>
              <a:ea typeface="Arial"/>
              <a:cs typeface="Arial"/>
              <a:sym typeface="Arial"/>
            </a:endParaRPr>
          </a:p>
          <a:p>
            <a:pPr indent="0" lvl="0" marL="0" marR="0" rtl="0" algn="l">
              <a:lnSpc>
                <a:spcPct val="100000"/>
              </a:lnSpc>
              <a:spcBef>
                <a:spcPts val="1001"/>
              </a:spcBef>
              <a:spcAft>
                <a:spcPts val="0"/>
              </a:spcAft>
              <a:buNone/>
            </a:pPr>
            <a:r>
              <a:rPr b="0" i="1" lang="en-US" sz="2800" u="none" cap="none" strike="noStrike">
                <a:solidFill>
                  <a:schemeClr val="dk1"/>
                </a:solidFill>
                <a:latin typeface="Arial"/>
                <a:ea typeface="Arial"/>
                <a:cs typeface="Arial"/>
                <a:sym typeface="Arial"/>
              </a:rPr>
              <a:t>&lt;/ul&gt;</a:t>
            </a:r>
            <a:endParaRPr b="0" i="0" sz="2800" u="none" cap="none" strike="noStrike">
              <a:solidFill>
                <a:srgbClr val="FFFFFF"/>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21"/>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HTML5 Features</a:t>
            </a:r>
            <a:endParaRPr b="0" sz="4200" u="none" strike="noStrike">
              <a:solidFill>
                <a:srgbClr val="FFFFFF"/>
              </a:solidFill>
              <a:latin typeface="Arial"/>
              <a:ea typeface="Arial"/>
              <a:cs typeface="Arial"/>
              <a:sym typeface="Arial"/>
            </a:endParaRPr>
          </a:p>
        </p:txBody>
      </p:sp>
      <p:sp>
        <p:nvSpPr>
          <p:cNvPr id="560" name="Google Shape;560;p21"/>
          <p:cNvSpPr txBox="1"/>
          <p:nvPr>
            <p:ph idx="1" type="body"/>
          </p:nvPr>
        </p:nvSpPr>
        <p:spPr>
          <a:xfrm>
            <a:off x="827640" y="2053080"/>
            <a:ext cx="6710400" cy="419436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HTML5 introduced new features for better web experiences:</a:t>
            </a:r>
            <a:endParaRPr b="0" i="0" sz="2200" u="none" cap="none" strike="noStrike">
              <a:solidFill>
                <a:srgbClr val="FFFFFF"/>
              </a:solidFill>
              <a:latin typeface="Arial"/>
              <a:ea typeface="Arial"/>
              <a:cs typeface="Arial"/>
              <a:sym typeface="Arial"/>
            </a:endParaRPr>
          </a:p>
          <a:p>
            <a:pPr indent="-368280" lvl="0" marL="457200" marR="0" rtl="0" algn="l">
              <a:lnSpc>
                <a:spcPct val="115000"/>
              </a:lnSpc>
              <a:spcBef>
                <a:spcPts val="1199"/>
              </a:spcBef>
              <a:spcAft>
                <a:spcPts val="0"/>
              </a:spcAft>
              <a:buClr>
                <a:srgbClr val="000000"/>
              </a:buClr>
              <a:buSzPts val="2200"/>
              <a:buFont typeface="Arial"/>
              <a:buAutoNum type="arabicPeriod"/>
            </a:pPr>
            <a:r>
              <a:rPr b="1" i="0" lang="en-US" sz="2200" u="none" cap="none" strike="noStrike">
                <a:solidFill>
                  <a:srgbClr val="188038"/>
                </a:solidFill>
                <a:latin typeface="Roboto Mono"/>
                <a:ea typeface="Roboto Mono"/>
                <a:cs typeface="Roboto Mono"/>
                <a:sym typeface="Roboto Mono"/>
              </a:rPr>
              <a:t>&lt;article&gt;</a:t>
            </a:r>
            <a:r>
              <a:rPr b="0" i="0" lang="en-US" sz="2200" u="none" cap="none" strike="noStrike">
                <a:solidFill>
                  <a:schemeClr val="dk1"/>
                </a:solidFill>
                <a:latin typeface="Arial"/>
                <a:ea typeface="Arial"/>
                <a:cs typeface="Arial"/>
                <a:sym typeface="Arial"/>
              </a:rPr>
              <a:t>: Represents a self-contained piece of content.</a:t>
            </a:r>
            <a:endParaRPr b="0" i="0" sz="2200" u="none" cap="none" strike="noStrike">
              <a:solidFill>
                <a:srgbClr val="FFFFFF"/>
              </a:solidFill>
              <a:latin typeface="Arial"/>
              <a:ea typeface="Arial"/>
              <a:cs typeface="Arial"/>
              <a:sym typeface="Arial"/>
            </a:endParaRPr>
          </a:p>
          <a:p>
            <a:pPr indent="-368280" lvl="0" marL="457200" marR="0" rtl="0" algn="l">
              <a:lnSpc>
                <a:spcPct val="115000"/>
              </a:lnSpc>
              <a:spcBef>
                <a:spcPts val="0"/>
              </a:spcBef>
              <a:spcAft>
                <a:spcPts val="0"/>
              </a:spcAft>
              <a:buClr>
                <a:srgbClr val="000000"/>
              </a:buClr>
              <a:buSzPts val="2200"/>
              <a:buFont typeface="Arial"/>
              <a:buAutoNum type="arabicPeriod"/>
            </a:pPr>
            <a:r>
              <a:rPr b="1" i="0" lang="en-US" sz="2200" u="none" cap="none" strike="noStrike">
                <a:solidFill>
                  <a:srgbClr val="188038"/>
                </a:solidFill>
                <a:latin typeface="Roboto Mono"/>
                <a:ea typeface="Roboto Mono"/>
                <a:cs typeface="Roboto Mono"/>
                <a:sym typeface="Roboto Mono"/>
              </a:rPr>
              <a:t>&lt;section&gt;</a:t>
            </a:r>
            <a:r>
              <a:rPr b="0" i="0" lang="en-US" sz="2200" u="none" cap="none" strike="noStrike">
                <a:solidFill>
                  <a:schemeClr val="dk1"/>
                </a:solidFill>
                <a:latin typeface="Arial"/>
                <a:ea typeface="Arial"/>
                <a:cs typeface="Arial"/>
                <a:sym typeface="Arial"/>
              </a:rPr>
              <a:t>: Represents a section of a document.</a:t>
            </a:r>
            <a:endParaRPr b="0" i="0" sz="2200" u="none" cap="none" strike="noStrike">
              <a:solidFill>
                <a:srgbClr val="FFFFFF"/>
              </a:solidFill>
              <a:latin typeface="Arial"/>
              <a:ea typeface="Arial"/>
              <a:cs typeface="Arial"/>
              <a:sym typeface="Arial"/>
            </a:endParaRPr>
          </a:p>
          <a:p>
            <a:pPr indent="-368280" lvl="0" marL="457200" marR="0" rtl="0" algn="l">
              <a:lnSpc>
                <a:spcPct val="115000"/>
              </a:lnSpc>
              <a:spcBef>
                <a:spcPts val="0"/>
              </a:spcBef>
              <a:spcAft>
                <a:spcPts val="0"/>
              </a:spcAft>
              <a:buClr>
                <a:srgbClr val="000000"/>
              </a:buClr>
              <a:buSzPts val="2200"/>
              <a:buFont typeface="Arial"/>
              <a:buAutoNum type="arabicPeriod"/>
            </a:pPr>
            <a:r>
              <a:rPr b="1" i="0" lang="en-US" sz="2200" u="none" cap="none" strike="noStrike">
                <a:solidFill>
                  <a:srgbClr val="188038"/>
                </a:solidFill>
                <a:latin typeface="Roboto Mono"/>
                <a:ea typeface="Roboto Mono"/>
                <a:cs typeface="Roboto Mono"/>
                <a:sym typeface="Roboto Mono"/>
              </a:rPr>
              <a:t>&lt;nav&gt;</a:t>
            </a:r>
            <a:r>
              <a:rPr b="0" i="0" lang="en-US" sz="2200" u="none" cap="none" strike="noStrike">
                <a:solidFill>
                  <a:schemeClr val="dk1"/>
                </a:solidFill>
                <a:latin typeface="Arial"/>
                <a:ea typeface="Arial"/>
                <a:cs typeface="Arial"/>
                <a:sym typeface="Arial"/>
              </a:rPr>
              <a:t>: Defines navigation links.</a:t>
            </a:r>
            <a:endParaRPr b="0" i="0" sz="2200" u="none" cap="none" strike="noStrike">
              <a:solidFill>
                <a:srgbClr val="FFFFFF"/>
              </a:solidFill>
              <a:latin typeface="Arial"/>
              <a:ea typeface="Arial"/>
              <a:cs typeface="Arial"/>
              <a:sym typeface="Arial"/>
            </a:endParaRPr>
          </a:p>
          <a:p>
            <a:pPr indent="-368280" lvl="0" marL="457200" marR="0" rtl="0" algn="l">
              <a:lnSpc>
                <a:spcPct val="115000"/>
              </a:lnSpc>
              <a:spcBef>
                <a:spcPts val="0"/>
              </a:spcBef>
              <a:spcAft>
                <a:spcPts val="0"/>
              </a:spcAft>
              <a:buClr>
                <a:srgbClr val="000000"/>
              </a:buClr>
              <a:buSzPts val="2200"/>
              <a:buFont typeface="Arial"/>
              <a:buAutoNum type="arabicPeriod"/>
            </a:pPr>
            <a:r>
              <a:rPr b="1" i="0" lang="en-US" sz="2200" u="none" cap="none" strike="noStrike">
                <a:solidFill>
                  <a:srgbClr val="188038"/>
                </a:solidFill>
                <a:latin typeface="Roboto Mono"/>
                <a:ea typeface="Roboto Mono"/>
                <a:cs typeface="Roboto Mono"/>
                <a:sym typeface="Roboto Mono"/>
              </a:rPr>
              <a:t>&lt;video&gt;</a:t>
            </a:r>
            <a:r>
              <a:rPr b="1" i="0" lang="en-US" sz="2200" u="none" cap="none" strike="noStrike">
                <a:solidFill>
                  <a:schemeClr val="dk1"/>
                </a:solidFill>
                <a:latin typeface="Arial"/>
                <a:ea typeface="Arial"/>
                <a:cs typeface="Arial"/>
                <a:sym typeface="Arial"/>
              </a:rPr>
              <a:t> and </a:t>
            </a:r>
            <a:r>
              <a:rPr b="1" i="0" lang="en-US" sz="2200" u="none" cap="none" strike="noStrike">
                <a:solidFill>
                  <a:srgbClr val="188038"/>
                </a:solidFill>
                <a:latin typeface="Roboto Mono"/>
                <a:ea typeface="Roboto Mono"/>
                <a:cs typeface="Roboto Mono"/>
                <a:sym typeface="Roboto Mono"/>
              </a:rPr>
              <a:t>&lt;audio&gt;</a:t>
            </a:r>
            <a:r>
              <a:rPr b="0" i="0" lang="en-US" sz="2200" u="none" cap="none" strike="noStrike">
                <a:solidFill>
                  <a:schemeClr val="dk1"/>
                </a:solidFill>
                <a:latin typeface="Arial"/>
                <a:ea typeface="Arial"/>
                <a:cs typeface="Arial"/>
                <a:sym typeface="Arial"/>
              </a:rPr>
              <a:t>: Embed media content without needing plugins.</a:t>
            </a:r>
            <a:endParaRPr b="0" i="0" sz="2200" u="none" cap="none" strike="noStrike">
              <a:solidFill>
                <a:srgbClr val="FFFFFF"/>
              </a:solidFill>
              <a:latin typeface="Arial"/>
              <a:ea typeface="Arial"/>
              <a:cs typeface="Arial"/>
              <a:sym typeface="Arial"/>
            </a:endParaRPr>
          </a:p>
          <a:p>
            <a:pPr indent="0" lvl="0" marL="0" marR="0" rtl="0" algn="l">
              <a:lnSpc>
                <a:spcPct val="100000"/>
              </a:lnSpc>
              <a:spcBef>
                <a:spcPts val="1199"/>
              </a:spcBef>
              <a:spcAft>
                <a:spcPts val="0"/>
              </a:spcAft>
              <a:buSzPts val="2200"/>
              <a:buFont typeface="Arial"/>
              <a:buNone/>
            </a:pPr>
            <a:r>
              <a:t/>
            </a:r>
            <a:endParaRPr b="0" i="0" sz="2200" u="none" cap="none" strike="noStrike">
              <a:solidFill>
                <a:srgbClr val="FFFFFF"/>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22"/>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Enclosing Tags</a:t>
            </a:r>
            <a:endParaRPr b="0" sz="4200" u="none" strike="noStrike">
              <a:solidFill>
                <a:srgbClr val="FFFFFF"/>
              </a:solidFill>
              <a:latin typeface="Arial"/>
              <a:ea typeface="Arial"/>
              <a:cs typeface="Arial"/>
              <a:sym typeface="Arial"/>
            </a:endParaRPr>
          </a:p>
        </p:txBody>
      </p:sp>
      <p:sp>
        <p:nvSpPr>
          <p:cNvPr id="566" name="Google Shape;566;p22"/>
          <p:cNvSpPr/>
          <p:nvPr/>
        </p:nvSpPr>
        <p:spPr>
          <a:xfrm>
            <a:off x="1216080" y="1899360"/>
            <a:ext cx="6327360" cy="2443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US" sz="1500" u="none" cap="none" strike="noStrike">
                <a:solidFill>
                  <a:srgbClr val="111111"/>
                </a:solidFill>
                <a:latin typeface="Arial"/>
                <a:ea typeface="Arial"/>
                <a:cs typeface="Arial"/>
                <a:sym typeface="Arial"/>
              </a:rPr>
              <a:t>These tags require both opening and closing tags.</a:t>
            </a:r>
            <a:endParaRPr b="0" i="0" sz="1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US" sz="1500" u="none" cap="none" strike="noStrike">
                <a:solidFill>
                  <a:srgbClr val="111111"/>
                </a:solidFill>
                <a:latin typeface="Arial"/>
                <a:ea typeface="Arial"/>
                <a:cs typeface="Arial"/>
                <a:sym typeface="Arial"/>
              </a:rPr>
              <a:t>They are used for elements that enclose content and can contain child elements.</a:t>
            </a:r>
            <a:endParaRPr b="0" i="0" sz="1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US" sz="1500" u="none" cap="none" strike="noStrike">
                <a:solidFill>
                  <a:srgbClr val="111111"/>
                </a:solidFill>
                <a:latin typeface="Arial"/>
                <a:ea typeface="Arial"/>
                <a:cs typeface="Arial"/>
                <a:sym typeface="Arial"/>
              </a:rPr>
              <a:t>Format: &lt;tagName&gt;content&lt;/tagName&gt;</a:t>
            </a:r>
            <a:endParaRPr b="0" i="0" sz="1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500" u="none" cap="none" strike="noStrike">
              <a:solidFill>
                <a:srgbClr val="FFFFFF"/>
              </a:solidFill>
              <a:latin typeface="Arial"/>
              <a:ea typeface="Arial"/>
              <a:cs typeface="Arial"/>
              <a:sym typeface="Arial"/>
            </a:endParaRPr>
          </a:p>
        </p:txBody>
      </p:sp>
      <p:pic>
        <p:nvPicPr>
          <p:cNvPr id="567" name="Google Shape;567;p22"/>
          <p:cNvPicPr preferRelativeResize="0"/>
          <p:nvPr/>
        </p:nvPicPr>
        <p:blipFill rotWithShape="1">
          <a:blip r:embed="rId3">
            <a:alphaModFix/>
          </a:blip>
          <a:srcRect b="0" l="0" r="0" t="0"/>
          <a:stretch/>
        </p:blipFill>
        <p:spPr>
          <a:xfrm>
            <a:off x="2461680" y="3886200"/>
            <a:ext cx="3580560" cy="161424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23"/>
          <p:cNvSpPr txBox="1"/>
          <p:nvPr>
            <p:ph type="title"/>
          </p:nvPr>
        </p:nvSpPr>
        <p:spPr>
          <a:xfrm>
            <a:off x="484560" y="452880"/>
            <a:ext cx="7054200" cy="139932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Self-closing Tags</a:t>
            </a:r>
            <a:endParaRPr b="0" sz="4200" u="none" strike="noStrike">
              <a:solidFill>
                <a:srgbClr val="FFFFFF"/>
              </a:solidFill>
              <a:latin typeface="Arial"/>
              <a:ea typeface="Arial"/>
              <a:cs typeface="Arial"/>
              <a:sym typeface="Arial"/>
            </a:endParaRPr>
          </a:p>
        </p:txBody>
      </p:sp>
      <p:sp>
        <p:nvSpPr>
          <p:cNvPr id="573" name="Google Shape;573;p23"/>
          <p:cNvSpPr/>
          <p:nvPr/>
        </p:nvSpPr>
        <p:spPr>
          <a:xfrm>
            <a:off x="914400" y="2218320"/>
            <a:ext cx="7085880" cy="21243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These tags do not need a separate closing tag.</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They are typically used for elements that cannot contain child elements.</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Format: &lt;tagName /&gt;</a:t>
            </a: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FFFFFF"/>
              </a:solidFill>
              <a:latin typeface="Arial"/>
              <a:ea typeface="Arial"/>
              <a:cs typeface="Arial"/>
              <a:sym typeface="Arial"/>
            </a:endParaRPr>
          </a:p>
        </p:txBody>
      </p:sp>
      <p:pic>
        <p:nvPicPr>
          <p:cNvPr id="574" name="Google Shape;574;p23"/>
          <p:cNvPicPr preferRelativeResize="0"/>
          <p:nvPr/>
        </p:nvPicPr>
        <p:blipFill rotWithShape="1">
          <a:blip r:embed="rId3">
            <a:alphaModFix/>
          </a:blip>
          <a:srcRect b="0" l="0" r="0" t="0"/>
          <a:stretch/>
        </p:blipFill>
        <p:spPr>
          <a:xfrm>
            <a:off x="2256840" y="3886200"/>
            <a:ext cx="4371840" cy="7761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24"/>
          <p:cNvSpPr txBox="1"/>
          <p:nvPr>
            <p:ph type="title"/>
          </p:nvPr>
        </p:nvSpPr>
        <p:spPr>
          <a:xfrm>
            <a:off x="484560" y="452880"/>
            <a:ext cx="7054200" cy="13993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200"/>
              <a:buFont typeface="Arial"/>
              <a:buNone/>
            </a:pPr>
            <a:r>
              <a:rPr b="0" lang="en-US" sz="4200" u="none" strike="noStrike">
                <a:solidFill>
                  <a:schemeClr val="dk2"/>
                </a:solidFill>
                <a:latin typeface="Arial"/>
                <a:ea typeface="Arial"/>
                <a:cs typeface="Arial"/>
                <a:sym typeface="Arial"/>
              </a:rPr>
              <a:t>Class Test</a:t>
            </a:r>
            <a:endParaRPr b="0" sz="4200" u="none" strike="noStrike">
              <a:solidFill>
                <a:srgbClr val="FFFFFF"/>
              </a:solidFill>
              <a:latin typeface="Arial"/>
              <a:ea typeface="Arial"/>
              <a:cs typeface="Arial"/>
              <a:sym typeface="Arial"/>
            </a:endParaRPr>
          </a:p>
        </p:txBody>
      </p:sp>
      <p:sp>
        <p:nvSpPr>
          <p:cNvPr id="580" name="Google Shape;580;p24"/>
          <p:cNvSpPr txBox="1"/>
          <p:nvPr>
            <p:ph idx="1" type="body"/>
          </p:nvPr>
        </p:nvSpPr>
        <p:spPr>
          <a:xfrm>
            <a:off x="827640" y="2053080"/>
            <a:ext cx="6710400" cy="4194360"/>
          </a:xfrm>
          <a:prstGeom prst="rect">
            <a:avLst/>
          </a:prstGeom>
          <a:noFill/>
          <a:ln>
            <a:noFill/>
          </a:ln>
        </p:spPr>
        <p:txBody>
          <a:bodyPr anchorCtr="0" anchor="t" bIns="45700" lIns="91425" spcFirstLastPara="1" rIns="91425" wrap="square" tIns="45700">
            <a:normAutofit/>
          </a:bodyPr>
          <a:lstStyle/>
          <a:p>
            <a:pPr indent="-343080" lvl="0" marL="343080" marR="0" rtl="0" algn="l">
              <a:lnSpc>
                <a:spcPct val="100000"/>
              </a:lnSpc>
              <a:spcBef>
                <a:spcPts val="0"/>
              </a:spcBef>
              <a:spcAft>
                <a:spcPts val="0"/>
              </a:spcAft>
              <a:buClr>
                <a:srgbClr val="EFF8FC"/>
              </a:buClr>
              <a:buSzPts val="2000"/>
              <a:buFont typeface="Noto Sans Symbols"/>
              <a:buChar char="►"/>
            </a:pPr>
            <a:r>
              <a:rPr b="0" i="0" lang="en-US" sz="2000" u="none" cap="none" strike="noStrike">
                <a:solidFill>
                  <a:schemeClr val="dk1"/>
                </a:solidFill>
                <a:latin typeface="Arial"/>
                <a:ea typeface="Arial"/>
                <a:cs typeface="Arial"/>
                <a:sym typeface="Arial"/>
              </a:rPr>
              <a:t>Create an unordered list containing the names of any three provinces of Pakistan. Then, create three nested  ordered lists within the unordered list, containing names of any two cities of each province. </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2.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3.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4.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5.xml><?xml version="1.0" encoding="utf-8"?>
<a:theme xmlns:a="http://schemas.openxmlformats.org/drawingml/2006/main" xmlns:r="http://schemas.openxmlformats.org/officeDocument/2006/relationships" name="Ion">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file>