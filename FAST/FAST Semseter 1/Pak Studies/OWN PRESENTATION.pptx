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0"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42309281-578A-4D21-9638-D5FFFEF6B439}" type="datetimeFigureOut">
              <a:rPr lang="en-US" smtClean="0"/>
              <a:t>12/21/2021</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890570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309281-578A-4D21-9638-D5FFFEF6B439}"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1258019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309281-578A-4D21-9638-D5FFFEF6B439}"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100065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309281-578A-4D21-9638-D5FFFEF6B439}" type="datetimeFigureOut">
              <a:rPr lang="en-US" smtClean="0"/>
              <a:t>12/21/2021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162397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309281-578A-4D21-9638-D5FFFEF6B439}" type="datetimeFigureOut">
              <a:rPr lang="en-US" smtClean="0"/>
              <a:t>12/21/2021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1684271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2309281-578A-4D21-9638-D5FFFEF6B439}" type="datetimeFigureOut">
              <a:rPr lang="en-US" smtClean="0"/>
              <a:t>12/21/2021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3180484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309281-578A-4D21-9638-D5FFFEF6B439}" type="datetimeFigureOut">
              <a:rPr lang="en-US" smtClean="0"/>
              <a:t>12/21/2021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1571680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309281-578A-4D21-9638-D5FFFEF6B439}" type="datetimeFigureOut">
              <a:rPr lang="en-US" smtClean="0"/>
              <a:t>12/21/2021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2721731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309281-578A-4D21-9638-D5FFFEF6B439}" type="datetimeFigureOut">
              <a:rPr lang="en-US" smtClean="0"/>
              <a:t>12/21/2021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1860303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309281-578A-4D21-9638-D5FFFEF6B439}" type="datetimeFigureOut">
              <a:rPr lang="en-US" smtClean="0"/>
              <a:t>12/21/2021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1155169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309281-578A-4D21-9638-D5FFFEF6B439}"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2959305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309281-578A-4D21-9638-D5FFFEF6B439}"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63743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309281-578A-4D21-9638-D5FFFEF6B439}"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2719449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2309281-578A-4D21-9638-D5FFFEF6B439}" type="datetimeFigureOut">
              <a:rPr lang="en-US" smtClean="0"/>
              <a:t>12/21/2021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4191950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2309281-578A-4D21-9638-D5FFFEF6B439}" type="datetimeFigureOut">
              <a:rPr lang="en-US" smtClean="0"/>
              <a:t>12/21/2021</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4115909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2309281-578A-4D21-9638-D5FFFEF6B439}"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34919452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2309281-578A-4D21-9638-D5FFFEF6B439}"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E91DBD2-FB2D-48DD-8B2D-FB9965931B62}" type="slidenum">
              <a:rPr lang="en-US" smtClean="0"/>
              <a:t>‹#›</a:t>
            </a:fld>
            <a:endParaRPr lang="en-US"/>
          </a:p>
        </p:txBody>
      </p:sp>
    </p:spTree>
    <p:extLst>
      <p:ext uri="{BB962C8B-B14F-4D97-AF65-F5344CB8AC3E}">
        <p14:creationId xmlns:p14="http://schemas.microsoft.com/office/powerpoint/2010/main" val="318654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2309281-578A-4D21-9638-D5FFFEF6B439}" type="datetimeFigureOut">
              <a:rPr lang="en-US" smtClean="0"/>
              <a:t>12/21/2021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E91DBD2-FB2D-48DD-8B2D-FB9965931B62}" type="slidenum">
              <a:rPr lang="en-US" smtClean="0"/>
              <a:t>‹#›</a:t>
            </a:fld>
            <a:endParaRPr lang="en-US"/>
          </a:p>
        </p:txBody>
      </p:sp>
    </p:spTree>
    <p:extLst>
      <p:ext uri="{BB962C8B-B14F-4D97-AF65-F5344CB8AC3E}">
        <p14:creationId xmlns:p14="http://schemas.microsoft.com/office/powerpoint/2010/main" val="33205491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754958"/>
            <a:ext cx="8825658" cy="2677648"/>
          </a:xfrm>
        </p:spPr>
        <p:txBody>
          <a:bodyPr/>
          <a:lstStyle/>
          <a:p>
            <a:r>
              <a:rPr lang="en-US" b="1" u="sng" dirty="0">
                <a:latin typeface="Algerian" panose="04020705040A02060702" pitchFamily="82" charset="0"/>
              </a:rPr>
              <a:t>POVERTY</a:t>
            </a:r>
            <a:r>
              <a:rPr lang="en-US" dirty="0">
                <a:latin typeface="Algerian" panose="04020705040A02060702" pitchFamily="82" charset="0"/>
              </a:rPr>
              <a:t/>
            </a:r>
            <a:br>
              <a:rPr lang="en-US" dirty="0">
                <a:latin typeface="Algerian" panose="04020705040A02060702" pitchFamily="82" charset="0"/>
              </a:rPr>
            </a:br>
            <a:r>
              <a:rPr lang="en-US" dirty="0" smtClean="0">
                <a:latin typeface="Algerian" panose="04020705040A02060702" pitchFamily="82" charset="0"/>
              </a:rPr>
              <a:t/>
            </a:r>
            <a:br>
              <a:rPr lang="en-US" dirty="0" smtClean="0">
                <a:latin typeface="Algerian" panose="04020705040A02060702" pitchFamily="82" charset="0"/>
              </a:rPr>
            </a:br>
            <a:r>
              <a:rPr lang="en-US" sz="4000" b="1" u="sng" dirty="0" smtClean="0">
                <a:latin typeface="Algerian" panose="04020705040A02060702" pitchFamily="82" charset="0"/>
              </a:rPr>
              <a:t>Pakistan </a:t>
            </a:r>
            <a:r>
              <a:rPr lang="en-US" sz="4000" b="1" u="sng" dirty="0">
                <a:latin typeface="Algerian" panose="04020705040A02060702" pitchFamily="82" charset="0"/>
              </a:rPr>
              <a:t>Studies Assignment</a:t>
            </a:r>
            <a:r>
              <a:rPr lang="en-US" sz="4000" dirty="0"/>
              <a:t/>
            </a:r>
            <a:br>
              <a:rPr lang="en-US" sz="4000" dirty="0"/>
            </a:br>
            <a:endParaRPr lang="en-US" sz="4000" dirty="0"/>
          </a:p>
        </p:txBody>
      </p:sp>
      <p:sp>
        <p:nvSpPr>
          <p:cNvPr id="3" name="Subtitle 2"/>
          <p:cNvSpPr>
            <a:spLocks noGrp="1"/>
          </p:cNvSpPr>
          <p:nvPr>
            <p:ph type="subTitle" idx="1"/>
          </p:nvPr>
        </p:nvSpPr>
        <p:spPr/>
        <p:txBody>
          <a:bodyPr>
            <a:normAutofit fontScale="77500" lnSpcReduction="20000"/>
          </a:bodyPr>
          <a:lstStyle/>
          <a:p>
            <a:r>
              <a:rPr lang="en-US" sz="4000" b="1" dirty="0"/>
              <a:t>Muhammad Hassan Khalid        21L-5692</a:t>
            </a:r>
            <a:endParaRPr lang="en-US" sz="4000" dirty="0"/>
          </a:p>
          <a:p>
            <a:endParaRPr lang="en-US" dirty="0"/>
          </a:p>
        </p:txBody>
      </p:sp>
    </p:spTree>
    <p:extLst>
      <p:ext uri="{BB962C8B-B14F-4D97-AF65-F5344CB8AC3E}">
        <p14:creationId xmlns:p14="http://schemas.microsoft.com/office/powerpoint/2010/main" val="3252070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4718" y="1243491"/>
            <a:ext cx="8761413" cy="706964"/>
          </a:xfrm>
        </p:spPr>
        <p:txBody>
          <a:bodyPr/>
          <a:lstStyle/>
          <a:p>
            <a:pPr algn="ctr"/>
            <a:r>
              <a:rPr lang="en-US" sz="1600" dirty="0"/>
              <a:t>Pakistan has been facing poverty since a very long time. Between the years 1970s and 1990s, there was a slight declining trend in poverty in Pakistan but since then it is increasing day by day. </a:t>
            </a:r>
            <a:r>
              <a:rPr lang="en-US" dirty="0"/>
              <a:t/>
            </a:r>
            <a:br>
              <a:rPr lang="en-US" dirty="0"/>
            </a:br>
            <a:endParaRPr lang="en-US" dirty="0"/>
          </a:p>
        </p:txBody>
      </p:sp>
      <p:sp>
        <p:nvSpPr>
          <p:cNvPr id="3" name="Content Placeholder 2"/>
          <p:cNvSpPr>
            <a:spLocks noGrp="1"/>
          </p:cNvSpPr>
          <p:nvPr>
            <p:ph idx="1"/>
          </p:nvPr>
        </p:nvSpPr>
        <p:spPr>
          <a:xfrm>
            <a:off x="705250" y="3188117"/>
            <a:ext cx="6220205" cy="4142074"/>
          </a:xfrm>
        </p:spPr>
        <p:txBody>
          <a:bodyPr>
            <a:normAutofit/>
          </a:bodyPr>
          <a:lstStyle/>
          <a:p>
            <a:pPr marL="0" indent="0">
              <a:buNone/>
            </a:pPr>
            <a:r>
              <a:rPr lang="en-US" sz="2000" dirty="0"/>
              <a:t>Education is one of the most important element which differentiates the needy from the well-off, for example the number of educated heads in poor households was almost half that in non-poor households. The family of poor household are generally larger than the non-poor households.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806" y="2962196"/>
            <a:ext cx="4536567" cy="3018879"/>
          </a:xfrm>
          <a:prstGeom prst="rect">
            <a:avLst/>
          </a:prstGeom>
        </p:spPr>
      </p:pic>
    </p:spTree>
    <p:extLst>
      <p:ext uri="{BB962C8B-B14F-4D97-AF65-F5344CB8AC3E}">
        <p14:creationId xmlns:p14="http://schemas.microsoft.com/office/powerpoint/2010/main" val="189615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9769" y="3441700"/>
            <a:ext cx="3926712" cy="3416300"/>
          </a:xfrm>
        </p:spPr>
        <p:txBody>
          <a:bodyPr/>
          <a:lstStyle/>
          <a:p>
            <a:pPr marL="0" indent="0">
              <a:buNone/>
            </a:pPr>
            <a:r>
              <a:rPr lang="en-US" dirty="0"/>
              <a:t>Another aspect of poverty is gender discrimination. Pakistani women get low paid jobs and are discriminated in the labor market. </a:t>
            </a:r>
            <a:endParaRPr lang="en-US" dirty="0"/>
          </a:p>
        </p:txBody>
      </p:sp>
      <p:sp>
        <p:nvSpPr>
          <p:cNvPr id="4" name="TextBox 3"/>
          <p:cNvSpPr txBox="1"/>
          <p:nvPr/>
        </p:nvSpPr>
        <p:spPr>
          <a:xfrm>
            <a:off x="2683240" y="944380"/>
            <a:ext cx="6716903" cy="707886"/>
          </a:xfrm>
          <a:prstGeom prst="rect">
            <a:avLst/>
          </a:prstGeom>
          <a:noFill/>
        </p:spPr>
        <p:txBody>
          <a:bodyPr wrap="none" rtlCol="0">
            <a:spAutoFit/>
          </a:bodyPr>
          <a:lstStyle/>
          <a:p>
            <a:r>
              <a:rPr lang="en-US" sz="4000" dirty="0" smtClean="0">
                <a:solidFill>
                  <a:srgbClr val="FFFF00"/>
                </a:solidFill>
              </a:rPr>
              <a:t>GENDER DISCRIMINATTION</a:t>
            </a:r>
            <a:endParaRPr lang="en-US" sz="4000" dirty="0">
              <a:solidFill>
                <a:srgbClr val="FFFF0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523" y="2262030"/>
            <a:ext cx="4424129" cy="4365402"/>
          </a:xfrm>
          <a:prstGeom prst="rect">
            <a:avLst/>
          </a:prstGeom>
        </p:spPr>
      </p:pic>
    </p:spTree>
    <p:extLst>
      <p:ext uri="{BB962C8B-B14F-4D97-AF65-F5344CB8AC3E}">
        <p14:creationId xmlns:p14="http://schemas.microsoft.com/office/powerpoint/2010/main" val="2087505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4678" y="958678"/>
            <a:ext cx="8761413" cy="706964"/>
          </a:xfrm>
        </p:spPr>
        <p:txBody>
          <a:bodyPr/>
          <a:lstStyle/>
          <a:p>
            <a:pPr algn="ctr"/>
            <a:r>
              <a:rPr lang="en-US" dirty="0" smtClean="0">
                <a:solidFill>
                  <a:srgbClr val="FFFF00"/>
                </a:solidFill>
              </a:rPr>
              <a:t>POOR GOVERNANCE</a:t>
            </a:r>
            <a:endParaRPr lang="en-US" dirty="0">
              <a:solidFill>
                <a:srgbClr val="FFFF00"/>
              </a:solidFill>
            </a:endParaRPr>
          </a:p>
        </p:txBody>
      </p:sp>
      <p:sp>
        <p:nvSpPr>
          <p:cNvPr id="3" name="Content Placeholder 2"/>
          <p:cNvSpPr>
            <a:spLocks noGrp="1"/>
          </p:cNvSpPr>
          <p:nvPr>
            <p:ph idx="1"/>
          </p:nvPr>
        </p:nvSpPr>
        <p:spPr>
          <a:xfrm>
            <a:off x="979361" y="2428407"/>
            <a:ext cx="5250322" cy="4212235"/>
          </a:xfrm>
        </p:spPr>
        <p:txBody>
          <a:bodyPr>
            <a:noAutofit/>
          </a:bodyPr>
          <a:lstStyle/>
          <a:p>
            <a:pPr marL="0" indent="0">
              <a:buNone/>
            </a:pPr>
            <a:r>
              <a:rPr lang="en-US" sz="2000" dirty="0"/>
              <a:t>Poor governance is the root cause of poverty in Pakistan. Due to poor governance, the businesses are not setup in Pakistan and in turn this translates to lower investment levels and growth. The public is afraid of the state institutions and these have lost their faith in the sight of public. Governance is so bad in Pakistan that big companies are afraid of frauds and no rules and regulations that they are not setting up their plaints in Pakistan and the country’s GDP is decreasing rapidly.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9683" y="2758191"/>
            <a:ext cx="4390536" cy="3092138"/>
          </a:xfrm>
          <a:prstGeom prst="rect">
            <a:avLst/>
          </a:prstGeom>
        </p:spPr>
      </p:pic>
    </p:spTree>
    <p:extLst>
      <p:ext uri="{BB962C8B-B14F-4D97-AF65-F5344CB8AC3E}">
        <p14:creationId xmlns:p14="http://schemas.microsoft.com/office/powerpoint/2010/main" val="3964090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4678" y="988658"/>
            <a:ext cx="8761413" cy="706964"/>
          </a:xfrm>
        </p:spPr>
        <p:txBody>
          <a:bodyPr/>
          <a:lstStyle/>
          <a:p>
            <a:pPr algn="ctr"/>
            <a:r>
              <a:rPr lang="en-US" dirty="0" smtClean="0">
                <a:solidFill>
                  <a:srgbClr val="FFFF00"/>
                </a:solidFill>
              </a:rPr>
              <a:t>PROBLEMS</a:t>
            </a:r>
            <a:endParaRPr lang="en-US" dirty="0">
              <a:solidFill>
                <a:srgbClr val="FFFF00"/>
              </a:solidFill>
            </a:endParaRPr>
          </a:p>
        </p:txBody>
      </p:sp>
      <p:sp>
        <p:nvSpPr>
          <p:cNvPr id="3" name="Content Placeholder 2"/>
          <p:cNvSpPr>
            <a:spLocks noGrp="1"/>
          </p:cNvSpPr>
          <p:nvPr>
            <p:ph idx="1"/>
          </p:nvPr>
        </p:nvSpPr>
        <p:spPr>
          <a:xfrm>
            <a:off x="606877" y="2436135"/>
            <a:ext cx="7944075" cy="4029649"/>
          </a:xfrm>
        </p:spPr>
        <p:txBody>
          <a:bodyPr>
            <a:normAutofit/>
          </a:bodyPr>
          <a:lstStyle/>
          <a:p>
            <a:r>
              <a:rPr lang="en-US" sz="2400" dirty="0"/>
              <a:t>With regard to economic factors, the lack of increase in GDP is the immediate cause of poverty in Pakistan</a:t>
            </a:r>
            <a:r>
              <a:rPr lang="en-US" sz="2400" dirty="0" smtClean="0"/>
              <a:t>.</a:t>
            </a:r>
          </a:p>
          <a:p>
            <a:r>
              <a:rPr lang="en-US" sz="2400" dirty="0"/>
              <a:t>Environmental degradation is also a cause of poverty in Pakistan.</a:t>
            </a:r>
          </a:p>
          <a:p>
            <a:r>
              <a:rPr lang="en-US" sz="2400" dirty="0" smtClean="0"/>
              <a:t> </a:t>
            </a:r>
            <a:r>
              <a:rPr lang="en-US" sz="2400" dirty="0"/>
              <a:t>Un-employment is also one of the major reasons of poverty in </a:t>
            </a:r>
            <a:r>
              <a:rPr lang="en-US" sz="2400" dirty="0" smtClean="0"/>
              <a:t>Pakistan.</a:t>
            </a:r>
          </a:p>
          <a:p>
            <a:r>
              <a:rPr lang="en-US" sz="2400" dirty="0"/>
              <a:t>Pakistan’s taxation system is to also to be blamed for poverty in </a:t>
            </a:r>
            <a:r>
              <a:rPr lang="en-US" sz="2400" dirty="0" smtClean="0"/>
              <a:t>Pakistan.</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0952" y="2286233"/>
            <a:ext cx="2440529" cy="152103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4486" y="4133884"/>
            <a:ext cx="3163209" cy="2046782"/>
          </a:xfrm>
          <a:prstGeom prst="rect">
            <a:avLst/>
          </a:prstGeom>
        </p:spPr>
      </p:pic>
    </p:spTree>
    <p:extLst>
      <p:ext uri="{BB962C8B-B14F-4D97-AF65-F5344CB8AC3E}">
        <p14:creationId xmlns:p14="http://schemas.microsoft.com/office/powerpoint/2010/main" val="482290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9787" y="943687"/>
            <a:ext cx="8761413" cy="706964"/>
          </a:xfrm>
        </p:spPr>
        <p:txBody>
          <a:bodyPr/>
          <a:lstStyle/>
          <a:p>
            <a:pPr algn="ctr"/>
            <a:r>
              <a:rPr lang="en-US" dirty="0" smtClean="0">
                <a:solidFill>
                  <a:srgbClr val="FFFF00"/>
                </a:solidFill>
              </a:rPr>
              <a:t>REMEDIES</a:t>
            </a:r>
            <a:endParaRPr lang="en-US" dirty="0">
              <a:solidFill>
                <a:srgbClr val="FFFF00"/>
              </a:solidFill>
            </a:endParaRPr>
          </a:p>
        </p:txBody>
      </p:sp>
      <p:sp>
        <p:nvSpPr>
          <p:cNvPr id="3" name="Content Placeholder 2"/>
          <p:cNvSpPr>
            <a:spLocks noGrp="1"/>
          </p:cNvSpPr>
          <p:nvPr>
            <p:ph idx="1"/>
          </p:nvPr>
        </p:nvSpPr>
        <p:spPr>
          <a:xfrm>
            <a:off x="360476" y="2458387"/>
            <a:ext cx="8213897" cy="4594485"/>
          </a:xfrm>
        </p:spPr>
        <p:txBody>
          <a:bodyPr>
            <a:normAutofit fontScale="92500"/>
          </a:bodyPr>
          <a:lstStyle/>
          <a:p>
            <a:pPr>
              <a:buFont typeface="Wingdings" panose="05000000000000000000" pitchFamily="2" charset="2"/>
              <a:buChar char="v"/>
            </a:pPr>
            <a:r>
              <a:rPr lang="en-US" sz="2300" dirty="0"/>
              <a:t>Government assistance NGOs are fundamentally organizations working with weak </a:t>
            </a:r>
            <a:r>
              <a:rPr lang="en-US" sz="2300" dirty="0" smtClean="0"/>
              <a:t>gatherings</a:t>
            </a:r>
          </a:p>
          <a:p>
            <a:pPr>
              <a:buFont typeface="Wingdings" panose="05000000000000000000" pitchFamily="2" charset="2"/>
              <a:buChar char="v"/>
            </a:pPr>
            <a:r>
              <a:rPr lang="en-US" sz="2300" dirty="0"/>
              <a:t>“</a:t>
            </a:r>
            <a:r>
              <a:rPr lang="en-US" sz="2300" dirty="0" err="1"/>
              <a:t>Ehsaas</a:t>
            </a:r>
            <a:r>
              <a:rPr lang="en-US" sz="2300" dirty="0"/>
              <a:t>” </a:t>
            </a:r>
            <a:r>
              <a:rPr lang="en-US" sz="2300" dirty="0" err="1" smtClean="0"/>
              <a:t>programme</a:t>
            </a:r>
            <a:endParaRPr lang="en-US" sz="2300" dirty="0" smtClean="0"/>
          </a:p>
          <a:p>
            <a:pPr>
              <a:buFont typeface="Wingdings" panose="05000000000000000000" pitchFamily="2" charset="2"/>
              <a:buChar char="v"/>
            </a:pPr>
            <a:r>
              <a:rPr lang="en-US" sz="2300" dirty="0"/>
              <a:t>The Prime Minister has also tried to build jobs in the housing sector by giving low interest rates on housing </a:t>
            </a:r>
            <a:r>
              <a:rPr lang="en-US" sz="2300" dirty="0" smtClean="0"/>
              <a:t>loan</a:t>
            </a:r>
          </a:p>
          <a:p>
            <a:pPr>
              <a:buFont typeface="Wingdings" panose="05000000000000000000" pitchFamily="2" charset="2"/>
              <a:buChar char="v"/>
            </a:pPr>
            <a:r>
              <a:rPr lang="en-US" sz="2300" dirty="0"/>
              <a:t>Also, subsidies is being given to farmers of Pakistan</a:t>
            </a:r>
            <a:r>
              <a:rPr lang="en-US" sz="2300" dirty="0" smtClean="0"/>
              <a:t>,</a:t>
            </a:r>
          </a:p>
          <a:p>
            <a:pPr>
              <a:buFont typeface="Wingdings" panose="05000000000000000000" pitchFamily="2" charset="2"/>
              <a:buChar char="v"/>
            </a:pPr>
            <a:r>
              <a:rPr lang="en-US" sz="2300" dirty="0"/>
              <a:t>Public-Private partnership is also being encouraged in all </a:t>
            </a:r>
            <a:r>
              <a:rPr lang="en-US" sz="2300" dirty="0" smtClean="0"/>
              <a:t>sectors</a:t>
            </a:r>
          </a:p>
          <a:p>
            <a:pPr>
              <a:buFont typeface="Wingdings" panose="05000000000000000000" pitchFamily="2" charset="2"/>
              <a:buChar char="v"/>
            </a:pPr>
            <a:r>
              <a:rPr lang="en-US" sz="2300" dirty="0"/>
              <a:t>Also, government is allowing machines to be imported on which taxes are very low and subsidies are being given to encourage setup of factories in Pakistan.</a:t>
            </a:r>
            <a:endParaRPr lang="en-US" sz="2300"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6329" y="3012085"/>
            <a:ext cx="3609742" cy="2834078"/>
          </a:xfrm>
          <a:prstGeom prst="rect">
            <a:avLst/>
          </a:prstGeom>
        </p:spPr>
      </p:pic>
    </p:spTree>
    <p:extLst>
      <p:ext uri="{BB962C8B-B14F-4D97-AF65-F5344CB8AC3E}">
        <p14:creationId xmlns:p14="http://schemas.microsoft.com/office/powerpoint/2010/main" val="30316227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21</TotalTime>
  <Words>352</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Algerian</vt:lpstr>
      <vt:lpstr>Arial</vt:lpstr>
      <vt:lpstr>Century Gothic</vt:lpstr>
      <vt:lpstr>Wingdings</vt:lpstr>
      <vt:lpstr>Wingdings 3</vt:lpstr>
      <vt:lpstr>Ion Boardroom</vt:lpstr>
      <vt:lpstr>POVERTY  Pakistan Studies Assignment </vt:lpstr>
      <vt:lpstr>Pakistan has been facing poverty since a very long time. Between the years 1970s and 1990s, there was a slight declining trend in poverty in Pakistan but since then it is increasing day by day.  </vt:lpstr>
      <vt:lpstr>PowerPoint Presentation</vt:lpstr>
      <vt:lpstr>POOR GOVERNANCE</vt:lpstr>
      <vt:lpstr>PROBLEMS</vt:lpstr>
      <vt:lpstr>REMEDIES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POVERTY  Pakistan Studies Assignment </dc:title>
  <dc:creator>M HASSAN KHALID</dc:creator>
  <cp:lastModifiedBy>M HASSAN KHALID</cp:lastModifiedBy>
  <cp:revision>3</cp:revision>
  <dcterms:created xsi:type="dcterms:W3CDTF">2021-12-20T19:36:39Z</dcterms:created>
  <dcterms:modified xsi:type="dcterms:W3CDTF">2021-12-20T19:57:41Z</dcterms:modified>
</cp:coreProperties>
</file>