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357E6-6302-4C92-8484-3CBE3AE186E1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03F8-3313-4AF7-9132-3A0D986E2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25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357E6-6302-4C92-8484-3CBE3AE186E1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03F8-3313-4AF7-9132-3A0D986E2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6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357E6-6302-4C92-8484-3CBE3AE186E1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03F8-3313-4AF7-9132-3A0D986E2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2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357E6-6302-4C92-8484-3CBE3AE186E1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03F8-3313-4AF7-9132-3A0D986E2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0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357E6-6302-4C92-8484-3CBE3AE186E1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03F8-3313-4AF7-9132-3A0D986E2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2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357E6-6302-4C92-8484-3CBE3AE186E1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03F8-3313-4AF7-9132-3A0D986E2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99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357E6-6302-4C92-8484-3CBE3AE186E1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03F8-3313-4AF7-9132-3A0D986E2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0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357E6-6302-4C92-8484-3CBE3AE186E1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03F8-3313-4AF7-9132-3A0D986E2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96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357E6-6302-4C92-8484-3CBE3AE186E1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03F8-3313-4AF7-9132-3A0D986E2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4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357E6-6302-4C92-8484-3CBE3AE186E1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03F8-3313-4AF7-9132-3A0D986E2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6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357E6-6302-4C92-8484-3CBE3AE186E1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03F8-3313-4AF7-9132-3A0D986E2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90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194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368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3024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968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246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5910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9040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8249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0849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068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11187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631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44015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712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285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05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357E6-6302-4C92-8484-3CBE3AE186E1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603F8-3313-4AF7-9132-3A0D986E2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3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61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70088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smtClean="0"/>
              <a:t>Exercise # 1</a:t>
            </a:r>
            <a:br>
              <a:rPr lang="en-US" dirty="0" smtClean="0"/>
            </a:br>
            <a:r>
              <a:rPr lang="en-US" sz="2000" dirty="0" smtClean="0">
                <a:solidFill>
                  <a:srgbClr val="FF0000"/>
                </a:solidFill>
              </a:rPr>
              <a:t>Note: Write exercises on a separate page, you have to submit it at the end of lecture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90888"/>
            <a:ext cx="9084852" cy="492279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What Quantities are Represented by the following 8-bit binary numbers.</a:t>
            </a:r>
          </a:p>
          <a:p>
            <a:endParaRPr lang="en-US" sz="2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1815920" y="2412718"/>
          <a:ext cx="6078828" cy="4333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5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90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7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8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74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87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4948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Bit#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7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6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5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4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3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2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48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48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48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1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 smtClean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1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 smtClean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48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 smtClean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 smtClean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48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1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1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948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1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1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1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16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7076"/>
          </a:xfrm>
        </p:spPr>
        <p:txBody>
          <a:bodyPr/>
          <a:lstStyle/>
          <a:p>
            <a:r>
              <a:rPr lang="en-US" dirty="0" smtClean="0"/>
              <a:t>Exercise #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81039"/>
            <a:ext cx="9535612" cy="3880773"/>
          </a:xfrm>
        </p:spPr>
        <p:txBody>
          <a:bodyPr>
            <a:normAutofit/>
          </a:bodyPr>
          <a:lstStyle/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If a Byte is assumed to represent a number, as described earlier, then what is the range (minimum and maximum values) of numbers that can be stored in a 8-bit Byte?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21133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#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09824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Represent each of the following quantities as 8-bit binary number.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775145" y="2813999"/>
          <a:ext cx="7815062" cy="3033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4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 dirty="0">
                          <a:effectLst/>
                        </a:rPr>
                        <a:t>Bit#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7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6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5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4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3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2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1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0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>
                          <a:effectLst/>
                        </a:rPr>
                        <a:t>value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128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64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32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16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8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4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2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1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 dirty="0" smtClean="0">
                          <a:effectLst/>
                        </a:rPr>
                        <a:t>27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 dirty="0" smtClean="0">
                          <a:effectLst/>
                        </a:rPr>
                        <a:t>139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 dirty="0" smtClean="0">
                          <a:effectLst/>
                        </a:rPr>
                        <a:t>164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 dirty="0" smtClean="0">
                          <a:effectLst/>
                        </a:rPr>
                        <a:t>196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 dirty="0" smtClean="0">
                          <a:effectLst/>
                        </a:rPr>
                        <a:t>259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86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#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90888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following 23 values represents a message consisting of 23 characters stored in RAM. </a:t>
            </a:r>
          </a:p>
          <a:p>
            <a:endParaRPr lang="en-US" sz="2400" dirty="0" smtClean="0"/>
          </a:p>
          <a:p>
            <a:r>
              <a:rPr lang="en-US" sz="2400" dirty="0" smtClean="0"/>
              <a:t>If the message has been written using 8-Bit Extended ASCII codes then decipher the message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677334" y="4048939"/>
            <a:ext cx="95650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87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104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97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84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32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105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83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89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111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117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82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32  76  65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83  116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32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78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65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77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69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63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2890" y="4997003"/>
            <a:ext cx="739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WhaT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YouR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LASt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NAME?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069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#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51527"/>
            <a:ext cx="8596668" cy="428983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Use ASCII encoding to give answer to the question in the previous Exercise?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50679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9955"/>
          </a:xfrm>
        </p:spPr>
        <p:txBody>
          <a:bodyPr/>
          <a:lstStyle/>
          <a:p>
            <a:r>
              <a:rPr lang="en-US" dirty="0" smtClean="0"/>
              <a:t>Exercise # 6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29555"/>
            <a:ext cx="8596668" cy="4739425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Use 2-Bytes to represent each of the following quantity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/>
              <a:t>What is the Maximum unsigned integer value that can be represented using </a:t>
            </a:r>
            <a:r>
              <a:rPr lang="en-US" sz="2400" dirty="0" smtClean="0"/>
              <a:t>2 </a:t>
            </a:r>
            <a:r>
              <a:rPr lang="en-US" sz="2400" dirty="0"/>
              <a:t>Bytes?</a:t>
            </a:r>
          </a:p>
          <a:p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180564" y="2118164"/>
          <a:ext cx="1524000" cy="27629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 smtClean="0">
                          <a:effectLst/>
                        </a:rPr>
                        <a:t>20456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1024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32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 smtClean="0">
                          <a:effectLst/>
                        </a:rPr>
                        <a:t>100015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348508" y="2232338"/>
            <a:ext cx="4146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= 01001111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11101000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3978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9955"/>
          </a:xfrm>
        </p:spPr>
        <p:txBody>
          <a:bodyPr/>
          <a:lstStyle/>
          <a:p>
            <a:r>
              <a:rPr lang="en-US" dirty="0" smtClean="0"/>
              <a:t>Exercise # 7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29555"/>
            <a:ext cx="8596668" cy="511291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Use 4-Bytes to represent each of the following quantity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What is the Maximum unsigned integer value that can be represented using 4 Bytes?</a:t>
            </a:r>
          </a:p>
          <a:p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0564" y="2118164"/>
          <a:ext cx="1524000" cy="27629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20456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1024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32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 smtClean="0">
                          <a:effectLst/>
                        </a:rPr>
                        <a:t>100015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348507" y="2232338"/>
            <a:ext cx="669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=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00000000 00000000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01001111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11101000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791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0107"/>
          </a:xfrm>
        </p:spPr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542403"/>
            <a:ext cx="9303793" cy="388077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Represent each of the following quantity in 2-bytes using </a:t>
            </a:r>
            <a:br>
              <a:rPr lang="en-US" sz="2400" dirty="0" smtClean="0"/>
            </a:br>
            <a:r>
              <a:rPr lang="en-US" sz="2400" dirty="0" smtClean="0"/>
              <a:t>sign-magnitude method.</a:t>
            </a: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605567" y="2955291"/>
          <a:ext cx="1524000" cy="27629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 smtClean="0">
                          <a:effectLst/>
                        </a:rPr>
                        <a:t>65536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 smtClean="0">
                          <a:effectLst/>
                        </a:rPr>
                        <a:t>-65535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 smtClean="0">
                          <a:effectLst/>
                        </a:rPr>
                        <a:t>-32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 smtClean="0">
                          <a:effectLst/>
                        </a:rPr>
                        <a:t>100015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040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</Words>
  <Application>Microsoft Office PowerPoint</Application>
  <PresentationFormat>Widescreen</PresentationFormat>
  <Paragraphs>132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Trebuchet MS</vt:lpstr>
      <vt:lpstr>Wingdings 3</vt:lpstr>
      <vt:lpstr>Office Theme</vt:lpstr>
      <vt:lpstr>Facet</vt:lpstr>
      <vt:lpstr>Exercise # 1 Note: Write exercises on a separate page, you have to submit it at the end of lecture</vt:lpstr>
      <vt:lpstr>Exercise # 2</vt:lpstr>
      <vt:lpstr>Exercise # 3</vt:lpstr>
      <vt:lpstr>Exercise # 4</vt:lpstr>
      <vt:lpstr>Exercise # 5</vt:lpstr>
      <vt:lpstr>Exercise # 6 </vt:lpstr>
      <vt:lpstr>Exercise # 7 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 # 1 Note: Write exercises on a separate page, you have to submit it at the end of lecture</dc:title>
  <dc:creator>Admissions</dc:creator>
  <cp:lastModifiedBy>Admissions</cp:lastModifiedBy>
  <cp:revision>1</cp:revision>
  <dcterms:created xsi:type="dcterms:W3CDTF">2021-09-25T03:35:28Z</dcterms:created>
  <dcterms:modified xsi:type="dcterms:W3CDTF">2021-09-25T03:35:51Z</dcterms:modified>
</cp:coreProperties>
</file>