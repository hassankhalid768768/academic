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72F8F-D29E-499C-9590-7075F5733EED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0C2E9-A5E0-4097-9906-54D32181CD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5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0C2E9-A5E0-4097-9906-54D32181CD6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60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88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9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28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70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3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4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00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40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2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46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651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37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21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9BC0971-BC8B-4B33-9752-BE2A30EB4963}" type="datetimeFigureOut">
              <a:rPr lang="en-US" smtClean="0"/>
              <a:t>12/16/2021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5537809-EC38-4E90-BC6D-DBF1CB7C37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904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207" y="4626366"/>
            <a:ext cx="10572000" cy="2231634"/>
          </a:xfrm>
        </p:spPr>
        <p:txBody>
          <a:bodyPr/>
          <a:lstStyle/>
          <a:p>
            <a:r>
              <a:rPr lang="en-US" dirty="0" smtClean="0"/>
              <a:t>WHAT A TIME TO BE ALIVE</a:t>
            </a:r>
            <a:br>
              <a:rPr lang="en-US" dirty="0" smtClean="0"/>
            </a:br>
            <a:r>
              <a:rPr lang="en-US" dirty="0" smtClean="0"/>
              <a:t>BY RUMANA HUSAIN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 </a:t>
            </a:r>
            <a:br>
              <a:rPr lang="en-US" dirty="0"/>
            </a:br>
            <a:r>
              <a:rPr lang="en-US" sz="2400" dirty="0">
                <a:solidFill>
                  <a:srgbClr val="FF0000"/>
                </a:solidFill>
              </a:rPr>
              <a:t>Muhammad Hassan Khalid 21L-5692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Muhammad Hamza 21L-5636</a:t>
            </a:r>
            <a:br>
              <a:rPr lang="en-US" sz="2400" dirty="0"/>
            </a:br>
            <a:r>
              <a:rPr lang="en-US" sz="2400" dirty="0"/>
              <a:t>Muhammad Ahmad 21L-5617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39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Detail about the </a:t>
            </a:r>
            <a:r>
              <a:rPr lang="en-US" sz="3200" dirty="0" smtClean="0"/>
              <a:t>author, </a:t>
            </a:r>
            <a:r>
              <a:rPr lang="en-US" sz="3200" dirty="0"/>
              <a:t>his </a:t>
            </a:r>
            <a:r>
              <a:rPr lang="en-US" sz="3200" dirty="0" smtClean="0"/>
              <a:t>work and the setting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67" y="2818151"/>
            <a:ext cx="3547533" cy="28945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56814" y="854438"/>
            <a:ext cx="7120327" cy="5036695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500" dirty="0" smtClean="0"/>
              <a:t>Rumana </a:t>
            </a:r>
            <a:r>
              <a:rPr lang="en-US" sz="4500" dirty="0"/>
              <a:t>Husain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500" dirty="0" smtClean="0"/>
              <a:t>Story Name : What </a:t>
            </a:r>
            <a:r>
              <a:rPr lang="en-US" sz="4500" dirty="0"/>
              <a:t>a Time to be </a:t>
            </a:r>
            <a:r>
              <a:rPr lang="en-US" sz="4500" dirty="0" smtClean="0"/>
              <a:t>Alive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500" dirty="0" smtClean="0"/>
              <a:t>Hardships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500" dirty="0"/>
              <a:t>Covid-19 destroyed </a:t>
            </a:r>
            <a:r>
              <a:rPr lang="en-US" sz="4500" dirty="0" smtClean="0"/>
              <a:t>her </a:t>
            </a:r>
            <a:r>
              <a:rPr lang="en-US" sz="4500" dirty="0"/>
              <a:t>mental </a:t>
            </a:r>
            <a:r>
              <a:rPr lang="en-US" sz="4500" dirty="0" smtClean="0"/>
              <a:t>health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45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4500" dirty="0" smtClean="0"/>
              <a:t>Setting of story </a:t>
            </a:r>
            <a:endParaRPr lang="en-US" sz="45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4500" dirty="0" smtClean="0"/>
              <a:t>Psychiatrist Office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4500" dirty="0" smtClean="0"/>
              <a:t>Amna visits the office to see psychiatrist </a:t>
            </a:r>
            <a:r>
              <a:rPr lang="en-US" sz="4500" dirty="0"/>
              <a:t>and </a:t>
            </a:r>
            <a:r>
              <a:rPr lang="en-US" sz="4500" dirty="0" smtClean="0"/>
              <a:t>tell him about her mental health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45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0802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850" y="2553341"/>
            <a:ext cx="4382521" cy="2007789"/>
          </a:xfrm>
        </p:spPr>
        <p:txBody>
          <a:bodyPr/>
          <a:lstStyle/>
          <a:p>
            <a:pPr algn="ctr"/>
            <a:r>
              <a:rPr lang="en-US" sz="7200" dirty="0"/>
              <a:t>Summary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665666" y="1139252"/>
            <a:ext cx="4880300" cy="6325849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/>
              <a:t>The story is about a girl Amna who got married without the consent of her parents and later got divorced and lost the custody of her only child. Later she lost her parents in a plane crash. She got depressed and had outbreaks in her friends meetings hence she had to visit a psychiatrist </a:t>
            </a:r>
            <a:r>
              <a:rPr lang="en-US" sz="2400" dirty="0"/>
              <a:t>to </a:t>
            </a:r>
            <a:r>
              <a:rPr lang="en-US" sz="2400" dirty="0" smtClean="0"/>
              <a:t>solve her mental stress. His brother also got Covid-19 and hence had to stay away from her.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541" y="4805986"/>
            <a:ext cx="2261892" cy="1743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465" y="254832"/>
            <a:ext cx="3795292" cy="176883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372569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Idea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10000" y="2518348"/>
            <a:ext cx="1090234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Difficulties Amna had to face in her life.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L</a:t>
            </a:r>
            <a:r>
              <a:rPr lang="en-US" sz="2400" dirty="0" smtClean="0"/>
              <a:t>ost </a:t>
            </a:r>
            <a:r>
              <a:rPr lang="en-US" sz="2400" dirty="0"/>
              <a:t>her child and </a:t>
            </a:r>
            <a:r>
              <a:rPr lang="en-US" sz="2400" dirty="0" smtClean="0"/>
              <a:t>parents.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Covid-19 </a:t>
            </a:r>
            <a:r>
              <a:rPr lang="en-US" sz="2400" dirty="0"/>
              <a:t>affected her twin </a:t>
            </a:r>
            <a:r>
              <a:rPr lang="en-US" sz="2400" dirty="0" smtClean="0"/>
              <a:t>brother.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His health deteriorated.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O</a:t>
            </a:r>
            <a:r>
              <a:rPr lang="en-US" sz="2400" dirty="0" smtClean="0"/>
              <a:t>vercome </a:t>
            </a:r>
            <a:r>
              <a:rPr lang="en-US" sz="2400" dirty="0"/>
              <a:t>her depression of losing her child to her divorced </a:t>
            </a:r>
            <a:r>
              <a:rPr lang="en-US" sz="2400" dirty="0" smtClean="0"/>
              <a:t>husband.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</a:t>
            </a:r>
            <a:r>
              <a:rPr lang="en-US" sz="2400" dirty="0" smtClean="0"/>
              <a:t>eeing </a:t>
            </a:r>
            <a:r>
              <a:rPr lang="en-US" sz="2400" dirty="0"/>
              <a:t>a p</a:t>
            </a:r>
            <a:r>
              <a:rPr lang="en-US" sz="2400" dirty="0" smtClean="0"/>
              <a:t>sychiatrist.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L</a:t>
            </a:r>
            <a:r>
              <a:rPr lang="en-US" sz="2400" dirty="0" smtClean="0"/>
              <a:t>etting </a:t>
            </a:r>
            <a:r>
              <a:rPr lang="en-US" sz="2400" dirty="0"/>
              <a:t>out her emotions. 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Outbursts </a:t>
            </a:r>
            <a:r>
              <a:rPr lang="en-US" sz="2400" dirty="0"/>
              <a:t>with her </a:t>
            </a:r>
            <a:r>
              <a:rPr lang="en-US" sz="2400" dirty="0" smtClean="0"/>
              <a:t>friends.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A</a:t>
            </a:r>
            <a:r>
              <a:rPr lang="en-US" sz="2400" dirty="0" smtClean="0"/>
              <a:t>ffecting </a:t>
            </a:r>
            <a:r>
              <a:rPr lang="en-US" sz="2400" dirty="0"/>
              <a:t>her social life.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122" y="2008681"/>
            <a:ext cx="2466975" cy="19187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3900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9600" dirty="0" smtClean="0"/>
              <a:t>Tone</a:t>
            </a:r>
            <a:endParaRPr lang="en-US" sz="9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1" y="2623277"/>
            <a:ext cx="3547533" cy="29980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/>
          <p:cNvSpPr txBox="1"/>
          <p:nvPr/>
        </p:nvSpPr>
        <p:spPr>
          <a:xfrm>
            <a:off x="5066675" y="502161"/>
            <a:ext cx="63558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 smtClean="0"/>
              <a:t>Tone is </a:t>
            </a:r>
            <a:r>
              <a:rPr lang="en-US" sz="2800" b="1" dirty="0" smtClean="0"/>
              <a:t>Depressing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 smtClean="0"/>
              <a:t>Sad moments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 smtClean="0"/>
              <a:t>Have an emotional response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92D050"/>
                </a:solidFill>
              </a:rPr>
              <a:t>“She had filed for divorce some years later  </a:t>
            </a:r>
            <a:r>
              <a:rPr lang="en-US" sz="2800" dirty="0" smtClean="0">
                <a:solidFill>
                  <a:srgbClr val="92D050"/>
                </a:solidFill>
              </a:rPr>
              <a:t>after </a:t>
            </a:r>
            <a:r>
              <a:rPr lang="en-US" sz="2800" dirty="0">
                <a:solidFill>
                  <a:srgbClr val="92D050"/>
                </a:solidFill>
              </a:rPr>
              <a:t>the man she had eloped with, fell </a:t>
            </a:r>
            <a:r>
              <a:rPr lang="en-US" sz="2800" dirty="0" smtClean="0">
                <a:solidFill>
                  <a:srgbClr val="92D050"/>
                </a:solidFill>
              </a:rPr>
              <a:t>in </a:t>
            </a:r>
            <a:r>
              <a:rPr lang="en-US" sz="2800" dirty="0">
                <a:solidFill>
                  <a:srgbClr val="92D050"/>
                </a:solidFill>
              </a:rPr>
              <a:t>love with another woman. During </a:t>
            </a:r>
            <a:r>
              <a:rPr lang="en-US" sz="2800" dirty="0" smtClean="0">
                <a:solidFill>
                  <a:srgbClr val="92D050"/>
                </a:solidFill>
              </a:rPr>
              <a:t>the acrimonious divorce proceedings</a:t>
            </a:r>
            <a:r>
              <a:rPr lang="en-US" sz="2800" dirty="0">
                <a:solidFill>
                  <a:srgbClr val="92D050"/>
                </a:solidFill>
              </a:rPr>
              <a:t>, </a:t>
            </a:r>
            <a:r>
              <a:rPr lang="en-US" sz="2800" dirty="0" smtClean="0">
                <a:solidFill>
                  <a:srgbClr val="92D050"/>
                </a:solidFill>
              </a:rPr>
              <a:t>Amna </a:t>
            </a:r>
            <a:r>
              <a:rPr lang="en-US" sz="2800" dirty="0">
                <a:solidFill>
                  <a:srgbClr val="92D050"/>
                </a:solidFill>
              </a:rPr>
              <a:t>lost custody of her only child</a:t>
            </a:r>
            <a:r>
              <a:rPr lang="en-US" sz="2800" dirty="0" smtClean="0">
                <a:solidFill>
                  <a:srgbClr val="92D050"/>
                </a:solidFill>
              </a:rPr>
              <a:t>.”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 smtClean="0"/>
              <a:t>Heart-wrenching sentence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 smtClean="0"/>
              <a:t>Painful to read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523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0" y="296186"/>
            <a:ext cx="3547533" cy="1618396"/>
          </a:xfrm>
        </p:spPr>
        <p:txBody>
          <a:bodyPr/>
          <a:lstStyle/>
          <a:p>
            <a:pPr algn="ctr"/>
            <a:r>
              <a:rPr lang="en-US" sz="4000" dirty="0" smtClean="0">
                <a:solidFill>
                  <a:schemeClr val="tx1"/>
                </a:solidFill>
              </a:rPr>
              <a:t>Pattern of </a:t>
            </a:r>
            <a:r>
              <a:rPr lang="en-US" sz="4000" dirty="0">
                <a:solidFill>
                  <a:schemeClr val="tx1"/>
                </a:solidFill>
              </a:rPr>
              <a:t>Organization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94" y="2803160"/>
            <a:ext cx="4132644" cy="309948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6" name="TextBox 5"/>
          <p:cNvSpPr txBox="1"/>
          <p:nvPr/>
        </p:nvSpPr>
        <p:spPr>
          <a:xfrm>
            <a:off x="5456421" y="745620"/>
            <a:ext cx="47518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 smtClean="0"/>
              <a:t>Chronological</a:t>
            </a:r>
            <a:r>
              <a:rPr lang="en-US" sz="2400" dirty="0" smtClean="0"/>
              <a:t> pattern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/>
              <a:t>Time wise manner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smtClean="0">
                <a:solidFill>
                  <a:schemeClr val="accent3"/>
                </a:solidFill>
              </a:rPr>
              <a:t>Amna disobeys her parents commands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smtClean="0">
                <a:solidFill>
                  <a:schemeClr val="accent3"/>
                </a:solidFill>
              </a:rPr>
              <a:t>Marries a person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smtClean="0">
                <a:solidFill>
                  <a:schemeClr val="accent3"/>
                </a:solidFill>
              </a:rPr>
              <a:t>Loses the custody of her child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smtClean="0">
                <a:solidFill>
                  <a:schemeClr val="accent3"/>
                </a:solidFill>
              </a:rPr>
              <a:t>Parents die in a plane crash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 smtClean="0">
                <a:solidFill>
                  <a:schemeClr val="accent3"/>
                </a:solidFill>
              </a:rPr>
              <a:t>Brother becomes a target of Covid-19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smtClean="0"/>
              <a:t>Points are happening in a timely manner one after another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21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326167"/>
            <a:ext cx="3547533" cy="1618396"/>
          </a:xfrm>
        </p:spPr>
        <p:txBody>
          <a:bodyPr/>
          <a:lstStyle/>
          <a:p>
            <a:pPr algn="ctr"/>
            <a:r>
              <a:rPr lang="en-US" sz="4800" dirty="0"/>
              <a:t>Purpose of the 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446" y="161274"/>
            <a:ext cx="6252633" cy="2896719"/>
          </a:xfrm>
        </p:spPr>
        <p:txBody>
          <a:bodyPr/>
          <a:lstStyle/>
          <a:p>
            <a:r>
              <a:rPr lang="en-US" dirty="0" smtClean="0"/>
              <a:t>Entertain the readers</a:t>
            </a:r>
          </a:p>
          <a:p>
            <a:r>
              <a:rPr lang="en-US" dirty="0" smtClean="0"/>
              <a:t>Personal life experience</a:t>
            </a:r>
          </a:p>
          <a:p>
            <a:r>
              <a:rPr lang="en-US" dirty="0" smtClean="0"/>
              <a:t>Saddening story of her life</a:t>
            </a:r>
          </a:p>
          <a:p>
            <a:r>
              <a:rPr lang="en-US" dirty="0" smtClean="0"/>
              <a:t>Problems she had to suffer in that time period</a:t>
            </a:r>
          </a:p>
          <a:p>
            <a:r>
              <a:rPr lang="en-US" dirty="0" smtClean="0"/>
              <a:t>Main purpose of the author was to entertain the readers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3057993"/>
            <a:ext cx="6272029" cy="3600311"/>
          </a:xfrm>
        </p:spPr>
        <p:txBody>
          <a:bodyPr/>
          <a:lstStyle/>
          <a:p>
            <a:pPr algn="ctr"/>
            <a:r>
              <a:rPr lang="en-US" sz="2000" dirty="0">
                <a:solidFill>
                  <a:srgbClr val="92D050"/>
                </a:solidFill>
              </a:rPr>
              <a:t>Style : </a:t>
            </a:r>
            <a:r>
              <a:rPr lang="en-US" sz="2000" b="1" dirty="0">
                <a:solidFill>
                  <a:srgbClr val="92D050"/>
                </a:solidFill>
              </a:rPr>
              <a:t>Informal Style</a:t>
            </a:r>
          </a:p>
          <a:p>
            <a:pPr algn="ctr"/>
            <a:r>
              <a:rPr lang="en-US" sz="2000" dirty="0">
                <a:solidFill>
                  <a:srgbClr val="7030A0"/>
                </a:solidFill>
              </a:rPr>
              <a:t>Appeals : </a:t>
            </a:r>
            <a:r>
              <a:rPr lang="en-US" sz="2000" b="1" dirty="0">
                <a:solidFill>
                  <a:srgbClr val="7030A0"/>
                </a:solidFill>
              </a:rPr>
              <a:t>Pathos</a:t>
            </a:r>
          </a:p>
          <a:p>
            <a:pPr algn="ctr"/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Negative and Positive Points :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Good Punctuation and Vocabulary</a:t>
            </a:r>
          </a:p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Topic relevance :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Topic relevant to young generation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Achievement of purpose : </a:t>
            </a:r>
            <a:r>
              <a:rPr lang="en-US" sz="2000" b="1" dirty="0">
                <a:solidFill>
                  <a:srgbClr val="C00000"/>
                </a:solidFill>
              </a:rPr>
              <a:t>Purpose Fully Achieved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677" y="2623279"/>
            <a:ext cx="1577918" cy="11092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805" y="2623279"/>
            <a:ext cx="1660068" cy="11056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147" y="4646952"/>
            <a:ext cx="1682315" cy="13475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365" y="4545589"/>
            <a:ext cx="1992135" cy="164532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98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0" y="86324"/>
            <a:ext cx="3547533" cy="1618396"/>
          </a:xfrm>
        </p:spPr>
        <p:txBody>
          <a:bodyPr/>
          <a:lstStyle/>
          <a:p>
            <a:pPr algn="ctr"/>
            <a:r>
              <a:rPr lang="en-US" sz="6600" dirty="0"/>
              <a:t>Opinion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Day-by-day increasing problem of covid-19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Losing their close ones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State of depression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Share their feelings with others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Socialize in this hard period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Respect the orders of elderly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Challenges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Stay positive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Help each other in this pandemic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" y="2529721"/>
            <a:ext cx="3547533" cy="27917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2335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08" y="432198"/>
            <a:ext cx="10571998" cy="970450"/>
          </a:xfrm>
        </p:spPr>
        <p:txBody>
          <a:bodyPr/>
          <a:lstStyle/>
          <a:p>
            <a:pPr algn="ctr"/>
            <a:r>
              <a:rPr lang="en-US" sz="6600" dirty="0"/>
              <a:t>Summary of 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5108" y="2263515"/>
            <a:ext cx="876393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Purpose was to entertain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Informal way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Chronological pattern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Depressing tone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Story is well-written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Highly relevant to today’s young generation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Interesting and attention-grasping vocabulary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Appeal was pathos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Fully achieved his purpose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Covering all positive points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45" y="2383436"/>
            <a:ext cx="2231029" cy="37866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7282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2945" y="239843"/>
            <a:ext cx="5471410" cy="1815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u="sng" dirty="0" smtClean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CONCLUSION</a:t>
            </a:r>
          </a:p>
          <a:p>
            <a:pPr algn="ctr"/>
            <a:r>
              <a:rPr lang="en-US" sz="2000" dirty="0" smtClean="0"/>
              <a:t>Distressing times in her life</a:t>
            </a:r>
          </a:p>
          <a:p>
            <a:pPr algn="ctr"/>
            <a:r>
              <a:rPr lang="en-US" sz="2000" dirty="0" smtClean="0"/>
              <a:t>Disclosing the big secret</a:t>
            </a:r>
          </a:p>
          <a:p>
            <a:pPr algn="ctr"/>
            <a:r>
              <a:rPr lang="en-US" sz="2000" dirty="0" smtClean="0"/>
              <a:t>Huge load being lifted from her shoulders</a:t>
            </a:r>
          </a:p>
          <a:p>
            <a:pPr algn="ctr"/>
            <a:r>
              <a:rPr lang="en-US" sz="2000" dirty="0" smtClean="0"/>
              <a:t>New chapter in her life</a:t>
            </a:r>
            <a:endParaRPr lang="en-US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935" y="239843"/>
            <a:ext cx="5459419" cy="18158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15" y="2440693"/>
            <a:ext cx="11197653" cy="41217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066" y="2440693"/>
            <a:ext cx="5786202" cy="41073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65" y="2440693"/>
            <a:ext cx="5489402" cy="410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3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864</TotalTime>
  <Words>447</Words>
  <Application>Microsoft Office PowerPoint</Application>
  <PresentationFormat>Widescreen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Calibri</vt:lpstr>
      <vt:lpstr>Century Gothic</vt:lpstr>
      <vt:lpstr>Wingdings</vt:lpstr>
      <vt:lpstr>Wingdings 2</vt:lpstr>
      <vt:lpstr>Quotable</vt:lpstr>
      <vt:lpstr>WHAT A TIME TO BE ALIVE BY RUMANA HUSAIN    Muhammad Hassan Khalid 21L-5692 Muhammad Hamza 21L-5636 Muhammad Ahmad 21L-5617 </vt:lpstr>
      <vt:lpstr>Detail about the author, his work and the setting</vt:lpstr>
      <vt:lpstr>Summary  </vt:lpstr>
      <vt:lpstr>Main Idea</vt:lpstr>
      <vt:lpstr>Tone</vt:lpstr>
      <vt:lpstr>Pattern of Organization</vt:lpstr>
      <vt:lpstr>Purpose of the author</vt:lpstr>
      <vt:lpstr>Opinion</vt:lpstr>
      <vt:lpstr>Summary of the analysis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TIME TO BE ALIVE BY RUMANA HUSAIN    Muhammad Hassan Khalid 21L-5692 Muhammad Hamza 21L-5636 Muhammad Ahmad 21L-5617 </dc:title>
  <dc:creator>M HASSAN KHALID</dc:creator>
  <cp:lastModifiedBy>M HASSAN KHALID</cp:lastModifiedBy>
  <cp:revision>24</cp:revision>
  <dcterms:created xsi:type="dcterms:W3CDTF">2021-12-09T17:11:33Z</dcterms:created>
  <dcterms:modified xsi:type="dcterms:W3CDTF">2021-12-16T18:13:39Z</dcterms:modified>
</cp:coreProperties>
</file>