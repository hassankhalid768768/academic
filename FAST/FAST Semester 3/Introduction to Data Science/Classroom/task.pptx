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7" autoAdjust="0"/>
    <p:restoredTop sz="94660"/>
  </p:normalViewPr>
  <p:slideViewPr>
    <p:cSldViewPr snapToGrid="0">
      <p:cViewPr varScale="1">
        <p:scale>
          <a:sx n="46" d="100"/>
          <a:sy n="46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15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8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3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57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1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6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98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5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79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49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F9BB8-B9F3-4CCE-9451-C0312FCEF5CA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980CC-6F4E-4909-8C91-C3AEB8B21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3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6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Dear all,</a:t>
            </a:r>
          </a:p>
          <a:p>
            <a:endParaRPr lang="en-US" dirty="0" smtClean="0"/>
          </a:p>
          <a:p>
            <a:r>
              <a:rPr lang="en-US" dirty="0" smtClean="0"/>
              <a:t>For today's class, you are required to do the following task.</a:t>
            </a:r>
          </a:p>
          <a:p>
            <a:endParaRPr lang="en-US" dirty="0" smtClean="0"/>
          </a:p>
          <a:p>
            <a:r>
              <a:rPr lang="en-US" dirty="0" smtClean="0"/>
              <a:t>1. Find out a dataset with two </a:t>
            </a:r>
            <a:r>
              <a:rPr lang="en-US" dirty="0" err="1" smtClean="0"/>
              <a:t>continouse</a:t>
            </a:r>
            <a:r>
              <a:rPr lang="en-US" dirty="0" smtClean="0"/>
              <a:t> input </a:t>
            </a:r>
            <a:r>
              <a:rPr lang="en-US" dirty="0" err="1" smtClean="0"/>
              <a:t>diamensions</a:t>
            </a:r>
            <a:r>
              <a:rPr lang="en-US" dirty="0" smtClean="0"/>
              <a:t> (x_1, x_2) (Hint: Google, </a:t>
            </a:r>
            <a:r>
              <a:rPr lang="en-US" dirty="0" err="1" smtClean="0"/>
              <a:t>Kaggle</a:t>
            </a:r>
            <a:r>
              <a:rPr lang="en-US" dirty="0" smtClean="0"/>
              <a:t>, UCI machine </a:t>
            </a:r>
            <a:r>
              <a:rPr lang="en-US" dirty="0" err="1" smtClean="0"/>
              <a:t>repositry</a:t>
            </a:r>
            <a:r>
              <a:rPr lang="en-US" dirty="0" smtClean="0"/>
              <a:t>, </a:t>
            </a:r>
            <a:r>
              <a:rPr lang="en-US" dirty="0" err="1" smtClean="0"/>
              <a:t>openML</a:t>
            </a:r>
            <a:r>
              <a:rPr lang="en-US" dirty="0" smtClean="0"/>
              <a:t> for dataset search)</a:t>
            </a:r>
          </a:p>
          <a:p>
            <a:endParaRPr lang="en-US" dirty="0" smtClean="0"/>
          </a:p>
          <a:p>
            <a:r>
              <a:rPr lang="en-US" dirty="0" smtClean="0"/>
              <a:t>2. Use the python's built-in K-means function, and plot/ visualize the clustering </a:t>
            </a:r>
            <a:r>
              <a:rPr lang="en-US" dirty="0" err="1" smtClean="0"/>
              <a:t>reseults</a:t>
            </a:r>
            <a:r>
              <a:rPr lang="en-US" dirty="0" smtClean="0"/>
              <a:t>. (Finding appropriate K is also your task)</a:t>
            </a:r>
          </a:p>
          <a:p>
            <a:endParaRPr lang="en-US" dirty="0" smtClean="0"/>
          </a:p>
          <a:p>
            <a:r>
              <a:rPr lang="en-US" dirty="0" smtClean="0"/>
              <a:t>3. On the same dataset, apply any "density based" clustering algorithm (e.g., </a:t>
            </a:r>
            <a:r>
              <a:rPr lang="en-US" dirty="0" err="1" smtClean="0"/>
              <a:t>DBScan</a:t>
            </a:r>
            <a:r>
              <a:rPr lang="en-US" dirty="0" smtClean="0"/>
              <a:t>). You may use python built-in function. The parameters for the clustering algorithm will be on your choice.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2376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4. Prepare a one page analysis report, that contains:</a:t>
            </a:r>
          </a:p>
          <a:p>
            <a:endParaRPr lang="en-US" dirty="0" smtClean="0"/>
          </a:p>
          <a:p>
            <a:r>
              <a:rPr lang="en-US" dirty="0" smtClean="0"/>
              <a:t>a. The dataset that you are using, and the source for it. Dimensions of the dataset, and the specific dimensions that you plan to use for unsupervised learning.</a:t>
            </a:r>
          </a:p>
          <a:p>
            <a:r>
              <a:rPr lang="en-US" dirty="0" smtClean="0"/>
              <a:t>b. Parameters for K-means, and results in visual form</a:t>
            </a:r>
          </a:p>
          <a:p>
            <a:r>
              <a:rPr lang="en-US" dirty="0" smtClean="0"/>
              <a:t>c. Name of the density based </a:t>
            </a:r>
            <a:r>
              <a:rPr lang="en-US" dirty="0" err="1" smtClean="0"/>
              <a:t>algoorithm</a:t>
            </a:r>
            <a:r>
              <a:rPr lang="en-US" dirty="0" smtClean="0"/>
              <a:t> that you've </a:t>
            </a:r>
            <a:r>
              <a:rPr lang="en-US" dirty="0" err="1" smtClean="0"/>
              <a:t>chosed</a:t>
            </a:r>
            <a:r>
              <a:rPr lang="en-US" dirty="0" smtClean="0"/>
              <a:t>. And parameters for density based clustering, and results in visual form</a:t>
            </a:r>
          </a:p>
          <a:p>
            <a:r>
              <a:rPr lang="en-US" dirty="0" smtClean="0"/>
              <a:t>d. </a:t>
            </a:r>
            <a:r>
              <a:rPr lang="en-US" dirty="0" err="1" smtClean="0"/>
              <a:t>Comparision</a:t>
            </a:r>
            <a:r>
              <a:rPr lang="en-US" dirty="0" smtClean="0"/>
              <a:t> of b and c (Above steps, max write 5 lines) and cover why two algorithms performed in a different way. Which one you'll prefer for your specific dataset and why.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5. Submit both code and analysis document. </a:t>
            </a:r>
          </a:p>
          <a:p>
            <a:r>
              <a:rPr lang="en-US" dirty="0" smtClean="0"/>
              <a:t>Note that: This is an </a:t>
            </a:r>
            <a:r>
              <a:rPr lang="en-US" dirty="0" err="1" smtClean="0"/>
              <a:t>indivisual</a:t>
            </a:r>
            <a:r>
              <a:rPr lang="en-US" dirty="0" smtClean="0"/>
              <a:t> task, and if any two datasets/ results/ analysis are same, it will lead to zero credit.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69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268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Asma Ahmad</dc:creator>
  <cp:lastModifiedBy>Asma Ahmad</cp:lastModifiedBy>
  <cp:revision>3</cp:revision>
  <dcterms:created xsi:type="dcterms:W3CDTF">2022-10-27T03:36:56Z</dcterms:created>
  <dcterms:modified xsi:type="dcterms:W3CDTF">2022-10-27T04:00:09Z</dcterms:modified>
</cp:coreProperties>
</file>